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427" r:id="rId2"/>
    <p:sldId id="428" r:id="rId3"/>
    <p:sldId id="429" r:id="rId4"/>
    <p:sldId id="430" r:id="rId5"/>
    <p:sldId id="1387" r:id="rId6"/>
    <p:sldId id="431" r:id="rId7"/>
    <p:sldId id="1392" r:id="rId8"/>
    <p:sldId id="1388" r:id="rId9"/>
    <p:sldId id="258" r:id="rId10"/>
    <p:sldId id="1389" r:id="rId11"/>
    <p:sldId id="1384" r:id="rId12"/>
    <p:sldId id="1385" r:id="rId13"/>
    <p:sldId id="1390" r:id="rId14"/>
    <p:sldId id="432" r:id="rId15"/>
    <p:sldId id="259" r:id="rId16"/>
    <p:sldId id="260" r:id="rId17"/>
    <p:sldId id="434" r:id="rId18"/>
    <p:sldId id="269" r:id="rId19"/>
    <p:sldId id="257" r:id="rId20"/>
    <p:sldId id="267" r:id="rId21"/>
    <p:sldId id="268" r:id="rId22"/>
    <p:sldId id="262" r:id="rId23"/>
    <p:sldId id="263" r:id="rId24"/>
    <p:sldId id="264" r:id="rId25"/>
    <p:sldId id="265" r:id="rId26"/>
    <p:sldId id="435" r:id="rId27"/>
    <p:sldId id="436" r:id="rId28"/>
    <p:sldId id="266" r:id="rId29"/>
    <p:sldId id="1391" r:id="rId30"/>
    <p:sldId id="1386" r:id="rId3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CDDBFA-BE5F-4237-8BA0-6EE83C9B6D0C}" v="10" dt="2025-11-13T17:58:31.2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73" autoAdjust="0"/>
    <p:restoredTop sz="79964" autoAdjust="0"/>
  </p:normalViewPr>
  <p:slideViewPr>
    <p:cSldViewPr>
      <p:cViewPr varScale="1">
        <p:scale>
          <a:sx n="60" d="100"/>
          <a:sy n="60" d="100"/>
        </p:scale>
        <p:origin x="66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modSld sldOrd">
      <pc:chgData name="Lines, Todd" userId="afaf7c3a-e8aa-4568-882a-02ad8f9e19b0" providerId="ADAL" clId="{5FF5AC1B-ABA9-43D7-A1E3-2D92732CD6E2}" dt="2025-11-13T18:06:21.484" v="66" actId="20577"/>
      <pc:docMkLst>
        <pc:docMk/>
      </pc:docMkLst>
      <pc:sldChg chg="addSp delSp modSp mod">
        <pc:chgData name="Lines, Todd" userId="afaf7c3a-e8aa-4568-882a-02ad8f9e19b0" providerId="ADAL" clId="{5FF5AC1B-ABA9-43D7-A1E3-2D92732CD6E2}" dt="2025-11-13T17:58:36.296" v="60" actId="21"/>
        <pc:sldMkLst>
          <pc:docMk/>
          <pc:sldMk cId="0" sldId="259"/>
        </pc:sldMkLst>
        <pc:spChg chg="mod">
          <ac:chgData name="Lines, Todd" userId="afaf7c3a-e8aa-4568-882a-02ad8f9e19b0" providerId="ADAL" clId="{5FF5AC1B-ABA9-43D7-A1E3-2D92732CD6E2}" dt="2025-11-13T17:57:41.888" v="52" actId="1076"/>
          <ac:spMkLst>
            <pc:docMk/>
            <pc:sldMk cId="0" sldId="259"/>
            <ac:spMk id="629764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5-11-13T17:57:49.862" v="55" actId="121"/>
          <ac:spMkLst>
            <pc:docMk/>
            <pc:sldMk cId="0" sldId="259"/>
            <ac:spMk id="629767" creationId="{00000000-0000-0000-0000-000000000000}"/>
          </ac:spMkLst>
        </pc:spChg>
        <pc:picChg chg="del mod">
          <ac:chgData name="Lines, Todd" userId="afaf7c3a-e8aa-4568-882a-02ad8f9e19b0" providerId="ADAL" clId="{5FF5AC1B-ABA9-43D7-A1E3-2D92732CD6E2}" dt="2025-11-13T17:58:09.736" v="57" actId="21"/>
          <ac:picMkLst>
            <pc:docMk/>
            <pc:sldMk cId="0" sldId="259"/>
            <ac:picMk id="11" creationId="{009C36E8-B1E4-A2D4-53F3-7595A2AF8EB8}"/>
          </ac:picMkLst>
        </pc:picChg>
        <pc:picChg chg="del">
          <ac:chgData name="Lines, Todd" userId="afaf7c3a-e8aa-4568-882a-02ad8f9e19b0" providerId="ADAL" clId="{5FF5AC1B-ABA9-43D7-A1E3-2D92732CD6E2}" dt="2025-11-13T17:58:24.224" v="58" actId="478"/>
          <ac:picMkLst>
            <pc:docMk/>
            <pc:sldMk cId="0" sldId="259"/>
            <ac:picMk id="12" creationId="{78346128-E9F5-3D8F-0E4D-BEE0704B2540}"/>
          </ac:picMkLst>
        </pc:picChg>
        <pc:picChg chg="del mod">
          <ac:chgData name="Lines, Todd" userId="afaf7c3a-e8aa-4568-882a-02ad8f9e19b0" providerId="ADAL" clId="{5FF5AC1B-ABA9-43D7-A1E3-2D92732CD6E2}" dt="2025-11-13T17:58:36.296" v="60" actId="21"/>
          <ac:picMkLst>
            <pc:docMk/>
            <pc:sldMk cId="0" sldId="259"/>
            <ac:picMk id="13" creationId="{20C3A684-4592-3DFC-7F44-7FD5B22C312B}"/>
          </ac:picMkLst>
        </pc:picChg>
        <pc:cxnChg chg="add del mod">
          <ac:chgData name="Lines, Todd" userId="afaf7c3a-e8aa-4568-882a-02ad8f9e19b0" providerId="ADAL" clId="{5FF5AC1B-ABA9-43D7-A1E3-2D92732CD6E2}" dt="2025-11-13T17:57:10.913" v="43" actId="478"/>
          <ac:cxnSpMkLst>
            <pc:docMk/>
            <pc:sldMk cId="0" sldId="259"/>
            <ac:cxnSpMk id="4" creationId="{06387022-BBA6-C10E-F7DC-5CB6CE533FBB}"/>
          </ac:cxnSpMkLst>
        </pc:cxnChg>
        <pc:cxnChg chg="add del mod">
          <ac:chgData name="Lines, Todd" userId="afaf7c3a-e8aa-4568-882a-02ad8f9e19b0" providerId="ADAL" clId="{5FF5AC1B-ABA9-43D7-A1E3-2D92732CD6E2}" dt="2025-11-13T17:57:10.913" v="43" actId="478"/>
          <ac:cxnSpMkLst>
            <pc:docMk/>
            <pc:sldMk cId="0" sldId="259"/>
            <ac:cxnSpMk id="5" creationId="{22272D85-58D7-C01E-6CE5-96E930802DA3}"/>
          </ac:cxnSpMkLst>
        </pc:cxnChg>
        <pc:cxnChg chg="add del mod">
          <ac:chgData name="Lines, Todd" userId="afaf7c3a-e8aa-4568-882a-02ad8f9e19b0" providerId="ADAL" clId="{5FF5AC1B-ABA9-43D7-A1E3-2D92732CD6E2}" dt="2025-11-13T17:57:10.913" v="43" actId="478"/>
          <ac:cxnSpMkLst>
            <pc:docMk/>
            <pc:sldMk cId="0" sldId="259"/>
            <ac:cxnSpMk id="6" creationId="{9AEB2C95-B5E3-15DC-0BB5-C102679DD66D}"/>
          </ac:cxnSpMkLst>
        </pc:cxnChg>
        <pc:cxnChg chg="add mod">
          <ac:chgData name="Lines, Todd" userId="afaf7c3a-e8aa-4568-882a-02ad8f9e19b0" providerId="ADAL" clId="{5FF5AC1B-ABA9-43D7-A1E3-2D92732CD6E2}" dt="2025-11-13T17:57:32.065" v="49" actId="1076"/>
          <ac:cxnSpMkLst>
            <pc:docMk/>
            <pc:sldMk cId="0" sldId="259"/>
            <ac:cxnSpMk id="7" creationId="{FE9E84D3-3CE4-75DB-9E7C-4FEC7F3E026C}"/>
          </ac:cxnSpMkLst>
        </pc:cxnChg>
        <pc:cxnChg chg="add mod">
          <ac:chgData name="Lines, Todd" userId="afaf7c3a-e8aa-4568-882a-02ad8f9e19b0" providerId="ADAL" clId="{5FF5AC1B-ABA9-43D7-A1E3-2D92732CD6E2}" dt="2025-11-13T17:57:44.209" v="53" actId="1037"/>
          <ac:cxnSpMkLst>
            <pc:docMk/>
            <pc:sldMk cId="0" sldId="259"/>
            <ac:cxnSpMk id="10" creationId="{991D8D70-D967-CC7E-75E3-40B1B6747425}"/>
          </ac:cxnSpMkLst>
        </pc:cxnChg>
        <pc:cxnChg chg="mod">
          <ac:chgData name="Lines, Todd" userId="afaf7c3a-e8aa-4568-882a-02ad8f9e19b0" providerId="ADAL" clId="{5FF5AC1B-ABA9-43D7-A1E3-2D92732CD6E2}" dt="2025-11-13T17:57:04.649" v="41" actId="208"/>
          <ac:cxnSpMkLst>
            <pc:docMk/>
            <pc:sldMk cId="0" sldId="259"/>
            <ac:cxnSpMk id="130" creationId="{00000000-0000-0000-0000-000000000000}"/>
          </ac:cxnSpMkLst>
        </pc:cxnChg>
        <pc:cxnChg chg="del mod">
          <ac:chgData name="Lines, Todd" userId="afaf7c3a-e8aa-4568-882a-02ad8f9e19b0" providerId="ADAL" clId="{5FF5AC1B-ABA9-43D7-A1E3-2D92732CD6E2}" dt="2025-11-13T17:57:26.064" v="48" actId="478"/>
          <ac:cxnSpMkLst>
            <pc:docMk/>
            <pc:sldMk cId="0" sldId="259"/>
            <ac:cxnSpMk id="211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5-11-13T17:57:04.649" v="41" actId="208"/>
          <ac:cxnSpMkLst>
            <pc:docMk/>
            <pc:sldMk cId="0" sldId="259"/>
            <ac:cxnSpMk id="246" creationId="{00000000-0000-0000-0000-000000000000}"/>
          </ac:cxnSpMkLst>
        </pc:cxnChg>
      </pc:sldChg>
      <pc:sldChg chg="modSp mod">
        <pc:chgData name="Lines, Todd" userId="afaf7c3a-e8aa-4568-882a-02ad8f9e19b0" providerId="ADAL" clId="{5FF5AC1B-ABA9-43D7-A1E3-2D92732CD6E2}" dt="2025-11-13T17:55:25.408" v="40" actId="20577"/>
        <pc:sldMkLst>
          <pc:docMk/>
          <pc:sldMk cId="0" sldId="431"/>
        </pc:sldMkLst>
        <pc:spChg chg="mod">
          <ac:chgData name="Lines, Todd" userId="afaf7c3a-e8aa-4568-882a-02ad8f9e19b0" providerId="ADAL" clId="{5FF5AC1B-ABA9-43D7-A1E3-2D92732CD6E2}" dt="2025-11-13T17:55:09.922" v="28" actId="20577"/>
          <ac:spMkLst>
            <pc:docMk/>
            <pc:sldMk cId="0" sldId="431"/>
            <ac:spMk id="78851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5-11-13T17:55:25.408" v="40" actId="20577"/>
          <ac:spMkLst>
            <pc:docMk/>
            <pc:sldMk cId="0" sldId="431"/>
            <ac:spMk id="78852" creationId="{00000000-0000-0000-0000-000000000000}"/>
          </ac:spMkLst>
        </pc:spChg>
      </pc:sldChg>
      <pc:sldChg chg="ord">
        <pc:chgData name="Lines, Todd" userId="afaf7c3a-e8aa-4568-882a-02ad8f9e19b0" providerId="ADAL" clId="{5FF5AC1B-ABA9-43D7-A1E3-2D92732CD6E2}" dt="2025-11-13T18:06:13.727" v="62"/>
        <pc:sldMkLst>
          <pc:docMk/>
          <pc:sldMk cId="1944873139" sldId="1386"/>
        </pc:sldMkLst>
      </pc:sldChg>
      <pc:sldChg chg="addSp delSp modSp mod">
        <pc:chgData name="Lines, Todd" userId="afaf7c3a-e8aa-4568-882a-02ad8f9e19b0" providerId="ADAL" clId="{5FF5AC1B-ABA9-43D7-A1E3-2D92732CD6E2}" dt="2025-11-13T17:45:11.047" v="23" actId="21"/>
        <pc:sldMkLst>
          <pc:docMk/>
          <pc:sldMk cId="2610046002" sldId="1387"/>
        </pc:sldMkLst>
        <pc:spChg chg="mod">
          <ac:chgData name="Lines, Todd" userId="afaf7c3a-e8aa-4568-882a-02ad8f9e19b0" providerId="ADAL" clId="{5FF5AC1B-ABA9-43D7-A1E3-2D92732CD6E2}" dt="2025-11-13T17:43:53.883" v="6" actId="1076"/>
          <ac:spMkLst>
            <pc:docMk/>
            <pc:sldMk cId="2610046002" sldId="1387"/>
            <ac:spMk id="625670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5-11-13T17:43:44.644" v="5" actId="1076"/>
          <ac:spMkLst>
            <pc:docMk/>
            <pc:sldMk cId="2610046002" sldId="1387"/>
            <ac:spMk id="625674" creationId="{00000000-0000-0000-0000-000000000000}"/>
          </ac:spMkLst>
        </pc:spChg>
        <pc:grpChg chg="mod">
          <ac:chgData name="Lines, Todd" userId="afaf7c3a-e8aa-4568-882a-02ad8f9e19b0" providerId="ADAL" clId="{5FF5AC1B-ABA9-43D7-A1E3-2D92732CD6E2}" dt="2025-11-13T17:44:55.195" v="21" actId="1038"/>
          <ac:grpSpMkLst>
            <pc:docMk/>
            <pc:sldMk cId="2610046002" sldId="1387"/>
            <ac:grpSpMk id="4" creationId="{00000000-0000-0000-0000-000000000000}"/>
          </ac:grpSpMkLst>
        </pc:grpChg>
        <pc:picChg chg="del mod">
          <ac:chgData name="Lines, Todd" userId="afaf7c3a-e8aa-4568-882a-02ad8f9e19b0" providerId="ADAL" clId="{5FF5AC1B-ABA9-43D7-A1E3-2D92732CD6E2}" dt="2025-11-13T17:45:11.047" v="23" actId="21"/>
          <ac:picMkLst>
            <pc:docMk/>
            <pc:sldMk cId="2610046002" sldId="1387"/>
            <ac:picMk id="7" creationId="{6EFDCA2D-0749-2C81-4174-41E30917C786}"/>
          </ac:picMkLst>
        </pc:picChg>
        <pc:picChg chg="mod">
          <ac:chgData name="Lines, Todd" userId="afaf7c3a-e8aa-4568-882a-02ad8f9e19b0" providerId="ADAL" clId="{5FF5AC1B-ABA9-43D7-A1E3-2D92732CD6E2}" dt="2025-11-13T17:43:14.024" v="2" actId="1582"/>
          <ac:picMkLst>
            <pc:docMk/>
            <pc:sldMk cId="2610046002" sldId="1387"/>
            <ac:picMk id="625677" creationId="{00000000-0000-0000-0000-000000000000}"/>
          </ac:picMkLst>
        </pc:picChg>
        <pc:cxnChg chg="add del mod">
          <ac:chgData name="Lines, Todd" userId="afaf7c3a-e8aa-4568-882a-02ad8f9e19b0" providerId="ADAL" clId="{5FF5AC1B-ABA9-43D7-A1E3-2D92732CD6E2}" dt="2025-11-13T17:44:14.636" v="10" actId="478"/>
          <ac:cxnSpMkLst>
            <pc:docMk/>
            <pc:sldMk cId="2610046002" sldId="1387"/>
            <ac:cxnSpMk id="2" creationId="{7E767B18-A73C-B8E5-27CC-D650CC1F0BB0}"/>
          </ac:cxnSpMkLst>
        </pc:cxnChg>
        <pc:cxnChg chg="add mod">
          <ac:chgData name="Lines, Todd" userId="afaf7c3a-e8aa-4568-882a-02ad8f9e19b0" providerId="ADAL" clId="{5FF5AC1B-ABA9-43D7-A1E3-2D92732CD6E2}" dt="2025-11-13T17:44:47.531" v="20" actId="1037"/>
          <ac:cxnSpMkLst>
            <pc:docMk/>
            <pc:sldMk cId="2610046002" sldId="1387"/>
            <ac:cxnSpMk id="6" creationId="{96DBD5EE-982F-6160-842F-D864BB03AFFA}"/>
          </ac:cxnSpMkLst>
        </pc:cxnChg>
        <pc:cxnChg chg="mod">
          <ac:chgData name="Lines, Todd" userId="afaf7c3a-e8aa-4568-882a-02ad8f9e19b0" providerId="ADAL" clId="{5FF5AC1B-ABA9-43D7-A1E3-2D92732CD6E2}" dt="2025-11-13T17:42:52.507" v="0" actId="208"/>
          <ac:cxnSpMkLst>
            <pc:docMk/>
            <pc:sldMk cId="2610046002" sldId="1387"/>
            <ac:cxnSpMk id="130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5-11-13T17:44:39.609" v="18" actId="1038"/>
          <ac:cxnSpMkLst>
            <pc:docMk/>
            <pc:sldMk cId="2610046002" sldId="1387"/>
            <ac:cxnSpMk id="211" creationId="{00000000-0000-0000-0000-000000000000}"/>
          </ac:cxnSpMkLst>
        </pc:cxnChg>
        <pc:cxnChg chg="mod">
          <ac:chgData name="Lines, Todd" userId="afaf7c3a-e8aa-4568-882a-02ad8f9e19b0" providerId="ADAL" clId="{5FF5AC1B-ABA9-43D7-A1E3-2D92732CD6E2}" dt="2025-11-13T17:42:52.507" v="0" actId="208"/>
          <ac:cxnSpMkLst>
            <pc:docMk/>
            <pc:sldMk cId="2610046002" sldId="1387"/>
            <ac:cxnSpMk id="246" creationId="{00000000-0000-0000-0000-000000000000}"/>
          </ac:cxnSpMkLst>
        </pc:cxnChg>
      </pc:sldChg>
      <pc:sldChg chg="addSp delSp modSp mod modClrScheme chgLayout">
        <pc:chgData name="Lines, Todd" userId="afaf7c3a-e8aa-4568-882a-02ad8f9e19b0" providerId="ADAL" clId="{5FF5AC1B-ABA9-43D7-A1E3-2D92732CD6E2}" dt="2025-11-13T18:06:21.484" v="66" actId="20577"/>
        <pc:sldMkLst>
          <pc:docMk/>
          <pc:sldMk cId="3852558619" sldId="1391"/>
        </pc:sldMkLst>
        <pc:spChg chg="del mod ord">
          <ac:chgData name="Lines, Todd" userId="afaf7c3a-e8aa-4568-882a-02ad8f9e19b0" providerId="ADAL" clId="{5FF5AC1B-ABA9-43D7-A1E3-2D92732CD6E2}" dt="2025-11-13T18:06:19.241" v="63" actId="700"/>
          <ac:spMkLst>
            <pc:docMk/>
            <pc:sldMk cId="3852558619" sldId="1391"/>
            <ac:spMk id="2" creationId="{789E6F41-BFB6-A783-3852-7858F652B5A2}"/>
          </ac:spMkLst>
        </pc:spChg>
        <pc:spChg chg="del mod ord">
          <ac:chgData name="Lines, Todd" userId="afaf7c3a-e8aa-4568-882a-02ad8f9e19b0" providerId="ADAL" clId="{5FF5AC1B-ABA9-43D7-A1E3-2D92732CD6E2}" dt="2025-11-13T18:06:19.241" v="63" actId="700"/>
          <ac:spMkLst>
            <pc:docMk/>
            <pc:sldMk cId="3852558619" sldId="1391"/>
            <ac:spMk id="3" creationId="{E4D4924B-AFEC-2554-2BC6-07CD082328F9}"/>
          </ac:spMkLst>
        </pc:spChg>
        <pc:spChg chg="add mod ord">
          <ac:chgData name="Lines, Todd" userId="afaf7c3a-e8aa-4568-882a-02ad8f9e19b0" providerId="ADAL" clId="{5FF5AC1B-ABA9-43D7-A1E3-2D92732CD6E2}" dt="2025-11-13T18:06:21.484" v="66" actId="20577"/>
          <ac:spMkLst>
            <pc:docMk/>
            <pc:sldMk cId="3852558619" sldId="1391"/>
            <ac:spMk id="4" creationId="{80E5D75E-7903-FA32-7E13-EED34B534B86}"/>
          </ac:spMkLst>
        </pc:spChg>
        <pc:spChg chg="add mod ord">
          <ac:chgData name="Lines, Todd" userId="afaf7c3a-e8aa-4568-882a-02ad8f9e19b0" providerId="ADAL" clId="{5FF5AC1B-ABA9-43D7-A1E3-2D92732CD6E2}" dt="2025-11-13T18:06:19.241" v="63" actId="700"/>
          <ac:spMkLst>
            <pc:docMk/>
            <pc:sldMk cId="3852558619" sldId="1391"/>
            <ac:spMk id="5" creationId="{E3A4FEB8-3829-3E4A-829D-7DD8782B01BF}"/>
          </ac:spMkLst>
        </pc:spChg>
      </pc:sldChg>
      <pc:sldChg chg="modSp add mod">
        <pc:chgData name="Lines, Todd" userId="afaf7c3a-e8aa-4568-882a-02ad8f9e19b0" providerId="ADAL" clId="{5FF5AC1B-ABA9-43D7-A1E3-2D92732CD6E2}" dt="2025-11-13T17:55:05.586" v="26" actId="20577"/>
        <pc:sldMkLst>
          <pc:docMk/>
          <pc:sldMk cId="3595340299" sldId="1392"/>
        </pc:sldMkLst>
        <pc:spChg chg="mod">
          <ac:chgData name="Lines, Todd" userId="afaf7c3a-e8aa-4568-882a-02ad8f9e19b0" providerId="ADAL" clId="{5FF5AC1B-ABA9-43D7-A1E3-2D92732CD6E2}" dt="2025-11-13T17:55:05.586" v="26" actId="20577"/>
          <ac:spMkLst>
            <pc:docMk/>
            <pc:sldMk cId="3595340299" sldId="1392"/>
            <ac:spMk id="78851" creationId="{EB608580-B916-5A9F-905C-185EFD95ACD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45A446-F112-4062-9E38-B8A65177F2EF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FECFA9-DC3E-4562-9E83-FF802A3C38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224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68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2669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62669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4F8A5F3-0208-4830-9EE2-D4C6CC4F1569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3081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68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2669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62669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4F8A5F3-0208-4830-9EE2-D4C6CC4F1569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771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68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2669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62669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4F8A5F3-0208-4830-9EE2-D4C6CC4F1569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4411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68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2669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62669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4F8A5F3-0208-4830-9EE2-D4C6CC4F1569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9858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7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307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6307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AAD429F3-ED27-46E8-8F2C-5E6075FC71E0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FECFA9-DC3E-4562-9E83-FF802A3C38DE}" type="slidenum">
              <a:rPr lang="en-US" smtClean="0"/>
              <a:pPr/>
              <a:t>28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C0BC-C087-497A-A0E8-1B802DC1F904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4BF90-9DF3-4984-AFD4-B29DE675F0E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C0BC-C087-497A-A0E8-1B802DC1F904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4BF90-9DF3-4984-AFD4-B29DE675F0E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C0BC-C087-497A-A0E8-1B802DC1F904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4BF90-9DF3-4984-AFD4-B29DE675F0E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C0BC-C087-497A-A0E8-1B802DC1F904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4BF90-9DF3-4984-AFD4-B29DE675F0E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C0BC-C087-497A-A0E8-1B802DC1F904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4BF90-9DF3-4984-AFD4-B29DE675F0E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C0BC-C087-497A-A0E8-1B802DC1F904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4BF90-9DF3-4984-AFD4-B29DE675F0E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C0BC-C087-497A-A0E8-1B802DC1F904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4BF90-9DF3-4984-AFD4-B29DE675F0E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C0BC-C087-497A-A0E8-1B802DC1F904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4BF90-9DF3-4984-AFD4-B29DE675F0E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C0BC-C087-497A-A0E8-1B802DC1F904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4BF90-9DF3-4984-AFD4-B29DE675F0E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C0BC-C087-497A-A0E8-1B802DC1F904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4BF90-9DF3-4984-AFD4-B29DE675F0E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C0BC-C087-497A-A0E8-1B802DC1F904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4BF90-9DF3-4984-AFD4-B29DE675F0E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21C0BC-C087-497A-A0E8-1B802DC1F904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94BF90-9DF3-4984-AFD4-B29DE675F0E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wmf"/><Relationship Id="rId3" Type="http://schemas.openxmlformats.org/officeDocument/2006/relationships/image" Target="../media/image6.emf"/><Relationship Id="rId7" Type="http://schemas.openxmlformats.org/officeDocument/2006/relationships/oleObject" Target="../embeddings/oleObject2.bin"/><Relationship Id="rId12" Type="http://schemas.openxmlformats.org/officeDocument/2006/relationships/image" Target="../media/image11.w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wmf"/><Relationship Id="rId11" Type="http://schemas.openxmlformats.org/officeDocument/2006/relationships/oleObject" Target="../embeddings/oleObject4.bin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0.wmf"/><Relationship Id="rId4" Type="http://schemas.openxmlformats.org/officeDocument/2006/relationships/image" Target="../media/image7.emf"/><Relationship Id="rId9" Type="http://schemas.openxmlformats.org/officeDocument/2006/relationships/oleObject" Target="../embeddings/oleObject3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emf"/><Relationship Id="rId3" Type="http://schemas.openxmlformats.org/officeDocument/2006/relationships/image" Target="../media/image13.wmf"/><Relationship Id="rId7" Type="http://schemas.openxmlformats.org/officeDocument/2006/relationships/image" Target="../media/image11.wmf"/><Relationship Id="rId12" Type="http://schemas.openxmlformats.org/officeDocument/2006/relationships/image" Target="../media/image18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7.bin"/><Relationship Id="rId11" Type="http://schemas.openxmlformats.org/officeDocument/2006/relationships/oleObject" Target="../embeddings/oleObject8.bin"/><Relationship Id="rId5" Type="http://schemas.openxmlformats.org/officeDocument/2006/relationships/image" Target="../media/image14.wmf"/><Relationship Id="rId10" Type="http://schemas.openxmlformats.org/officeDocument/2006/relationships/image" Target="../media/image17.emf"/><Relationship Id="rId4" Type="http://schemas.openxmlformats.org/officeDocument/2006/relationships/oleObject" Target="../embeddings/oleObject6.bin"/><Relationship Id="rId9" Type="http://schemas.openxmlformats.org/officeDocument/2006/relationships/image" Target="../media/image16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w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w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gif"/><Relationship Id="rId3" Type="http://schemas.openxmlformats.org/officeDocument/2006/relationships/image" Target="../media/image22.gif"/><Relationship Id="rId7" Type="http://schemas.openxmlformats.org/officeDocument/2006/relationships/image" Target="../media/image26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gif"/><Relationship Id="rId5" Type="http://schemas.openxmlformats.org/officeDocument/2006/relationships/image" Target="../media/image24.gif"/><Relationship Id="rId4" Type="http://schemas.openxmlformats.org/officeDocument/2006/relationships/image" Target="../media/image23.gif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223.6.8 Question 123.23.5</a:t>
            </a:r>
          </a:p>
        </p:txBody>
      </p:sp>
      <p:sp>
        <p:nvSpPr>
          <p:cNvPr id="7373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None/>
            </a:pPr>
            <a:r>
              <a:rPr lang="en-US" sz="2800" dirty="0"/>
              <a:t>A string is clamped at both ends and plucked so it vibrates in a standing mode between two extreme positions a and b. Let upward motion correspond to positive velocities. When the string is in position c, the instantaneous velocity of points along the string: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 dirty="0"/>
              <a:t>1 is zero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 dirty="0"/>
              <a:t>2 is positive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 dirty="0"/>
              <a:t>3 is negative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 dirty="0"/>
              <a:t>4 depends on location. </a:t>
            </a:r>
          </a:p>
          <a:p>
            <a:pPr marL="609600" indent="-609600" eaLnBrk="1" hangingPunct="1"/>
            <a:endParaRPr lang="en-US" sz="2800" dirty="0"/>
          </a:p>
        </p:txBody>
      </p:sp>
      <p:sp>
        <p:nvSpPr>
          <p:cNvPr id="7373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92CA3B0-A2DE-4492-9A73-463B02B07501}" type="slidenum">
              <a:rPr lang="en-US" smtClean="0"/>
              <a:pPr/>
              <a:t>1</a:t>
            </a:fld>
            <a:endParaRPr lang="en-US"/>
          </a:p>
        </p:txBody>
      </p:sp>
      <p:pic>
        <p:nvPicPr>
          <p:cNvPr id="73733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413250"/>
            <a:ext cx="3849688" cy="113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3734" name="Text Box 5"/>
          <p:cNvSpPr txBox="1">
            <a:spLocks noChangeArrowheads="1"/>
          </p:cNvSpPr>
          <p:nvPr/>
        </p:nvSpPr>
        <p:spPr bwMode="auto">
          <a:xfrm>
            <a:off x="6623050" y="5192713"/>
            <a:ext cx="339725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73735" name="Text Box 6"/>
          <p:cNvSpPr txBox="1">
            <a:spLocks noChangeArrowheads="1"/>
          </p:cNvSpPr>
          <p:nvPr/>
        </p:nvSpPr>
        <p:spPr bwMode="auto">
          <a:xfrm>
            <a:off x="6624638" y="434340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73736" name="Text Box 7"/>
          <p:cNvSpPr txBox="1">
            <a:spLocks noChangeArrowheads="1"/>
          </p:cNvSpPr>
          <p:nvPr/>
        </p:nvSpPr>
        <p:spPr bwMode="auto">
          <a:xfrm>
            <a:off x="6665913" y="479425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i="1"/>
              <a:t>Answer</a:t>
            </a:r>
          </a:p>
        </p:txBody>
      </p:sp>
      <p:sp>
        <p:nvSpPr>
          <p:cNvPr id="7475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400"/>
              <a:t>D). </a:t>
            </a:r>
          </a:p>
        </p:txBody>
      </p:sp>
      <p:sp>
        <p:nvSpPr>
          <p:cNvPr id="747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D6ACD63-D400-4710-ADF9-C189F24BB073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74757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9325" y="1668463"/>
            <a:ext cx="5349875" cy="3878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4758" name="Text Box 5"/>
          <p:cNvSpPr txBox="1">
            <a:spLocks noChangeArrowheads="1"/>
          </p:cNvSpPr>
          <p:nvPr/>
        </p:nvSpPr>
        <p:spPr bwMode="auto">
          <a:xfrm>
            <a:off x="2944813" y="1620838"/>
            <a:ext cx="354012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P</a:t>
            </a:r>
          </a:p>
        </p:txBody>
      </p:sp>
      <p:sp>
        <p:nvSpPr>
          <p:cNvPr id="74759" name="Text Box 6"/>
          <p:cNvSpPr txBox="1">
            <a:spLocks noChangeArrowheads="1"/>
          </p:cNvSpPr>
          <p:nvPr/>
        </p:nvSpPr>
        <p:spPr bwMode="auto">
          <a:xfrm>
            <a:off x="3876675" y="1871663"/>
            <a:ext cx="376238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2000"/>
              <a:t>Q</a:t>
            </a:r>
          </a:p>
        </p:txBody>
      </p:sp>
      <p:sp>
        <p:nvSpPr>
          <p:cNvPr id="74760" name="Text Box 7"/>
          <p:cNvSpPr txBox="1">
            <a:spLocks noChangeArrowheads="1"/>
          </p:cNvSpPr>
          <p:nvPr/>
        </p:nvSpPr>
        <p:spPr bwMode="auto">
          <a:xfrm>
            <a:off x="4775200" y="1716088"/>
            <a:ext cx="368300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9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223.6.9 Question 123.23.6</a:t>
            </a:r>
          </a:p>
        </p:txBody>
      </p:sp>
      <p:sp>
        <p:nvSpPr>
          <p:cNvPr id="7578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None/>
            </a:pPr>
            <a:r>
              <a:rPr lang="en-US" sz="2800" dirty="0"/>
              <a:t>A string is clamped at both ends and plucked so it vibrates in a standing mode between two extreme positions </a:t>
            </a:r>
            <a:r>
              <a:rPr lang="en-US" sz="2800" i="1" dirty="0"/>
              <a:t>a</a:t>
            </a:r>
            <a:r>
              <a:rPr lang="en-US" sz="2800" dirty="0"/>
              <a:t> and </a:t>
            </a:r>
            <a:r>
              <a:rPr lang="en-US" sz="2800" i="1" dirty="0"/>
              <a:t>b</a:t>
            </a:r>
            <a:r>
              <a:rPr lang="en-US" sz="2800" dirty="0"/>
              <a:t>. Let upward motion correspond to positive velocities. When the string is in position </a:t>
            </a:r>
            <a:r>
              <a:rPr lang="en-US" sz="2800" i="1" dirty="0"/>
              <a:t>b</a:t>
            </a:r>
            <a:r>
              <a:rPr lang="en-US" sz="2800" dirty="0"/>
              <a:t>, the instantaneous velocity of points along the string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 dirty="0"/>
              <a:t>is zero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 dirty="0"/>
              <a:t>is positive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 dirty="0"/>
              <a:t>is negative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 dirty="0"/>
              <a:t>depends on location </a:t>
            </a:r>
          </a:p>
        </p:txBody>
      </p:sp>
      <p:sp>
        <p:nvSpPr>
          <p:cNvPr id="757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FEA972B-8BE5-4637-ACF8-267861039C8F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75781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413250"/>
            <a:ext cx="3849688" cy="113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5782" name="Text Box 5"/>
          <p:cNvSpPr txBox="1">
            <a:spLocks noChangeArrowheads="1"/>
          </p:cNvSpPr>
          <p:nvPr/>
        </p:nvSpPr>
        <p:spPr bwMode="auto">
          <a:xfrm>
            <a:off x="6623050" y="5192713"/>
            <a:ext cx="339725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75783" name="Text Box 6"/>
          <p:cNvSpPr txBox="1">
            <a:spLocks noChangeArrowheads="1"/>
          </p:cNvSpPr>
          <p:nvPr/>
        </p:nvSpPr>
        <p:spPr bwMode="auto">
          <a:xfrm>
            <a:off x="6624638" y="434340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75784" name="Text Box 7"/>
          <p:cNvSpPr txBox="1">
            <a:spLocks noChangeArrowheads="1"/>
          </p:cNvSpPr>
          <p:nvPr/>
        </p:nvSpPr>
        <p:spPr bwMode="auto">
          <a:xfrm>
            <a:off x="6665913" y="479425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Answer</a:t>
            </a:r>
          </a:p>
        </p:txBody>
      </p:sp>
      <p:sp>
        <p:nvSpPr>
          <p:cNvPr id="7680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/>
              <a:t>A)</a:t>
            </a:r>
          </a:p>
        </p:txBody>
      </p:sp>
      <p:sp>
        <p:nvSpPr>
          <p:cNvPr id="7680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AB8F1EC-8F74-4AEA-9D7B-72E45AFFC889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680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81275" y="2293938"/>
            <a:ext cx="3978275" cy="299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6806" name="Text Box 5"/>
          <p:cNvSpPr txBox="1">
            <a:spLocks noChangeArrowheads="1"/>
          </p:cNvSpPr>
          <p:nvPr/>
        </p:nvSpPr>
        <p:spPr bwMode="auto">
          <a:xfrm>
            <a:off x="3089275" y="2738438"/>
            <a:ext cx="354013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P</a:t>
            </a:r>
          </a:p>
        </p:txBody>
      </p:sp>
      <p:sp>
        <p:nvSpPr>
          <p:cNvPr id="76807" name="Text Box 6"/>
          <p:cNvSpPr txBox="1">
            <a:spLocks noChangeArrowheads="1"/>
          </p:cNvSpPr>
          <p:nvPr/>
        </p:nvSpPr>
        <p:spPr bwMode="auto">
          <a:xfrm>
            <a:off x="3644900" y="2524125"/>
            <a:ext cx="376238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2000"/>
              <a:t>Q</a:t>
            </a:r>
          </a:p>
        </p:txBody>
      </p:sp>
      <p:sp>
        <p:nvSpPr>
          <p:cNvPr id="76808" name="Text Box 7"/>
          <p:cNvSpPr txBox="1">
            <a:spLocks noChangeArrowheads="1"/>
          </p:cNvSpPr>
          <p:nvPr/>
        </p:nvSpPr>
        <p:spPr bwMode="auto">
          <a:xfrm>
            <a:off x="4425950" y="2108200"/>
            <a:ext cx="368300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0" name="Straight Connector 129"/>
          <p:cNvCxnSpPr/>
          <p:nvPr/>
        </p:nvCxnSpPr>
        <p:spPr>
          <a:xfrm>
            <a:off x="1262063" y="5370513"/>
            <a:ext cx="7839075" cy="158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668" name="Rectangle 41"/>
          <p:cNvSpPr>
            <a:spLocks noChangeArrowheads="1"/>
          </p:cNvSpPr>
          <p:nvPr/>
        </p:nvSpPr>
        <p:spPr bwMode="auto">
          <a:xfrm>
            <a:off x="3012257" y="2250034"/>
            <a:ext cx="2323511" cy="695131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25669" name="Rectangle 41"/>
          <p:cNvSpPr>
            <a:spLocks noChangeArrowheads="1"/>
          </p:cNvSpPr>
          <p:nvPr/>
        </p:nvSpPr>
        <p:spPr bwMode="auto">
          <a:xfrm>
            <a:off x="4778896" y="2272795"/>
            <a:ext cx="2323511" cy="695131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25670" name="TextBox 242"/>
          <p:cNvSpPr txBox="1">
            <a:spLocks noChangeArrowheads="1"/>
          </p:cNvSpPr>
          <p:nvPr/>
        </p:nvSpPr>
        <p:spPr bwMode="auto">
          <a:xfrm>
            <a:off x="1326691" y="4766516"/>
            <a:ext cx="1537210" cy="30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Pressure Change</a:t>
            </a:r>
          </a:p>
        </p:txBody>
      </p:sp>
      <p:sp>
        <p:nvSpPr>
          <p:cNvPr id="625671" name="Rectangle 41"/>
          <p:cNvSpPr>
            <a:spLocks noChangeArrowheads="1"/>
          </p:cNvSpPr>
          <p:nvPr/>
        </p:nvSpPr>
        <p:spPr bwMode="auto">
          <a:xfrm>
            <a:off x="3497163" y="2291021"/>
            <a:ext cx="2789162" cy="695131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34" name="Rectangle 39"/>
          <p:cNvSpPr>
            <a:spLocks noChangeArrowheads="1"/>
          </p:cNvSpPr>
          <p:nvPr/>
        </p:nvSpPr>
        <p:spPr bwMode="auto">
          <a:xfrm>
            <a:off x="3074988" y="2286000"/>
            <a:ext cx="4032250" cy="669925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3002681" y="2189488"/>
            <a:ext cx="4075755" cy="860379"/>
            <a:chOff x="1098455" y="1454019"/>
            <a:chExt cx="7727044" cy="1028700"/>
          </a:xfrm>
        </p:grpSpPr>
        <p:sp>
          <p:nvSpPr>
            <p:cNvPr id="625851" name="Rectangle 43"/>
            <p:cNvSpPr>
              <a:spLocks noChangeArrowheads="1"/>
            </p:cNvSpPr>
            <p:nvPr/>
          </p:nvSpPr>
          <p:spPr bwMode="auto">
            <a:xfrm>
              <a:off x="1098455" y="2350456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25852" name="Rectangle 42"/>
            <p:cNvSpPr>
              <a:spLocks noChangeArrowheads="1"/>
            </p:cNvSpPr>
            <p:nvPr/>
          </p:nvSpPr>
          <p:spPr bwMode="auto">
            <a:xfrm>
              <a:off x="1098455" y="1454019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625674" name="TextBox 405"/>
          <p:cNvSpPr txBox="1">
            <a:spLocks noChangeArrowheads="1"/>
          </p:cNvSpPr>
          <p:nvPr/>
        </p:nvSpPr>
        <p:spPr bwMode="auto">
          <a:xfrm>
            <a:off x="1124233" y="2955455"/>
            <a:ext cx="1739668" cy="9234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r"/>
            <a:r>
              <a:rPr lang="en-US" dirty="0"/>
              <a:t>Displacement from Equilibrium</a:t>
            </a:r>
          </a:p>
        </p:txBody>
      </p:sp>
      <p:cxnSp>
        <p:nvCxnSpPr>
          <p:cNvPr id="181" name="Straight Arrow Connector 180"/>
          <p:cNvCxnSpPr/>
          <p:nvPr/>
        </p:nvCxnSpPr>
        <p:spPr bwMode="auto">
          <a:xfrm rot="10800000" flipH="1">
            <a:off x="3106738" y="1785937"/>
            <a:ext cx="3943350" cy="1588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676" name="TextBox 181"/>
          <p:cNvSpPr txBox="1">
            <a:spLocks noChangeArrowheads="1"/>
          </p:cNvSpPr>
          <p:nvPr/>
        </p:nvSpPr>
        <p:spPr bwMode="auto">
          <a:xfrm>
            <a:off x="4860467" y="1219200"/>
            <a:ext cx="374517" cy="4890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3200" dirty="0"/>
              <a:t>L</a:t>
            </a:r>
          </a:p>
        </p:txBody>
      </p:sp>
      <p:pic>
        <p:nvPicPr>
          <p:cNvPr id="62567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17246" y="3480864"/>
            <a:ext cx="4032549" cy="8139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211" name="Straight Connector 210"/>
          <p:cNvCxnSpPr>
            <a:cxnSpLocks/>
          </p:cNvCxnSpPr>
          <p:nvPr/>
        </p:nvCxnSpPr>
        <p:spPr bwMode="auto">
          <a:xfrm>
            <a:off x="3025787" y="3178175"/>
            <a:ext cx="22213" cy="144780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197"/>
          <p:cNvGrpSpPr>
            <a:grpSpLocks/>
          </p:cNvGrpSpPr>
          <p:nvPr/>
        </p:nvGrpSpPr>
        <p:grpSpPr bwMode="auto">
          <a:xfrm>
            <a:off x="3090678" y="5045879"/>
            <a:ext cx="3843522" cy="649267"/>
            <a:chOff x="2538413" y="4981575"/>
            <a:chExt cx="4357687" cy="776287"/>
          </a:xfrm>
        </p:grpSpPr>
        <p:sp>
          <p:nvSpPr>
            <p:cNvPr id="38921" name="Line 9"/>
            <p:cNvSpPr>
              <a:spLocks noChangeShapeType="1"/>
            </p:cNvSpPr>
            <p:nvPr/>
          </p:nvSpPr>
          <p:spPr bwMode="auto">
            <a:xfrm flipV="1">
              <a:off x="2538854" y="5356067"/>
              <a:ext cx="43197" cy="1328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22" name="Line 10"/>
            <p:cNvSpPr>
              <a:spLocks noChangeShapeType="1"/>
            </p:cNvSpPr>
            <p:nvPr/>
          </p:nvSpPr>
          <p:spPr bwMode="auto">
            <a:xfrm flipV="1">
              <a:off x="2582051" y="5346578"/>
              <a:ext cx="44997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23" name="Line 11"/>
            <p:cNvSpPr>
              <a:spLocks noChangeShapeType="1"/>
            </p:cNvSpPr>
            <p:nvPr/>
          </p:nvSpPr>
          <p:spPr bwMode="auto">
            <a:xfrm flipV="1">
              <a:off x="2627048" y="5333290"/>
              <a:ext cx="43197" cy="1328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24" name="Line 12"/>
            <p:cNvSpPr>
              <a:spLocks noChangeShapeType="1"/>
            </p:cNvSpPr>
            <p:nvPr/>
          </p:nvSpPr>
          <p:spPr bwMode="auto">
            <a:xfrm flipV="1">
              <a:off x="2670245" y="5320005"/>
              <a:ext cx="43197" cy="1328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25" name="Line 13"/>
            <p:cNvSpPr>
              <a:spLocks noChangeShapeType="1"/>
            </p:cNvSpPr>
            <p:nvPr/>
          </p:nvSpPr>
          <p:spPr bwMode="auto">
            <a:xfrm flipV="1">
              <a:off x="2713442" y="5306717"/>
              <a:ext cx="44996" cy="1328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26" name="Line 14"/>
            <p:cNvSpPr>
              <a:spLocks noChangeShapeType="1"/>
            </p:cNvSpPr>
            <p:nvPr/>
          </p:nvSpPr>
          <p:spPr bwMode="auto">
            <a:xfrm flipV="1">
              <a:off x="2758438" y="5297228"/>
              <a:ext cx="43197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27" name="Line 15"/>
            <p:cNvSpPr>
              <a:spLocks noChangeShapeType="1"/>
            </p:cNvSpPr>
            <p:nvPr/>
          </p:nvSpPr>
          <p:spPr bwMode="auto">
            <a:xfrm flipV="1">
              <a:off x="2801635" y="5283941"/>
              <a:ext cx="44997" cy="1328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28" name="Line 16"/>
            <p:cNvSpPr>
              <a:spLocks noChangeShapeType="1"/>
            </p:cNvSpPr>
            <p:nvPr/>
          </p:nvSpPr>
          <p:spPr bwMode="auto">
            <a:xfrm flipV="1">
              <a:off x="2846632" y="5272552"/>
              <a:ext cx="431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29" name="Line 17"/>
            <p:cNvSpPr>
              <a:spLocks noChangeShapeType="1"/>
            </p:cNvSpPr>
            <p:nvPr/>
          </p:nvSpPr>
          <p:spPr bwMode="auto">
            <a:xfrm flipV="1">
              <a:off x="2889829" y="5259266"/>
              <a:ext cx="44996" cy="1328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30" name="Line 18"/>
            <p:cNvSpPr>
              <a:spLocks noChangeShapeType="1"/>
            </p:cNvSpPr>
            <p:nvPr/>
          </p:nvSpPr>
          <p:spPr bwMode="auto">
            <a:xfrm flipV="1">
              <a:off x="2934825" y="5249775"/>
              <a:ext cx="431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31" name="Line 19"/>
            <p:cNvSpPr>
              <a:spLocks noChangeShapeType="1"/>
            </p:cNvSpPr>
            <p:nvPr/>
          </p:nvSpPr>
          <p:spPr bwMode="auto">
            <a:xfrm flipV="1">
              <a:off x="2978022" y="5236489"/>
              <a:ext cx="44997" cy="1328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32" name="Line 20"/>
            <p:cNvSpPr>
              <a:spLocks noChangeShapeType="1"/>
            </p:cNvSpPr>
            <p:nvPr/>
          </p:nvSpPr>
          <p:spPr bwMode="auto">
            <a:xfrm flipV="1">
              <a:off x="3023019" y="5225101"/>
              <a:ext cx="431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33" name="Line 21"/>
            <p:cNvSpPr>
              <a:spLocks noChangeShapeType="1"/>
            </p:cNvSpPr>
            <p:nvPr/>
          </p:nvSpPr>
          <p:spPr bwMode="auto">
            <a:xfrm flipV="1">
              <a:off x="3066216" y="5213713"/>
              <a:ext cx="44996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34" name="Line 22"/>
            <p:cNvSpPr>
              <a:spLocks noChangeShapeType="1"/>
            </p:cNvSpPr>
            <p:nvPr/>
          </p:nvSpPr>
          <p:spPr bwMode="auto">
            <a:xfrm flipV="1">
              <a:off x="3111212" y="5202324"/>
              <a:ext cx="431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35" name="Line 23"/>
            <p:cNvSpPr>
              <a:spLocks noChangeShapeType="1"/>
            </p:cNvSpPr>
            <p:nvPr/>
          </p:nvSpPr>
          <p:spPr bwMode="auto">
            <a:xfrm flipV="1">
              <a:off x="3154409" y="5190936"/>
              <a:ext cx="431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36" name="Line 24"/>
            <p:cNvSpPr>
              <a:spLocks noChangeShapeType="1"/>
            </p:cNvSpPr>
            <p:nvPr/>
          </p:nvSpPr>
          <p:spPr bwMode="auto">
            <a:xfrm flipV="1">
              <a:off x="3197605" y="5181445"/>
              <a:ext cx="449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37" name="Line 25"/>
            <p:cNvSpPr>
              <a:spLocks noChangeShapeType="1"/>
            </p:cNvSpPr>
            <p:nvPr/>
          </p:nvSpPr>
          <p:spPr bwMode="auto">
            <a:xfrm flipV="1">
              <a:off x="3242603" y="5170056"/>
              <a:ext cx="431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38" name="Line 26"/>
            <p:cNvSpPr>
              <a:spLocks noChangeShapeType="1"/>
            </p:cNvSpPr>
            <p:nvPr/>
          </p:nvSpPr>
          <p:spPr bwMode="auto">
            <a:xfrm flipV="1">
              <a:off x="3285799" y="5160566"/>
              <a:ext cx="44996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39" name="Line 27"/>
            <p:cNvSpPr>
              <a:spLocks noChangeShapeType="1"/>
            </p:cNvSpPr>
            <p:nvPr/>
          </p:nvSpPr>
          <p:spPr bwMode="auto">
            <a:xfrm flipV="1">
              <a:off x="3330795" y="5149178"/>
              <a:ext cx="431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40" name="Line 28"/>
            <p:cNvSpPr>
              <a:spLocks noChangeShapeType="1"/>
            </p:cNvSpPr>
            <p:nvPr/>
          </p:nvSpPr>
          <p:spPr bwMode="auto">
            <a:xfrm flipV="1">
              <a:off x="3373992" y="5139687"/>
              <a:ext cx="449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41" name="Line 29"/>
            <p:cNvSpPr>
              <a:spLocks noChangeShapeType="1"/>
            </p:cNvSpPr>
            <p:nvPr/>
          </p:nvSpPr>
          <p:spPr bwMode="auto">
            <a:xfrm flipV="1">
              <a:off x="3418990" y="5130197"/>
              <a:ext cx="43197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42" name="Line 30"/>
            <p:cNvSpPr>
              <a:spLocks noChangeShapeType="1"/>
            </p:cNvSpPr>
            <p:nvPr/>
          </p:nvSpPr>
          <p:spPr bwMode="auto">
            <a:xfrm flipV="1">
              <a:off x="3462186" y="5120706"/>
              <a:ext cx="44996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43" name="Line 31"/>
            <p:cNvSpPr>
              <a:spLocks noChangeShapeType="1"/>
            </p:cNvSpPr>
            <p:nvPr/>
          </p:nvSpPr>
          <p:spPr bwMode="auto">
            <a:xfrm flipV="1">
              <a:off x="3507182" y="5111217"/>
              <a:ext cx="43197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44" name="Line 32"/>
            <p:cNvSpPr>
              <a:spLocks noChangeShapeType="1"/>
            </p:cNvSpPr>
            <p:nvPr/>
          </p:nvSpPr>
          <p:spPr bwMode="auto">
            <a:xfrm flipV="1">
              <a:off x="3550379" y="5101726"/>
              <a:ext cx="449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45" name="Line 33"/>
            <p:cNvSpPr>
              <a:spLocks noChangeShapeType="1"/>
            </p:cNvSpPr>
            <p:nvPr/>
          </p:nvSpPr>
          <p:spPr bwMode="auto">
            <a:xfrm flipV="1">
              <a:off x="3595376" y="5094133"/>
              <a:ext cx="43197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46" name="Line 34"/>
            <p:cNvSpPr>
              <a:spLocks noChangeShapeType="1"/>
            </p:cNvSpPr>
            <p:nvPr/>
          </p:nvSpPr>
          <p:spPr bwMode="auto">
            <a:xfrm flipV="1">
              <a:off x="3638573" y="5084644"/>
              <a:ext cx="44996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47" name="Line 35"/>
            <p:cNvSpPr>
              <a:spLocks noChangeShapeType="1"/>
            </p:cNvSpPr>
            <p:nvPr/>
          </p:nvSpPr>
          <p:spPr bwMode="auto">
            <a:xfrm flipV="1">
              <a:off x="3683569" y="5075153"/>
              <a:ext cx="431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48" name="Line 36"/>
            <p:cNvSpPr>
              <a:spLocks noChangeShapeType="1"/>
            </p:cNvSpPr>
            <p:nvPr/>
          </p:nvSpPr>
          <p:spPr bwMode="auto">
            <a:xfrm flipV="1">
              <a:off x="3726766" y="5067560"/>
              <a:ext cx="43197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49" name="Line 37"/>
            <p:cNvSpPr>
              <a:spLocks noChangeShapeType="1"/>
            </p:cNvSpPr>
            <p:nvPr/>
          </p:nvSpPr>
          <p:spPr bwMode="auto">
            <a:xfrm flipV="1">
              <a:off x="3769963" y="5059968"/>
              <a:ext cx="44997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50" name="Line 38"/>
            <p:cNvSpPr>
              <a:spLocks noChangeShapeType="1"/>
            </p:cNvSpPr>
            <p:nvPr/>
          </p:nvSpPr>
          <p:spPr bwMode="auto">
            <a:xfrm flipV="1">
              <a:off x="3814960" y="5054274"/>
              <a:ext cx="43197" cy="5694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51" name="Line 39"/>
            <p:cNvSpPr>
              <a:spLocks noChangeShapeType="1"/>
            </p:cNvSpPr>
            <p:nvPr/>
          </p:nvSpPr>
          <p:spPr bwMode="auto">
            <a:xfrm flipV="1">
              <a:off x="3858157" y="5044783"/>
              <a:ext cx="44996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52" name="Line 40"/>
            <p:cNvSpPr>
              <a:spLocks noChangeShapeType="1"/>
            </p:cNvSpPr>
            <p:nvPr/>
          </p:nvSpPr>
          <p:spPr bwMode="auto">
            <a:xfrm flipV="1">
              <a:off x="3903153" y="5039090"/>
              <a:ext cx="43197" cy="5694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53" name="Line 41"/>
            <p:cNvSpPr>
              <a:spLocks noChangeShapeType="1"/>
            </p:cNvSpPr>
            <p:nvPr/>
          </p:nvSpPr>
          <p:spPr bwMode="auto">
            <a:xfrm flipV="1">
              <a:off x="3946350" y="5033395"/>
              <a:ext cx="44997" cy="5695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54" name="Line 42"/>
            <p:cNvSpPr>
              <a:spLocks noChangeShapeType="1"/>
            </p:cNvSpPr>
            <p:nvPr/>
          </p:nvSpPr>
          <p:spPr bwMode="auto">
            <a:xfrm flipV="1">
              <a:off x="3991347" y="5025803"/>
              <a:ext cx="43197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55" name="Line 43"/>
            <p:cNvSpPr>
              <a:spLocks noChangeShapeType="1"/>
            </p:cNvSpPr>
            <p:nvPr/>
          </p:nvSpPr>
          <p:spPr bwMode="auto">
            <a:xfrm flipV="1">
              <a:off x="4034544" y="5022007"/>
              <a:ext cx="44996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56" name="Line 44"/>
            <p:cNvSpPr>
              <a:spLocks noChangeShapeType="1"/>
            </p:cNvSpPr>
            <p:nvPr/>
          </p:nvSpPr>
          <p:spPr bwMode="auto">
            <a:xfrm flipV="1">
              <a:off x="4079540" y="5016313"/>
              <a:ext cx="43197" cy="5694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57" name="Line 45"/>
            <p:cNvSpPr>
              <a:spLocks noChangeShapeType="1"/>
            </p:cNvSpPr>
            <p:nvPr/>
          </p:nvSpPr>
          <p:spPr bwMode="auto">
            <a:xfrm flipV="1">
              <a:off x="4122737" y="5012517"/>
              <a:ext cx="44997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58" name="Line 46"/>
            <p:cNvSpPr>
              <a:spLocks noChangeShapeType="1"/>
            </p:cNvSpPr>
            <p:nvPr/>
          </p:nvSpPr>
          <p:spPr bwMode="auto">
            <a:xfrm flipV="1">
              <a:off x="4167734" y="5006822"/>
              <a:ext cx="43197" cy="5695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59" name="Line 47"/>
            <p:cNvSpPr>
              <a:spLocks noChangeShapeType="1"/>
            </p:cNvSpPr>
            <p:nvPr/>
          </p:nvSpPr>
          <p:spPr bwMode="auto">
            <a:xfrm flipV="1">
              <a:off x="4210931" y="5003026"/>
              <a:ext cx="43197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60" name="Line 48"/>
            <p:cNvSpPr>
              <a:spLocks noChangeShapeType="1"/>
            </p:cNvSpPr>
            <p:nvPr/>
          </p:nvSpPr>
          <p:spPr bwMode="auto">
            <a:xfrm flipV="1">
              <a:off x="4254128" y="4999230"/>
              <a:ext cx="44996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61" name="Line 49"/>
            <p:cNvSpPr>
              <a:spLocks noChangeShapeType="1"/>
            </p:cNvSpPr>
            <p:nvPr/>
          </p:nvSpPr>
          <p:spPr bwMode="auto">
            <a:xfrm flipV="1">
              <a:off x="4299124" y="4995434"/>
              <a:ext cx="43197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62" name="Line 50"/>
            <p:cNvSpPr>
              <a:spLocks noChangeShapeType="1"/>
            </p:cNvSpPr>
            <p:nvPr/>
          </p:nvSpPr>
          <p:spPr bwMode="auto">
            <a:xfrm flipV="1">
              <a:off x="4342321" y="4991637"/>
              <a:ext cx="44997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63" name="Line 51"/>
            <p:cNvSpPr>
              <a:spLocks noChangeShapeType="1"/>
            </p:cNvSpPr>
            <p:nvPr/>
          </p:nvSpPr>
          <p:spPr bwMode="auto">
            <a:xfrm flipV="1">
              <a:off x="4387318" y="4989740"/>
              <a:ext cx="431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64" name="Line 52"/>
            <p:cNvSpPr>
              <a:spLocks noChangeShapeType="1"/>
            </p:cNvSpPr>
            <p:nvPr/>
          </p:nvSpPr>
          <p:spPr bwMode="auto">
            <a:xfrm flipV="1">
              <a:off x="4430515" y="4987841"/>
              <a:ext cx="44996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65" name="Line 53"/>
            <p:cNvSpPr>
              <a:spLocks noChangeShapeType="1"/>
            </p:cNvSpPr>
            <p:nvPr/>
          </p:nvSpPr>
          <p:spPr bwMode="auto">
            <a:xfrm flipV="1">
              <a:off x="4475511" y="4985944"/>
              <a:ext cx="431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66" name="Line 54"/>
            <p:cNvSpPr>
              <a:spLocks noChangeShapeType="1"/>
            </p:cNvSpPr>
            <p:nvPr/>
          </p:nvSpPr>
          <p:spPr bwMode="auto">
            <a:xfrm flipV="1">
              <a:off x="4518708" y="4984045"/>
              <a:ext cx="44997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67" name="Line 55"/>
            <p:cNvSpPr>
              <a:spLocks noChangeShapeType="1"/>
            </p:cNvSpPr>
            <p:nvPr/>
          </p:nvSpPr>
          <p:spPr bwMode="auto">
            <a:xfrm flipV="1">
              <a:off x="4563705" y="4982148"/>
              <a:ext cx="431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68" name="Line 56"/>
            <p:cNvSpPr>
              <a:spLocks noChangeShapeType="1"/>
            </p:cNvSpPr>
            <p:nvPr/>
          </p:nvSpPr>
          <p:spPr bwMode="auto">
            <a:xfrm flipV="1">
              <a:off x="4606902" y="4982148"/>
              <a:ext cx="44996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69" name="Line 57"/>
            <p:cNvSpPr>
              <a:spLocks noChangeShapeType="1"/>
            </p:cNvSpPr>
            <p:nvPr/>
          </p:nvSpPr>
          <p:spPr bwMode="auto">
            <a:xfrm flipV="1">
              <a:off x="4651898" y="4982148"/>
              <a:ext cx="431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70" name="Line 58"/>
            <p:cNvSpPr>
              <a:spLocks noChangeShapeType="1"/>
            </p:cNvSpPr>
            <p:nvPr/>
          </p:nvSpPr>
          <p:spPr bwMode="auto">
            <a:xfrm>
              <a:off x="4695095" y="4982148"/>
              <a:ext cx="431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71" name="Line 59"/>
            <p:cNvSpPr>
              <a:spLocks noChangeShapeType="1"/>
            </p:cNvSpPr>
            <p:nvPr/>
          </p:nvSpPr>
          <p:spPr bwMode="auto">
            <a:xfrm>
              <a:off x="4738291" y="4982148"/>
              <a:ext cx="449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72" name="Line 60"/>
            <p:cNvSpPr>
              <a:spLocks noChangeShapeType="1"/>
            </p:cNvSpPr>
            <p:nvPr/>
          </p:nvSpPr>
          <p:spPr bwMode="auto">
            <a:xfrm>
              <a:off x="4783289" y="4982148"/>
              <a:ext cx="431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73" name="Line 61"/>
            <p:cNvSpPr>
              <a:spLocks noChangeShapeType="1"/>
            </p:cNvSpPr>
            <p:nvPr/>
          </p:nvSpPr>
          <p:spPr bwMode="auto">
            <a:xfrm>
              <a:off x="4826485" y="4982148"/>
              <a:ext cx="44996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74" name="Line 62"/>
            <p:cNvSpPr>
              <a:spLocks noChangeShapeType="1"/>
            </p:cNvSpPr>
            <p:nvPr/>
          </p:nvSpPr>
          <p:spPr bwMode="auto">
            <a:xfrm>
              <a:off x="4871482" y="4984045"/>
              <a:ext cx="43197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75" name="Line 63"/>
            <p:cNvSpPr>
              <a:spLocks noChangeShapeType="1"/>
            </p:cNvSpPr>
            <p:nvPr/>
          </p:nvSpPr>
          <p:spPr bwMode="auto">
            <a:xfrm>
              <a:off x="4914678" y="4985944"/>
              <a:ext cx="449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76" name="Line 64"/>
            <p:cNvSpPr>
              <a:spLocks noChangeShapeType="1"/>
            </p:cNvSpPr>
            <p:nvPr/>
          </p:nvSpPr>
          <p:spPr bwMode="auto">
            <a:xfrm>
              <a:off x="4959676" y="4987841"/>
              <a:ext cx="43197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77" name="Line 65"/>
            <p:cNvSpPr>
              <a:spLocks noChangeShapeType="1"/>
            </p:cNvSpPr>
            <p:nvPr/>
          </p:nvSpPr>
          <p:spPr bwMode="auto">
            <a:xfrm>
              <a:off x="5002872" y="4989740"/>
              <a:ext cx="44996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78" name="Line 66"/>
            <p:cNvSpPr>
              <a:spLocks noChangeShapeType="1"/>
            </p:cNvSpPr>
            <p:nvPr/>
          </p:nvSpPr>
          <p:spPr bwMode="auto">
            <a:xfrm>
              <a:off x="5047869" y="4991637"/>
              <a:ext cx="43197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79" name="Line 67"/>
            <p:cNvSpPr>
              <a:spLocks noChangeShapeType="1"/>
            </p:cNvSpPr>
            <p:nvPr/>
          </p:nvSpPr>
          <p:spPr bwMode="auto">
            <a:xfrm>
              <a:off x="5091065" y="4995434"/>
              <a:ext cx="44997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80" name="Line 68"/>
            <p:cNvSpPr>
              <a:spLocks noChangeShapeType="1"/>
            </p:cNvSpPr>
            <p:nvPr/>
          </p:nvSpPr>
          <p:spPr bwMode="auto">
            <a:xfrm>
              <a:off x="5136063" y="4999230"/>
              <a:ext cx="43197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81" name="Line 69"/>
            <p:cNvSpPr>
              <a:spLocks noChangeShapeType="1"/>
            </p:cNvSpPr>
            <p:nvPr/>
          </p:nvSpPr>
          <p:spPr bwMode="auto">
            <a:xfrm>
              <a:off x="5179259" y="5003026"/>
              <a:ext cx="43197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82" name="Line 70"/>
            <p:cNvSpPr>
              <a:spLocks noChangeShapeType="1"/>
            </p:cNvSpPr>
            <p:nvPr/>
          </p:nvSpPr>
          <p:spPr bwMode="auto">
            <a:xfrm>
              <a:off x="5222456" y="5006822"/>
              <a:ext cx="44996" cy="5695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83" name="Line 71"/>
            <p:cNvSpPr>
              <a:spLocks noChangeShapeType="1"/>
            </p:cNvSpPr>
            <p:nvPr/>
          </p:nvSpPr>
          <p:spPr bwMode="auto">
            <a:xfrm>
              <a:off x="5267452" y="5012517"/>
              <a:ext cx="44997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84" name="Line 72"/>
            <p:cNvSpPr>
              <a:spLocks noChangeShapeType="1"/>
            </p:cNvSpPr>
            <p:nvPr/>
          </p:nvSpPr>
          <p:spPr bwMode="auto">
            <a:xfrm>
              <a:off x="5312450" y="5016313"/>
              <a:ext cx="43197" cy="5694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85" name="Line 73"/>
            <p:cNvSpPr>
              <a:spLocks noChangeShapeType="1"/>
            </p:cNvSpPr>
            <p:nvPr/>
          </p:nvSpPr>
          <p:spPr bwMode="auto">
            <a:xfrm>
              <a:off x="5355646" y="5022007"/>
              <a:ext cx="43197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86" name="Line 74"/>
            <p:cNvSpPr>
              <a:spLocks noChangeShapeType="1"/>
            </p:cNvSpPr>
            <p:nvPr/>
          </p:nvSpPr>
          <p:spPr bwMode="auto">
            <a:xfrm>
              <a:off x="5398843" y="5025803"/>
              <a:ext cx="44996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87" name="Line 75"/>
            <p:cNvSpPr>
              <a:spLocks noChangeShapeType="1"/>
            </p:cNvSpPr>
            <p:nvPr/>
          </p:nvSpPr>
          <p:spPr bwMode="auto">
            <a:xfrm>
              <a:off x="5443839" y="5033395"/>
              <a:ext cx="43197" cy="5695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88" name="Line 76"/>
            <p:cNvSpPr>
              <a:spLocks noChangeShapeType="1"/>
            </p:cNvSpPr>
            <p:nvPr/>
          </p:nvSpPr>
          <p:spPr bwMode="auto">
            <a:xfrm>
              <a:off x="5487036" y="5039090"/>
              <a:ext cx="44997" cy="5694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89" name="Line 77"/>
            <p:cNvSpPr>
              <a:spLocks noChangeShapeType="1"/>
            </p:cNvSpPr>
            <p:nvPr/>
          </p:nvSpPr>
          <p:spPr bwMode="auto">
            <a:xfrm>
              <a:off x="5532033" y="5044783"/>
              <a:ext cx="431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90" name="Line 78"/>
            <p:cNvSpPr>
              <a:spLocks noChangeShapeType="1"/>
            </p:cNvSpPr>
            <p:nvPr/>
          </p:nvSpPr>
          <p:spPr bwMode="auto">
            <a:xfrm>
              <a:off x="5575230" y="5054274"/>
              <a:ext cx="44996" cy="5694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91" name="Line 79"/>
            <p:cNvSpPr>
              <a:spLocks noChangeShapeType="1"/>
            </p:cNvSpPr>
            <p:nvPr/>
          </p:nvSpPr>
          <p:spPr bwMode="auto">
            <a:xfrm>
              <a:off x="5620226" y="5059968"/>
              <a:ext cx="43197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92" name="Line 80"/>
            <p:cNvSpPr>
              <a:spLocks noChangeShapeType="1"/>
            </p:cNvSpPr>
            <p:nvPr/>
          </p:nvSpPr>
          <p:spPr bwMode="auto">
            <a:xfrm>
              <a:off x="5663423" y="5067560"/>
              <a:ext cx="43197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93" name="Line 81"/>
            <p:cNvSpPr>
              <a:spLocks noChangeShapeType="1"/>
            </p:cNvSpPr>
            <p:nvPr/>
          </p:nvSpPr>
          <p:spPr bwMode="auto">
            <a:xfrm>
              <a:off x="5706620" y="5075153"/>
              <a:ext cx="449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94" name="Line 82"/>
            <p:cNvSpPr>
              <a:spLocks noChangeShapeType="1"/>
            </p:cNvSpPr>
            <p:nvPr/>
          </p:nvSpPr>
          <p:spPr bwMode="auto">
            <a:xfrm>
              <a:off x="5751617" y="5084644"/>
              <a:ext cx="44996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95" name="Line 83"/>
            <p:cNvSpPr>
              <a:spLocks noChangeShapeType="1"/>
            </p:cNvSpPr>
            <p:nvPr/>
          </p:nvSpPr>
          <p:spPr bwMode="auto">
            <a:xfrm>
              <a:off x="5796613" y="5094133"/>
              <a:ext cx="43197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96" name="Line 84"/>
            <p:cNvSpPr>
              <a:spLocks noChangeShapeType="1"/>
            </p:cNvSpPr>
            <p:nvPr/>
          </p:nvSpPr>
          <p:spPr bwMode="auto">
            <a:xfrm>
              <a:off x="5839810" y="5101726"/>
              <a:ext cx="431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97" name="Line 85"/>
            <p:cNvSpPr>
              <a:spLocks noChangeShapeType="1"/>
            </p:cNvSpPr>
            <p:nvPr/>
          </p:nvSpPr>
          <p:spPr bwMode="auto">
            <a:xfrm>
              <a:off x="5883007" y="5111217"/>
              <a:ext cx="44997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98" name="Line 86"/>
            <p:cNvSpPr>
              <a:spLocks noChangeShapeType="1"/>
            </p:cNvSpPr>
            <p:nvPr/>
          </p:nvSpPr>
          <p:spPr bwMode="auto">
            <a:xfrm>
              <a:off x="5928004" y="5120706"/>
              <a:ext cx="431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8999" name="Line 87"/>
            <p:cNvSpPr>
              <a:spLocks noChangeShapeType="1"/>
            </p:cNvSpPr>
            <p:nvPr/>
          </p:nvSpPr>
          <p:spPr bwMode="auto">
            <a:xfrm>
              <a:off x="5971201" y="5130197"/>
              <a:ext cx="44996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00" name="Line 88"/>
            <p:cNvSpPr>
              <a:spLocks noChangeShapeType="1"/>
            </p:cNvSpPr>
            <p:nvPr/>
          </p:nvSpPr>
          <p:spPr bwMode="auto">
            <a:xfrm>
              <a:off x="6016197" y="5139687"/>
              <a:ext cx="431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01" name="Line 89"/>
            <p:cNvSpPr>
              <a:spLocks noChangeShapeType="1"/>
            </p:cNvSpPr>
            <p:nvPr/>
          </p:nvSpPr>
          <p:spPr bwMode="auto">
            <a:xfrm>
              <a:off x="6059394" y="5149178"/>
              <a:ext cx="449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02" name="Line 90"/>
            <p:cNvSpPr>
              <a:spLocks noChangeShapeType="1"/>
            </p:cNvSpPr>
            <p:nvPr/>
          </p:nvSpPr>
          <p:spPr bwMode="auto">
            <a:xfrm>
              <a:off x="6104391" y="5160566"/>
              <a:ext cx="43197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03" name="Line 91"/>
            <p:cNvSpPr>
              <a:spLocks noChangeShapeType="1"/>
            </p:cNvSpPr>
            <p:nvPr/>
          </p:nvSpPr>
          <p:spPr bwMode="auto">
            <a:xfrm>
              <a:off x="6147588" y="5170056"/>
              <a:ext cx="431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04" name="Line 92"/>
            <p:cNvSpPr>
              <a:spLocks noChangeShapeType="1"/>
            </p:cNvSpPr>
            <p:nvPr/>
          </p:nvSpPr>
          <p:spPr bwMode="auto">
            <a:xfrm>
              <a:off x="6190785" y="5181445"/>
              <a:ext cx="44996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05" name="Line 93"/>
            <p:cNvSpPr>
              <a:spLocks noChangeShapeType="1"/>
            </p:cNvSpPr>
            <p:nvPr/>
          </p:nvSpPr>
          <p:spPr bwMode="auto">
            <a:xfrm>
              <a:off x="6235781" y="5190936"/>
              <a:ext cx="449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06" name="Line 94"/>
            <p:cNvSpPr>
              <a:spLocks noChangeShapeType="1"/>
            </p:cNvSpPr>
            <p:nvPr/>
          </p:nvSpPr>
          <p:spPr bwMode="auto">
            <a:xfrm>
              <a:off x="6280778" y="5202324"/>
              <a:ext cx="431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07" name="Line 95"/>
            <p:cNvSpPr>
              <a:spLocks noChangeShapeType="1"/>
            </p:cNvSpPr>
            <p:nvPr/>
          </p:nvSpPr>
          <p:spPr bwMode="auto">
            <a:xfrm>
              <a:off x="6323975" y="5213713"/>
              <a:ext cx="431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08" name="Line 96"/>
            <p:cNvSpPr>
              <a:spLocks noChangeShapeType="1"/>
            </p:cNvSpPr>
            <p:nvPr/>
          </p:nvSpPr>
          <p:spPr bwMode="auto">
            <a:xfrm>
              <a:off x="6367172" y="5225101"/>
              <a:ext cx="44996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09" name="Line 97"/>
            <p:cNvSpPr>
              <a:spLocks noChangeShapeType="1"/>
            </p:cNvSpPr>
            <p:nvPr/>
          </p:nvSpPr>
          <p:spPr bwMode="auto">
            <a:xfrm>
              <a:off x="6412168" y="5236489"/>
              <a:ext cx="44997" cy="1328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10" name="Line 98"/>
            <p:cNvSpPr>
              <a:spLocks noChangeShapeType="1"/>
            </p:cNvSpPr>
            <p:nvPr/>
          </p:nvSpPr>
          <p:spPr bwMode="auto">
            <a:xfrm>
              <a:off x="6457165" y="5249775"/>
              <a:ext cx="431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11" name="Line 99"/>
            <p:cNvSpPr>
              <a:spLocks noChangeShapeType="1"/>
            </p:cNvSpPr>
            <p:nvPr/>
          </p:nvSpPr>
          <p:spPr bwMode="auto">
            <a:xfrm>
              <a:off x="6500362" y="5259266"/>
              <a:ext cx="43197" cy="1328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12" name="Line 100"/>
            <p:cNvSpPr>
              <a:spLocks noChangeShapeType="1"/>
            </p:cNvSpPr>
            <p:nvPr/>
          </p:nvSpPr>
          <p:spPr bwMode="auto">
            <a:xfrm>
              <a:off x="6543559" y="5272552"/>
              <a:ext cx="44996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13" name="Line 101"/>
            <p:cNvSpPr>
              <a:spLocks noChangeShapeType="1"/>
            </p:cNvSpPr>
            <p:nvPr/>
          </p:nvSpPr>
          <p:spPr bwMode="auto">
            <a:xfrm>
              <a:off x="6588555" y="5283941"/>
              <a:ext cx="43197" cy="1328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14" name="Line 102"/>
            <p:cNvSpPr>
              <a:spLocks noChangeShapeType="1"/>
            </p:cNvSpPr>
            <p:nvPr/>
          </p:nvSpPr>
          <p:spPr bwMode="auto">
            <a:xfrm>
              <a:off x="6631751" y="5297228"/>
              <a:ext cx="43197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15" name="Line 103"/>
            <p:cNvSpPr>
              <a:spLocks noChangeShapeType="1"/>
            </p:cNvSpPr>
            <p:nvPr/>
          </p:nvSpPr>
          <p:spPr bwMode="auto">
            <a:xfrm>
              <a:off x="6674948" y="5306717"/>
              <a:ext cx="44997" cy="1328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16" name="Line 104"/>
            <p:cNvSpPr>
              <a:spLocks noChangeShapeType="1"/>
            </p:cNvSpPr>
            <p:nvPr/>
          </p:nvSpPr>
          <p:spPr bwMode="auto">
            <a:xfrm>
              <a:off x="6719945" y="5320005"/>
              <a:ext cx="44996" cy="1328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17" name="Line 105"/>
            <p:cNvSpPr>
              <a:spLocks noChangeShapeType="1"/>
            </p:cNvSpPr>
            <p:nvPr/>
          </p:nvSpPr>
          <p:spPr bwMode="auto">
            <a:xfrm>
              <a:off x="6764942" y="5333290"/>
              <a:ext cx="43197" cy="1328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18" name="Line 106"/>
            <p:cNvSpPr>
              <a:spLocks noChangeShapeType="1"/>
            </p:cNvSpPr>
            <p:nvPr/>
          </p:nvSpPr>
          <p:spPr bwMode="auto">
            <a:xfrm>
              <a:off x="6808138" y="5346578"/>
              <a:ext cx="43197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19" name="Line 107"/>
            <p:cNvSpPr>
              <a:spLocks noChangeShapeType="1"/>
            </p:cNvSpPr>
            <p:nvPr/>
          </p:nvSpPr>
          <p:spPr bwMode="auto">
            <a:xfrm>
              <a:off x="6851335" y="5356067"/>
              <a:ext cx="44997" cy="1328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20" name="Line 108"/>
            <p:cNvSpPr>
              <a:spLocks noChangeShapeType="1"/>
            </p:cNvSpPr>
            <p:nvPr/>
          </p:nvSpPr>
          <p:spPr bwMode="auto">
            <a:xfrm>
              <a:off x="2538854" y="5369354"/>
              <a:ext cx="43197" cy="1328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21" name="Line 109"/>
            <p:cNvSpPr>
              <a:spLocks noChangeShapeType="1"/>
            </p:cNvSpPr>
            <p:nvPr/>
          </p:nvSpPr>
          <p:spPr bwMode="auto">
            <a:xfrm>
              <a:off x="2582051" y="5382640"/>
              <a:ext cx="37798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22" name="Line 110"/>
            <p:cNvSpPr>
              <a:spLocks noChangeShapeType="1"/>
            </p:cNvSpPr>
            <p:nvPr/>
          </p:nvSpPr>
          <p:spPr bwMode="auto">
            <a:xfrm>
              <a:off x="2700842" y="5414908"/>
              <a:ext cx="12600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23" name="Line 111"/>
            <p:cNvSpPr>
              <a:spLocks noChangeShapeType="1"/>
            </p:cNvSpPr>
            <p:nvPr/>
          </p:nvSpPr>
          <p:spPr bwMode="auto">
            <a:xfrm>
              <a:off x="2713442" y="5418704"/>
              <a:ext cx="44996" cy="1328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24" name="Line 112"/>
            <p:cNvSpPr>
              <a:spLocks noChangeShapeType="1"/>
            </p:cNvSpPr>
            <p:nvPr/>
          </p:nvSpPr>
          <p:spPr bwMode="auto">
            <a:xfrm>
              <a:off x="2758438" y="5431990"/>
              <a:ext cx="23399" cy="5695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25" name="Line 113"/>
            <p:cNvSpPr>
              <a:spLocks noChangeShapeType="1"/>
            </p:cNvSpPr>
            <p:nvPr/>
          </p:nvSpPr>
          <p:spPr bwMode="auto">
            <a:xfrm>
              <a:off x="2862830" y="5460462"/>
              <a:ext cx="26999" cy="5694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26" name="Line 114"/>
            <p:cNvSpPr>
              <a:spLocks noChangeShapeType="1"/>
            </p:cNvSpPr>
            <p:nvPr/>
          </p:nvSpPr>
          <p:spPr bwMode="auto">
            <a:xfrm>
              <a:off x="2889829" y="5466156"/>
              <a:ext cx="44996" cy="1328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27" name="Line 115"/>
            <p:cNvSpPr>
              <a:spLocks noChangeShapeType="1"/>
            </p:cNvSpPr>
            <p:nvPr/>
          </p:nvSpPr>
          <p:spPr bwMode="auto">
            <a:xfrm>
              <a:off x="2934825" y="5479443"/>
              <a:ext cx="10799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28" name="Line 116"/>
            <p:cNvSpPr>
              <a:spLocks noChangeShapeType="1"/>
            </p:cNvSpPr>
            <p:nvPr/>
          </p:nvSpPr>
          <p:spPr bwMode="auto">
            <a:xfrm>
              <a:off x="3028418" y="5502219"/>
              <a:ext cx="37798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29" name="Line 117"/>
            <p:cNvSpPr>
              <a:spLocks noChangeShapeType="1"/>
            </p:cNvSpPr>
            <p:nvPr/>
          </p:nvSpPr>
          <p:spPr bwMode="auto">
            <a:xfrm>
              <a:off x="3066216" y="5513608"/>
              <a:ext cx="44996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30" name="Line 118"/>
            <p:cNvSpPr>
              <a:spLocks noChangeShapeType="1"/>
            </p:cNvSpPr>
            <p:nvPr/>
          </p:nvSpPr>
          <p:spPr bwMode="auto">
            <a:xfrm>
              <a:off x="3192206" y="5545875"/>
              <a:ext cx="5399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31" name="Line 119"/>
            <p:cNvSpPr>
              <a:spLocks noChangeShapeType="1"/>
            </p:cNvSpPr>
            <p:nvPr/>
          </p:nvSpPr>
          <p:spPr bwMode="auto">
            <a:xfrm>
              <a:off x="3197605" y="5547773"/>
              <a:ext cx="449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32" name="Line 120"/>
            <p:cNvSpPr>
              <a:spLocks noChangeShapeType="1"/>
            </p:cNvSpPr>
            <p:nvPr/>
          </p:nvSpPr>
          <p:spPr bwMode="auto">
            <a:xfrm>
              <a:off x="3242603" y="5559162"/>
              <a:ext cx="34197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33" name="Line 121"/>
            <p:cNvSpPr>
              <a:spLocks noChangeShapeType="1"/>
            </p:cNvSpPr>
            <p:nvPr/>
          </p:nvSpPr>
          <p:spPr bwMode="auto">
            <a:xfrm>
              <a:off x="3363193" y="5587632"/>
              <a:ext cx="10799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34" name="Line 122"/>
            <p:cNvSpPr>
              <a:spLocks noChangeShapeType="1"/>
            </p:cNvSpPr>
            <p:nvPr/>
          </p:nvSpPr>
          <p:spPr bwMode="auto">
            <a:xfrm>
              <a:off x="3373992" y="5589531"/>
              <a:ext cx="44997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35" name="Line 123"/>
            <p:cNvSpPr>
              <a:spLocks noChangeShapeType="1"/>
            </p:cNvSpPr>
            <p:nvPr/>
          </p:nvSpPr>
          <p:spPr bwMode="auto">
            <a:xfrm>
              <a:off x="3418990" y="5599021"/>
              <a:ext cx="28798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36" name="Line 124"/>
            <p:cNvSpPr>
              <a:spLocks noChangeShapeType="1"/>
            </p:cNvSpPr>
            <p:nvPr/>
          </p:nvSpPr>
          <p:spPr bwMode="auto">
            <a:xfrm>
              <a:off x="3535980" y="5625594"/>
              <a:ext cx="14399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37" name="Line 125"/>
            <p:cNvSpPr>
              <a:spLocks noChangeShapeType="1"/>
            </p:cNvSpPr>
            <p:nvPr/>
          </p:nvSpPr>
          <p:spPr bwMode="auto">
            <a:xfrm>
              <a:off x="3550379" y="5627492"/>
              <a:ext cx="44997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38" name="Line 126"/>
            <p:cNvSpPr>
              <a:spLocks noChangeShapeType="1"/>
            </p:cNvSpPr>
            <p:nvPr/>
          </p:nvSpPr>
          <p:spPr bwMode="auto">
            <a:xfrm>
              <a:off x="3595376" y="5636982"/>
              <a:ext cx="26997" cy="5695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39" name="Line 127"/>
            <p:cNvSpPr>
              <a:spLocks noChangeShapeType="1"/>
            </p:cNvSpPr>
            <p:nvPr/>
          </p:nvSpPr>
          <p:spPr bwMode="auto">
            <a:xfrm>
              <a:off x="3712367" y="5659759"/>
              <a:ext cx="14399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40" name="Line 128"/>
            <p:cNvSpPr>
              <a:spLocks noChangeShapeType="1"/>
            </p:cNvSpPr>
            <p:nvPr/>
          </p:nvSpPr>
          <p:spPr bwMode="auto">
            <a:xfrm>
              <a:off x="3726766" y="5663555"/>
              <a:ext cx="43197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41" name="Line 129"/>
            <p:cNvSpPr>
              <a:spLocks noChangeShapeType="1"/>
            </p:cNvSpPr>
            <p:nvPr/>
          </p:nvSpPr>
          <p:spPr bwMode="auto">
            <a:xfrm>
              <a:off x="3769963" y="5671147"/>
              <a:ext cx="32398" cy="5695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42" name="Line 130"/>
            <p:cNvSpPr>
              <a:spLocks noChangeShapeType="1"/>
            </p:cNvSpPr>
            <p:nvPr/>
          </p:nvSpPr>
          <p:spPr bwMode="auto">
            <a:xfrm>
              <a:off x="3894154" y="5692027"/>
              <a:ext cx="8999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43" name="Line 131"/>
            <p:cNvSpPr>
              <a:spLocks noChangeShapeType="1"/>
            </p:cNvSpPr>
            <p:nvPr/>
          </p:nvSpPr>
          <p:spPr bwMode="auto">
            <a:xfrm>
              <a:off x="3903153" y="5693924"/>
              <a:ext cx="43197" cy="5695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44" name="Line 132"/>
            <p:cNvSpPr>
              <a:spLocks noChangeShapeType="1"/>
            </p:cNvSpPr>
            <p:nvPr/>
          </p:nvSpPr>
          <p:spPr bwMode="auto">
            <a:xfrm>
              <a:off x="3946350" y="5699619"/>
              <a:ext cx="37798" cy="5694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45" name="Line 133"/>
            <p:cNvSpPr>
              <a:spLocks noChangeShapeType="1"/>
            </p:cNvSpPr>
            <p:nvPr/>
          </p:nvSpPr>
          <p:spPr bwMode="auto">
            <a:xfrm>
              <a:off x="4079540" y="5716701"/>
              <a:ext cx="43197" cy="5695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46" name="Line 134"/>
            <p:cNvSpPr>
              <a:spLocks noChangeShapeType="1"/>
            </p:cNvSpPr>
            <p:nvPr/>
          </p:nvSpPr>
          <p:spPr bwMode="auto">
            <a:xfrm>
              <a:off x="4122737" y="5722396"/>
              <a:ext cx="44997" cy="5694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47" name="Line 135"/>
            <p:cNvSpPr>
              <a:spLocks noChangeShapeType="1"/>
            </p:cNvSpPr>
            <p:nvPr/>
          </p:nvSpPr>
          <p:spPr bwMode="auto">
            <a:xfrm>
              <a:off x="4167734" y="5728089"/>
              <a:ext cx="5399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48" name="Line 136"/>
            <p:cNvSpPr>
              <a:spLocks noChangeShapeType="1"/>
            </p:cNvSpPr>
            <p:nvPr/>
          </p:nvSpPr>
          <p:spPr bwMode="auto">
            <a:xfrm>
              <a:off x="4268527" y="5737580"/>
              <a:ext cx="305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49" name="Line 137"/>
            <p:cNvSpPr>
              <a:spLocks noChangeShapeType="1"/>
            </p:cNvSpPr>
            <p:nvPr/>
          </p:nvSpPr>
          <p:spPr bwMode="auto">
            <a:xfrm>
              <a:off x="4299124" y="5739478"/>
              <a:ext cx="43197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50" name="Line 138"/>
            <p:cNvSpPr>
              <a:spLocks noChangeShapeType="1"/>
            </p:cNvSpPr>
            <p:nvPr/>
          </p:nvSpPr>
          <p:spPr bwMode="auto">
            <a:xfrm>
              <a:off x="4342321" y="5743274"/>
              <a:ext cx="23399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51" name="Line 139"/>
            <p:cNvSpPr>
              <a:spLocks noChangeShapeType="1"/>
            </p:cNvSpPr>
            <p:nvPr/>
          </p:nvSpPr>
          <p:spPr bwMode="auto">
            <a:xfrm>
              <a:off x="4462912" y="5750866"/>
              <a:ext cx="12599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52" name="Line 140"/>
            <p:cNvSpPr>
              <a:spLocks noChangeShapeType="1"/>
            </p:cNvSpPr>
            <p:nvPr/>
          </p:nvSpPr>
          <p:spPr bwMode="auto">
            <a:xfrm>
              <a:off x="4475511" y="5752765"/>
              <a:ext cx="43197" cy="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53" name="Line 141"/>
            <p:cNvSpPr>
              <a:spLocks noChangeShapeType="1"/>
            </p:cNvSpPr>
            <p:nvPr/>
          </p:nvSpPr>
          <p:spPr bwMode="auto">
            <a:xfrm>
              <a:off x="4518708" y="5752765"/>
              <a:ext cx="431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54" name="Line 142"/>
            <p:cNvSpPr>
              <a:spLocks noChangeShapeType="1"/>
            </p:cNvSpPr>
            <p:nvPr/>
          </p:nvSpPr>
          <p:spPr bwMode="auto">
            <a:xfrm>
              <a:off x="4657298" y="5756561"/>
              <a:ext cx="377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55" name="Line 143"/>
            <p:cNvSpPr>
              <a:spLocks noChangeShapeType="1"/>
            </p:cNvSpPr>
            <p:nvPr/>
          </p:nvSpPr>
          <p:spPr bwMode="auto">
            <a:xfrm>
              <a:off x="4695095" y="5756561"/>
              <a:ext cx="431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56" name="Line 144"/>
            <p:cNvSpPr>
              <a:spLocks noChangeShapeType="1"/>
            </p:cNvSpPr>
            <p:nvPr/>
          </p:nvSpPr>
          <p:spPr bwMode="auto">
            <a:xfrm flipV="1">
              <a:off x="4738291" y="5756561"/>
              <a:ext cx="17999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57" name="Line 145"/>
            <p:cNvSpPr>
              <a:spLocks noChangeShapeType="1"/>
            </p:cNvSpPr>
            <p:nvPr/>
          </p:nvSpPr>
          <p:spPr bwMode="auto">
            <a:xfrm flipV="1">
              <a:off x="4855283" y="5754662"/>
              <a:ext cx="16198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58" name="Line 146"/>
            <p:cNvSpPr>
              <a:spLocks noChangeShapeType="1"/>
            </p:cNvSpPr>
            <p:nvPr/>
          </p:nvSpPr>
          <p:spPr bwMode="auto">
            <a:xfrm flipV="1">
              <a:off x="4871482" y="5752765"/>
              <a:ext cx="43197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59" name="Line 147"/>
            <p:cNvSpPr>
              <a:spLocks noChangeShapeType="1"/>
            </p:cNvSpPr>
            <p:nvPr/>
          </p:nvSpPr>
          <p:spPr bwMode="auto">
            <a:xfrm flipV="1">
              <a:off x="4914678" y="5752765"/>
              <a:ext cx="37798" cy="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60" name="Line 148"/>
            <p:cNvSpPr>
              <a:spLocks noChangeShapeType="1"/>
            </p:cNvSpPr>
            <p:nvPr/>
          </p:nvSpPr>
          <p:spPr bwMode="auto">
            <a:xfrm flipV="1">
              <a:off x="5049669" y="5743274"/>
              <a:ext cx="41396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61" name="Line 149"/>
            <p:cNvSpPr>
              <a:spLocks noChangeShapeType="1"/>
            </p:cNvSpPr>
            <p:nvPr/>
          </p:nvSpPr>
          <p:spPr bwMode="auto">
            <a:xfrm flipV="1">
              <a:off x="5091065" y="5739478"/>
              <a:ext cx="44997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62" name="Line 150"/>
            <p:cNvSpPr>
              <a:spLocks noChangeShapeType="1"/>
            </p:cNvSpPr>
            <p:nvPr/>
          </p:nvSpPr>
          <p:spPr bwMode="auto">
            <a:xfrm flipV="1">
              <a:off x="5136063" y="5739478"/>
              <a:ext cx="10799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63" name="Line 151"/>
            <p:cNvSpPr>
              <a:spLocks noChangeShapeType="1"/>
            </p:cNvSpPr>
            <p:nvPr/>
          </p:nvSpPr>
          <p:spPr bwMode="auto">
            <a:xfrm flipV="1">
              <a:off x="5242254" y="5728089"/>
              <a:ext cx="25198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64" name="Line 152"/>
            <p:cNvSpPr>
              <a:spLocks noChangeShapeType="1"/>
            </p:cNvSpPr>
            <p:nvPr/>
          </p:nvSpPr>
          <p:spPr bwMode="auto">
            <a:xfrm flipV="1">
              <a:off x="5267452" y="5722396"/>
              <a:ext cx="44997" cy="5694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65" name="Line 153"/>
            <p:cNvSpPr>
              <a:spLocks noChangeShapeType="1"/>
            </p:cNvSpPr>
            <p:nvPr/>
          </p:nvSpPr>
          <p:spPr bwMode="auto">
            <a:xfrm flipV="1">
              <a:off x="5312450" y="5718600"/>
              <a:ext cx="25198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66" name="Line 154"/>
            <p:cNvSpPr>
              <a:spLocks noChangeShapeType="1"/>
            </p:cNvSpPr>
            <p:nvPr/>
          </p:nvSpPr>
          <p:spPr bwMode="auto">
            <a:xfrm flipV="1">
              <a:off x="5431241" y="5705313"/>
              <a:ext cx="12599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67" name="Line 155"/>
            <p:cNvSpPr>
              <a:spLocks noChangeShapeType="1"/>
            </p:cNvSpPr>
            <p:nvPr/>
          </p:nvSpPr>
          <p:spPr bwMode="auto">
            <a:xfrm flipV="1">
              <a:off x="5443839" y="5699619"/>
              <a:ext cx="43197" cy="5694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68" name="Line 156"/>
            <p:cNvSpPr>
              <a:spLocks noChangeShapeType="1"/>
            </p:cNvSpPr>
            <p:nvPr/>
          </p:nvSpPr>
          <p:spPr bwMode="auto">
            <a:xfrm flipV="1">
              <a:off x="5487036" y="5693924"/>
              <a:ext cx="35997" cy="5695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69" name="Line 157"/>
            <p:cNvSpPr>
              <a:spLocks noChangeShapeType="1"/>
            </p:cNvSpPr>
            <p:nvPr/>
          </p:nvSpPr>
          <p:spPr bwMode="auto">
            <a:xfrm flipV="1">
              <a:off x="5614827" y="5678740"/>
              <a:ext cx="5399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70" name="Line 158"/>
            <p:cNvSpPr>
              <a:spLocks noChangeShapeType="1"/>
            </p:cNvSpPr>
            <p:nvPr/>
          </p:nvSpPr>
          <p:spPr bwMode="auto">
            <a:xfrm flipV="1">
              <a:off x="5620226" y="5671147"/>
              <a:ext cx="43197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71" name="Line 159"/>
            <p:cNvSpPr>
              <a:spLocks noChangeShapeType="1"/>
            </p:cNvSpPr>
            <p:nvPr/>
          </p:nvSpPr>
          <p:spPr bwMode="auto">
            <a:xfrm flipV="1">
              <a:off x="5663423" y="5663555"/>
              <a:ext cx="43197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72" name="Line 160"/>
            <p:cNvSpPr>
              <a:spLocks noChangeShapeType="1"/>
            </p:cNvSpPr>
            <p:nvPr/>
          </p:nvSpPr>
          <p:spPr bwMode="auto">
            <a:xfrm flipV="1">
              <a:off x="5794814" y="5646473"/>
              <a:ext cx="1799" cy="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73" name="Line 161"/>
            <p:cNvSpPr>
              <a:spLocks noChangeShapeType="1"/>
            </p:cNvSpPr>
            <p:nvPr/>
          </p:nvSpPr>
          <p:spPr bwMode="auto">
            <a:xfrm flipV="1">
              <a:off x="5796613" y="5636982"/>
              <a:ext cx="431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74" name="Line 162"/>
            <p:cNvSpPr>
              <a:spLocks noChangeShapeType="1"/>
            </p:cNvSpPr>
            <p:nvPr/>
          </p:nvSpPr>
          <p:spPr bwMode="auto">
            <a:xfrm flipV="1">
              <a:off x="5839810" y="5627492"/>
              <a:ext cx="41398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75" name="Line 163"/>
            <p:cNvSpPr>
              <a:spLocks noChangeShapeType="1"/>
            </p:cNvSpPr>
            <p:nvPr/>
          </p:nvSpPr>
          <p:spPr bwMode="auto">
            <a:xfrm flipV="1">
              <a:off x="5969400" y="5608512"/>
              <a:ext cx="1800" cy="189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76" name="Line 164"/>
            <p:cNvSpPr>
              <a:spLocks noChangeShapeType="1"/>
            </p:cNvSpPr>
            <p:nvPr/>
          </p:nvSpPr>
          <p:spPr bwMode="auto">
            <a:xfrm flipV="1">
              <a:off x="5971201" y="5599021"/>
              <a:ext cx="44996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77" name="Line 165"/>
            <p:cNvSpPr>
              <a:spLocks noChangeShapeType="1"/>
            </p:cNvSpPr>
            <p:nvPr/>
          </p:nvSpPr>
          <p:spPr bwMode="auto">
            <a:xfrm flipV="1">
              <a:off x="6016197" y="5589531"/>
              <a:ext cx="39597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78" name="Line 166"/>
            <p:cNvSpPr>
              <a:spLocks noChangeShapeType="1"/>
            </p:cNvSpPr>
            <p:nvPr/>
          </p:nvSpPr>
          <p:spPr bwMode="auto">
            <a:xfrm flipV="1">
              <a:off x="6140388" y="5568651"/>
              <a:ext cx="7199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79" name="Line 167"/>
            <p:cNvSpPr>
              <a:spLocks noChangeShapeType="1"/>
            </p:cNvSpPr>
            <p:nvPr/>
          </p:nvSpPr>
          <p:spPr bwMode="auto">
            <a:xfrm flipV="1">
              <a:off x="6147588" y="5559162"/>
              <a:ext cx="43197" cy="9490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80" name="Line 168"/>
            <p:cNvSpPr>
              <a:spLocks noChangeShapeType="1"/>
            </p:cNvSpPr>
            <p:nvPr/>
          </p:nvSpPr>
          <p:spPr bwMode="auto">
            <a:xfrm flipV="1">
              <a:off x="6190785" y="5549671"/>
              <a:ext cx="341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81" name="Line 169"/>
            <p:cNvSpPr>
              <a:spLocks noChangeShapeType="1"/>
            </p:cNvSpPr>
            <p:nvPr/>
          </p:nvSpPr>
          <p:spPr bwMode="auto">
            <a:xfrm flipV="1">
              <a:off x="6309576" y="5524996"/>
              <a:ext cx="14399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82" name="Line 170"/>
            <p:cNvSpPr>
              <a:spLocks noChangeShapeType="1"/>
            </p:cNvSpPr>
            <p:nvPr/>
          </p:nvSpPr>
          <p:spPr bwMode="auto">
            <a:xfrm flipV="1">
              <a:off x="6323975" y="5513608"/>
              <a:ext cx="431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83" name="Line 171"/>
            <p:cNvSpPr>
              <a:spLocks noChangeShapeType="1"/>
            </p:cNvSpPr>
            <p:nvPr/>
          </p:nvSpPr>
          <p:spPr bwMode="auto">
            <a:xfrm flipV="1">
              <a:off x="6367172" y="5507913"/>
              <a:ext cx="25198" cy="5695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84" name="Line 172"/>
            <p:cNvSpPr>
              <a:spLocks noChangeShapeType="1"/>
            </p:cNvSpPr>
            <p:nvPr/>
          </p:nvSpPr>
          <p:spPr bwMode="auto">
            <a:xfrm flipV="1">
              <a:off x="6473363" y="5479443"/>
              <a:ext cx="26999" cy="5694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85" name="Line 173"/>
            <p:cNvSpPr>
              <a:spLocks noChangeShapeType="1"/>
            </p:cNvSpPr>
            <p:nvPr/>
          </p:nvSpPr>
          <p:spPr bwMode="auto">
            <a:xfrm flipV="1">
              <a:off x="6500362" y="5466156"/>
              <a:ext cx="43197" cy="13287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86" name="Line 174"/>
            <p:cNvSpPr>
              <a:spLocks noChangeShapeType="1"/>
            </p:cNvSpPr>
            <p:nvPr/>
          </p:nvSpPr>
          <p:spPr bwMode="auto">
            <a:xfrm flipV="1">
              <a:off x="6543559" y="5462359"/>
              <a:ext cx="12599" cy="379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87" name="Line 175"/>
            <p:cNvSpPr>
              <a:spLocks noChangeShapeType="1"/>
            </p:cNvSpPr>
            <p:nvPr/>
          </p:nvSpPr>
          <p:spPr bwMode="auto">
            <a:xfrm flipV="1">
              <a:off x="6637152" y="5431990"/>
              <a:ext cx="37797" cy="9491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88" name="Line 176"/>
            <p:cNvSpPr>
              <a:spLocks noChangeShapeType="1"/>
            </p:cNvSpPr>
            <p:nvPr/>
          </p:nvSpPr>
          <p:spPr bwMode="auto">
            <a:xfrm flipV="1">
              <a:off x="6674948" y="5418704"/>
              <a:ext cx="43197" cy="13286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89" name="Line 177"/>
            <p:cNvSpPr>
              <a:spLocks noChangeShapeType="1"/>
            </p:cNvSpPr>
            <p:nvPr/>
          </p:nvSpPr>
          <p:spPr bwMode="auto">
            <a:xfrm flipV="1">
              <a:off x="6799140" y="5394029"/>
              <a:ext cx="8999" cy="1899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90" name="Line 178"/>
            <p:cNvSpPr>
              <a:spLocks noChangeShapeType="1"/>
            </p:cNvSpPr>
            <p:nvPr/>
          </p:nvSpPr>
          <p:spPr bwMode="auto">
            <a:xfrm flipV="1">
              <a:off x="6808138" y="5382640"/>
              <a:ext cx="43197" cy="11388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9091" name="Line 179"/>
            <p:cNvSpPr>
              <a:spLocks noChangeShapeType="1"/>
            </p:cNvSpPr>
            <p:nvPr/>
          </p:nvSpPr>
          <p:spPr bwMode="auto">
            <a:xfrm flipV="1">
              <a:off x="6851335" y="5375048"/>
              <a:ext cx="28798" cy="7592"/>
            </a:xfrm>
            <a:prstGeom prst="line">
              <a:avLst/>
            </a:prstGeom>
            <a:noFill/>
            <a:ln w="12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</p:grpSp>
      <p:cxnSp>
        <p:nvCxnSpPr>
          <p:cNvPr id="246" name="Straight Connector 245"/>
          <p:cNvCxnSpPr/>
          <p:nvPr/>
        </p:nvCxnSpPr>
        <p:spPr>
          <a:xfrm>
            <a:off x="1205277" y="3870325"/>
            <a:ext cx="7839075" cy="158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6DBD5EE-982F-6160-842F-D864BB03AFFA}"/>
              </a:ext>
            </a:extLst>
          </p:cNvPr>
          <p:cNvCxnSpPr>
            <a:cxnSpLocks/>
          </p:cNvCxnSpPr>
          <p:nvPr/>
        </p:nvCxnSpPr>
        <p:spPr bwMode="auto">
          <a:xfrm>
            <a:off x="3048000" y="4695605"/>
            <a:ext cx="22213" cy="144780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46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223.7.2.1</a:t>
            </a:r>
          </a:p>
        </p:txBody>
      </p:sp>
      <p:sp>
        <p:nvSpPr>
          <p:cNvPr id="7885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pipe that is open at both ends has a standing sound wave generated in it. The pipe will have a displacement ____________ at both ends.</a:t>
            </a:r>
          </a:p>
          <a:p>
            <a:pPr marL="609600" indent="-609600" eaLnBrk="1" hangingPunct="1">
              <a:buFontTx/>
              <a:buNone/>
            </a:pPr>
            <a:endParaRPr lang="en-US" dirty="0"/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Node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 err="1"/>
              <a:t>Antinode</a:t>
            </a:r>
            <a:endParaRPr lang="en-US" dirty="0"/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Neither</a:t>
            </a:r>
          </a:p>
        </p:txBody>
      </p:sp>
      <p:sp>
        <p:nvSpPr>
          <p:cNvPr id="788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65A0839-7BAF-41EB-A70B-3F1C3D56D995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DD45B-FC9A-0847-6218-6350BF574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1" name="Rectangle 2">
            <a:extLst>
              <a:ext uri="{FF2B5EF4-FFF2-40B4-BE49-F238E27FC236}">
                <a16:creationId xmlns:a16="http://schemas.microsoft.com/office/drawing/2014/main" id="{EB608580-B916-5A9F-905C-185EFD95AC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223.7.2.2</a:t>
            </a:r>
          </a:p>
        </p:txBody>
      </p:sp>
      <p:sp>
        <p:nvSpPr>
          <p:cNvPr id="78852" name="Rectangle 3">
            <a:extLst>
              <a:ext uri="{FF2B5EF4-FFF2-40B4-BE49-F238E27FC236}">
                <a16:creationId xmlns:a16="http://schemas.microsoft.com/office/drawing/2014/main" id="{482CF0AE-626B-D23C-C786-A0847F85FC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pipe that is open at both ends has a standing sound wave generated in it. The pipe will have a pressure ____________ at both ends.</a:t>
            </a:r>
          </a:p>
          <a:p>
            <a:pPr marL="609600" indent="-609600" eaLnBrk="1" hangingPunct="1">
              <a:buFontTx/>
              <a:buNone/>
            </a:pPr>
            <a:endParaRPr lang="en-US" dirty="0"/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Node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 err="1"/>
              <a:t>Antinode</a:t>
            </a:r>
            <a:endParaRPr lang="en-US" dirty="0"/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Neither</a:t>
            </a:r>
          </a:p>
        </p:txBody>
      </p:sp>
      <p:sp>
        <p:nvSpPr>
          <p:cNvPr id="78850" name="Slide Number Placeholder 5">
            <a:extLst>
              <a:ext uri="{FF2B5EF4-FFF2-40B4-BE49-F238E27FC236}">
                <a16:creationId xmlns:a16="http://schemas.microsoft.com/office/drawing/2014/main" id="{936B6D14-1A13-5F8C-D28F-278ACCA29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65A0839-7BAF-41EB-A70B-3F1C3D56D995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40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7D6DE4D-4FAF-7514-9CC8-744ED887725D}"/>
              </a:ext>
            </a:extLst>
          </p:cNvPr>
          <p:cNvGrpSpPr/>
          <p:nvPr/>
        </p:nvGrpSpPr>
        <p:grpSpPr>
          <a:xfrm>
            <a:off x="4267200" y="685800"/>
            <a:ext cx="4619790" cy="3124202"/>
            <a:chOff x="2619210" y="1219200"/>
            <a:chExt cx="4619790" cy="3124202"/>
          </a:xfrm>
        </p:grpSpPr>
        <p:sp>
          <p:nvSpPr>
            <p:cNvPr id="625668" name="Rectangle 41"/>
            <p:cNvSpPr>
              <a:spLocks noChangeArrowheads="1"/>
            </p:cNvSpPr>
            <p:nvPr/>
          </p:nvSpPr>
          <p:spPr bwMode="auto">
            <a:xfrm>
              <a:off x="3012257" y="2250034"/>
              <a:ext cx="2323511" cy="695131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25669" name="Rectangle 41"/>
            <p:cNvSpPr>
              <a:spLocks noChangeArrowheads="1"/>
            </p:cNvSpPr>
            <p:nvPr/>
          </p:nvSpPr>
          <p:spPr bwMode="auto">
            <a:xfrm>
              <a:off x="4778896" y="2272795"/>
              <a:ext cx="2323511" cy="695131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25671" name="Rectangle 41"/>
            <p:cNvSpPr>
              <a:spLocks noChangeArrowheads="1"/>
            </p:cNvSpPr>
            <p:nvPr/>
          </p:nvSpPr>
          <p:spPr bwMode="auto">
            <a:xfrm>
              <a:off x="3497163" y="2291021"/>
              <a:ext cx="2789162" cy="695131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4" name="Rectangle 39"/>
            <p:cNvSpPr>
              <a:spLocks noChangeArrowheads="1"/>
            </p:cNvSpPr>
            <p:nvPr/>
          </p:nvSpPr>
          <p:spPr bwMode="auto">
            <a:xfrm>
              <a:off x="3074988" y="2286000"/>
              <a:ext cx="4032250" cy="669925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grpSp>
          <p:nvGrpSpPr>
            <p:cNvPr id="3" name="Group 18"/>
            <p:cNvGrpSpPr>
              <a:grpSpLocks/>
            </p:cNvGrpSpPr>
            <p:nvPr/>
          </p:nvGrpSpPr>
          <p:grpSpPr bwMode="auto">
            <a:xfrm>
              <a:off x="3002681" y="2189488"/>
              <a:ext cx="4075755" cy="860379"/>
              <a:chOff x="1098455" y="1454019"/>
              <a:chExt cx="7727044" cy="1028700"/>
            </a:xfrm>
          </p:grpSpPr>
          <p:sp>
            <p:nvSpPr>
              <p:cNvPr id="625851" name="Rectangle 43"/>
              <p:cNvSpPr>
                <a:spLocks noChangeArrowheads="1"/>
              </p:cNvSpPr>
              <p:nvPr/>
            </p:nvSpPr>
            <p:spPr bwMode="auto">
              <a:xfrm>
                <a:off x="1098455" y="2350456"/>
                <a:ext cx="7727044" cy="132263"/>
              </a:xfrm>
              <a:prstGeom prst="rect">
                <a:avLst/>
              </a:prstGeom>
              <a:gradFill rotWithShape="1">
                <a:gsLst>
                  <a:gs pos="0">
                    <a:srgbClr val="595959"/>
                  </a:gs>
                  <a:gs pos="100000">
                    <a:srgbClr val="C0C0C0"/>
                  </a:gs>
                </a:gsLst>
                <a:lin ang="189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625852" name="Rectangle 42"/>
              <p:cNvSpPr>
                <a:spLocks noChangeArrowheads="1"/>
              </p:cNvSpPr>
              <p:nvPr/>
            </p:nvSpPr>
            <p:spPr bwMode="auto">
              <a:xfrm>
                <a:off x="1098455" y="1454019"/>
                <a:ext cx="7727044" cy="132263"/>
              </a:xfrm>
              <a:prstGeom prst="rect">
                <a:avLst/>
              </a:prstGeom>
              <a:gradFill rotWithShape="1">
                <a:gsLst>
                  <a:gs pos="0">
                    <a:srgbClr val="595959"/>
                  </a:gs>
                  <a:gs pos="100000">
                    <a:srgbClr val="C0C0C0"/>
                  </a:gs>
                </a:gsLst>
                <a:lin ang="189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</p:grpSp>
        <p:sp>
          <p:nvSpPr>
            <p:cNvPr id="625674" name="TextBox 405"/>
            <p:cNvSpPr txBox="1">
              <a:spLocks noChangeArrowheads="1"/>
            </p:cNvSpPr>
            <p:nvPr/>
          </p:nvSpPr>
          <p:spPr bwMode="auto">
            <a:xfrm>
              <a:off x="2619210" y="3042712"/>
              <a:ext cx="455778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cxnSp>
          <p:nvCxnSpPr>
            <p:cNvPr id="181" name="Straight Arrow Connector 180"/>
            <p:cNvCxnSpPr>
              <a:cxnSpLocks/>
            </p:cNvCxnSpPr>
            <p:nvPr/>
          </p:nvCxnSpPr>
          <p:spPr bwMode="auto">
            <a:xfrm flipV="1">
              <a:off x="3106738" y="1785937"/>
              <a:ext cx="3943350" cy="1588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5676" name="TextBox 181"/>
            <p:cNvSpPr txBox="1">
              <a:spLocks noChangeArrowheads="1"/>
            </p:cNvSpPr>
            <p:nvPr/>
          </p:nvSpPr>
          <p:spPr bwMode="auto">
            <a:xfrm>
              <a:off x="4860467" y="1219200"/>
              <a:ext cx="374517" cy="584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3200" dirty="0"/>
                <a:t>L</a:t>
              </a:r>
            </a:p>
          </p:txBody>
        </p:sp>
        <p:pic>
          <p:nvPicPr>
            <p:cNvPr id="625677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2917246" y="3480864"/>
              <a:ext cx="4032549" cy="8139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211" name="Straight Connector 210"/>
            <p:cNvCxnSpPr>
              <a:cxnSpLocks/>
            </p:cNvCxnSpPr>
            <p:nvPr/>
          </p:nvCxnSpPr>
          <p:spPr bwMode="auto">
            <a:xfrm>
              <a:off x="3022042" y="3200400"/>
              <a:ext cx="0" cy="11430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/>
            <p:cNvCxnSpPr>
              <a:cxnSpLocks/>
            </p:cNvCxnSpPr>
            <p:nvPr/>
          </p:nvCxnSpPr>
          <p:spPr>
            <a:xfrm>
              <a:off x="2743200" y="3886200"/>
              <a:ext cx="4495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itle 11">
            <a:extLst>
              <a:ext uri="{FF2B5EF4-FFF2-40B4-BE49-F238E27FC236}">
                <a16:creationId xmlns:a16="http://schemas.microsoft.com/office/drawing/2014/main" id="{672EB33E-6FCA-0A62-959D-72749006C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3943350" cy="1143000"/>
          </a:xfrm>
        </p:spPr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37BC90D-72E4-DD16-A5DE-E26E10AD0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31592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How much of a wavelength is there in the displacement curve s(x) inside the pipe?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 wavelength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 wavelength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½  wavelength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¼ wavelength </a:t>
            </a:r>
          </a:p>
        </p:txBody>
      </p:sp>
    </p:spTree>
    <p:extLst>
      <p:ext uri="{BB962C8B-B14F-4D97-AF65-F5344CB8AC3E}">
        <p14:creationId xmlns:p14="http://schemas.microsoft.com/office/powerpoint/2010/main" val="39923651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32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pic>
        <p:nvPicPr>
          <p:cNvPr id="665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98725" y="3397250"/>
            <a:ext cx="4718050" cy="1042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657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471738" y="1798638"/>
            <a:ext cx="4679950" cy="973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657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776538" y="4870450"/>
            <a:ext cx="4440237" cy="1165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6573" name="Rectangle 41"/>
          <p:cNvSpPr>
            <a:spLocks noChangeArrowheads="1"/>
          </p:cNvSpPr>
          <p:nvPr/>
        </p:nvSpPr>
        <p:spPr bwMode="auto">
          <a:xfrm>
            <a:off x="2509838" y="595313"/>
            <a:ext cx="2633662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6574" name="Rectangle 41"/>
          <p:cNvSpPr>
            <a:spLocks noChangeArrowheads="1"/>
          </p:cNvSpPr>
          <p:nvPr/>
        </p:nvSpPr>
        <p:spPr bwMode="auto">
          <a:xfrm>
            <a:off x="4511675" y="622300"/>
            <a:ext cx="2635250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6575" name="Rectangle 41"/>
          <p:cNvSpPr>
            <a:spLocks noChangeArrowheads="1"/>
          </p:cNvSpPr>
          <p:nvPr/>
        </p:nvSpPr>
        <p:spPr bwMode="auto">
          <a:xfrm>
            <a:off x="3059113" y="644525"/>
            <a:ext cx="3162300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8" name="Rectangle 39"/>
          <p:cNvSpPr>
            <a:spLocks noChangeArrowheads="1"/>
          </p:cNvSpPr>
          <p:nvPr/>
        </p:nvSpPr>
        <p:spPr bwMode="auto">
          <a:xfrm>
            <a:off x="2579688" y="639763"/>
            <a:ext cx="4572000" cy="8001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2498725" y="523875"/>
            <a:ext cx="4621213" cy="1028700"/>
            <a:chOff x="1098455" y="1454019"/>
            <a:chExt cx="7727044" cy="1028700"/>
          </a:xfrm>
        </p:grpSpPr>
        <p:sp>
          <p:nvSpPr>
            <p:cNvPr id="66884" name="Rectangle 43"/>
            <p:cNvSpPr>
              <a:spLocks noChangeArrowheads="1"/>
            </p:cNvSpPr>
            <p:nvPr/>
          </p:nvSpPr>
          <p:spPr bwMode="auto">
            <a:xfrm>
              <a:off x="1098455" y="2350456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6885" name="Rectangle 42"/>
            <p:cNvSpPr>
              <a:spLocks noChangeArrowheads="1"/>
            </p:cNvSpPr>
            <p:nvPr/>
          </p:nvSpPr>
          <p:spPr bwMode="auto">
            <a:xfrm>
              <a:off x="1098455" y="1454019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cxnSp>
        <p:nvCxnSpPr>
          <p:cNvPr id="12" name="Straight Arrow Connector 11"/>
          <p:cNvCxnSpPr/>
          <p:nvPr/>
        </p:nvCxnSpPr>
        <p:spPr>
          <a:xfrm rot="10800000" flipH="1">
            <a:off x="2616200" y="155575"/>
            <a:ext cx="4470400" cy="1588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1109663" y="1992313"/>
            <a:ext cx="7429500" cy="603250"/>
            <a:chOff x="5281613" y="5646738"/>
            <a:chExt cx="1438276" cy="628649"/>
          </a:xfrm>
        </p:grpSpPr>
        <p:sp>
          <p:nvSpPr>
            <p:cNvPr id="66786" name="Line 9"/>
            <p:cNvSpPr>
              <a:spLocks noChangeShapeType="1"/>
            </p:cNvSpPr>
            <p:nvPr/>
          </p:nvSpPr>
          <p:spPr bwMode="auto">
            <a:xfrm flipV="1">
              <a:off x="5281613" y="5940425"/>
              <a:ext cx="14288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87" name="Line 10"/>
            <p:cNvSpPr>
              <a:spLocks noChangeShapeType="1"/>
            </p:cNvSpPr>
            <p:nvPr/>
          </p:nvSpPr>
          <p:spPr bwMode="auto">
            <a:xfrm flipV="1">
              <a:off x="5295901" y="592137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88" name="Line 11"/>
            <p:cNvSpPr>
              <a:spLocks noChangeShapeType="1"/>
            </p:cNvSpPr>
            <p:nvPr/>
          </p:nvSpPr>
          <p:spPr bwMode="auto">
            <a:xfrm flipV="1">
              <a:off x="5310188" y="5900738"/>
              <a:ext cx="14288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89" name="Line 12"/>
            <p:cNvSpPr>
              <a:spLocks noChangeShapeType="1"/>
            </p:cNvSpPr>
            <p:nvPr/>
          </p:nvSpPr>
          <p:spPr bwMode="auto">
            <a:xfrm flipV="1">
              <a:off x="5324476" y="5881688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90" name="Line 13"/>
            <p:cNvSpPr>
              <a:spLocks noChangeShapeType="1"/>
            </p:cNvSpPr>
            <p:nvPr/>
          </p:nvSpPr>
          <p:spPr bwMode="auto">
            <a:xfrm flipV="1">
              <a:off x="5338763" y="5862638"/>
              <a:ext cx="15875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91" name="Line 14"/>
            <p:cNvSpPr>
              <a:spLocks noChangeShapeType="1"/>
            </p:cNvSpPr>
            <p:nvPr/>
          </p:nvSpPr>
          <p:spPr bwMode="auto">
            <a:xfrm flipV="1">
              <a:off x="5354638" y="5845175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92" name="Line 15"/>
            <p:cNvSpPr>
              <a:spLocks noChangeShapeType="1"/>
            </p:cNvSpPr>
            <p:nvPr/>
          </p:nvSpPr>
          <p:spPr bwMode="auto">
            <a:xfrm flipV="1">
              <a:off x="5368926" y="582612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93" name="Line 16"/>
            <p:cNvSpPr>
              <a:spLocks noChangeShapeType="1"/>
            </p:cNvSpPr>
            <p:nvPr/>
          </p:nvSpPr>
          <p:spPr bwMode="auto">
            <a:xfrm flipV="1">
              <a:off x="5383213" y="5808663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94" name="Line 17"/>
            <p:cNvSpPr>
              <a:spLocks noChangeShapeType="1"/>
            </p:cNvSpPr>
            <p:nvPr/>
          </p:nvSpPr>
          <p:spPr bwMode="auto">
            <a:xfrm flipV="1">
              <a:off x="5397501" y="5791200"/>
              <a:ext cx="15875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95" name="Line 18"/>
            <p:cNvSpPr>
              <a:spLocks noChangeShapeType="1"/>
            </p:cNvSpPr>
            <p:nvPr/>
          </p:nvSpPr>
          <p:spPr bwMode="auto">
            <a:xfrm flipV="1">
              <a:off x="5413376" y="5775325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96" name="Line 19"/>
            <p:cNvSpPr>
              <a:spLocks noChangeShapeType="1"/>
            </p:cNvSpPr>
            <p:nvPr/>
          </p:nvSpPr>
          <p:spPr bwMode="auto">
            <a:xfrm flipV="1">
              <a:off x="5427663" y="5759450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97" name="Line 20"/>
            <p:cNvSpPr>
              <a:spLocks noChangeShapeType="1"/>
            </p:cNvSpPr>
            <p:nvPr/>
          </p:nvSpPr>
          <p:spPr bwMode="auto">
            <a:xfrm flipV="1">
              <a:off x="5441951" y="5745163"/>
              <a:ext cx="15875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98" name="Line 21"/>
            <p:cNvSpPr>
              <a:spLocks noChangeShapeType="1"/>
            </p:cNvSpPr>
            <p:nvPr/>
          </p:nvSpPr>
          <p:spPr bwMode="auto">
            <a:xfrm flipV="1">
              <a:off x="5457826" y="5730875"/>
              <a:ext cx="14288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99" name="Line 22"/>
            <p:cNvSpPr>
              <a:spLocks noChangeShapeType="1"/>
            </p:cNvSpPr>
            <p:nvPr/>
          </p:nvSpPr>
          <p:spPr bwMode="auto">
            <a:xfrm flipV="1">
              <a:off x="5472113" y="5718175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00" name="Line 23"/>
            <p:cNvSpPr>
              <a:spLocks noChangeShapeType="1"/>
            </p:cNvSpPr>
            <p:nvPr/>
          </p:nvSpPr>
          <p:spPr bwMode="auto">
            <a:xfrm flipV="1">
              <a:off x="5486401" y="5705475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01" name="Line 24"/>
            <p:cNvSpPr>
              <a:spLocks noChangeShapeType="1"/>
            </p:cNvSpPr>
            <p:nvPr/>
          </p:nvSpPr>
          <p:spPr bwMode="auto">
            <a:xfrm flipV="1">
              <a:off x="5500688" y="5694363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02" name="Line 25"/>
            <p:cNvSpPr>
              <a:spLocks noChangeShapeType="1"/>
            </p:cNvSpPr>
            <p:nvPr/>
          </p:nvSpPr>
          <p:spPr bwMode="auto">
            <a:xfrm flipV="1">
              <a:off x="5514976" y="5684838"/>
              <a:ext cx="15875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03" name="Line 26"/>
            <p:cNvSpPr>
              <a:spLocks noChangeShapeType="1"/>
            </p:cNvSpPr>
            <p:nvPr/>
          </p:nvSpPr>
          <p:spPr bwMode="auto">
            <a:xfrm flipV="1">
              <a:off x="5530851" y="5675313"/>
              <a:ext cx="14288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04" name="Line 27"/>
            <p:cNvSpPr>
              <a:spLocks noChangeShapeType="1"/>
            </p:cNvSpPr>
            <p:nvPr/>
          </p:nvSpPr>
          <p:spPr bwMode="auto">
            <a:xfrm flipV="1">
              <a:off x="5545138" y="5667375"/>
              <a:ext cx="14288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05" name="Line 28"/>
            <p:cNvSpPr>
              <a:spLocks noChangeShapeType="1"/>
            </p:cNvSpPr>
            <p:nvPr/>
          </p:nvSpPr>
          <p:spPr bwMode="auto">
            <a:xfrm flipV="1">
              <a:off x="5559426" y="5661025"/>
              <a:ext cx="15875" cy="63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06" name="Line 29"/>
            <p:cNvSpPr>
              <a:spLocks noChangeShapeType="1"/>
            </p:cNvSpPr>
            <p:nvPr/>
          </p:nvSpPr>
          <p:spPr bwMode="auto">
            <a:xfrm flipV="1">
              <a:off x="5575301" y="5656263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07" name="Line 30"/>
            <p:cNvSpPr>
              <a:spLocks noChangeShapeType="1"/>
            </p:cNvSpPr>
            <p:nvPr/>
          </p:nvSpPr>
          <p:spPr bwMode="auto">
            <a:xfrm flipV="1">
              <a:off x="5589588" y="5651500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08" name="Line 31"/>
            <p:cNvSpPr>
              <a:spLocks noChangeShapeType="1"/>
            </p:cNvSpPr>
            <p:nvPr/>
          </p:nvSpPr>
          <p:spPr bwMode="auto">
            <a:xfrm flipV="1">
              <a:off x="5603876" y="5649913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09" name="Line 32"/>
            <p:cNvSpPr>
              <a:spLocks noChangeShapeType="1"/>
            </p:cNvSpPr>
            <p:nvPr/>
          </p:nvSpPr>
          <p:spPr bwMode="auto">
            <a:xfrm flipV="1">
              <a:off x="5618163" y="5648325"/>
              <a:ext cx="15875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10" name="Line 33"/>
            <p:cNvSpPr>
              <a:spLocks noChangeShapeType="1"/>
            </p:cNvSpPr>
            <p:nvPr/>
          </p:nvSpPr>
          <p:spPr bwMode="auto">
            <a:xfrm flipV="1">
              <a:off x="5634038" y="5646738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11" name="Line 34"/>
            <p:cNvSpPr>
              <a:spLocks noChangeShapeType="1"/>
            </p:cNvSpPr>
            <p:nvPr/>
          </p:nvSpPr>
          <p:spPr bwMode="auto">
            <a:xfrm>
              <a:off x="5648326" y="5646738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12" name="Line 35"/>
            <p:cNvSpPr>
              <a:spLocks noChangeShapeType="1"/>
            </p:cNvSpPr>
            <p:nvPr/>
          </p:nvSpPr>
          <p:spPr bwMode="auto">
            <a:xfrm>
              <a:off x="5662613" y="5648325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13" name="Line 36"/>
            <p:cNvSpPr>
              <a:spLocks noChangeShapeType="1"/>
            </p:cNvSpPr>
            <p:nvPr/>
          </p:nvSpPr>
          <p:spPr bwMode="auto">
            <a:xfrm>
              <a:off x="5676901" y="5649913"/>
              <a:ext cx="15875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14" name="Line 37"/>
            <p:cNvSpPr>
              <a:spLocks noChangeShapeType="1"/>
            </p:cNvSpPr>
            <p:nvPr/>
          </p:nvSpPr>
          <p:spPr bwMode="auto">
            <a:xfrm>
              <a:off x="5692776" y="5654675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15" name="Line 38"/>
            <p:cNvSpPr>
              <a:spLocks noChangeShapeType="1"/>
            </p:cNvSpPr>
            <p:nvPr/>
          </p:nvSpPr>
          <p:spPr bwMode="auto">
            <a:xfrm>
              <a:off x="5707063" y="5659438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16" name="Line 39"/>
            <p:cNvSpPr>
              <a:spLocks noChangeShapeType="1"/>
            </p:cNvSpPr>
            <p:nvPr/>
          </p:nvSpPr>
          <p:spPr bwMode="auto">
            <a:xfrm>
              <a:off x="5721351" y="5664200"/>
              <a:ext cx="14288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17" name="Line 40"/>
            <p:cNvSpPr>
              <a:spLocks noChangeShapeType="1"/>
            </p:cNvSpPr>
            <p:nvPr/>
          </p:nvSpPr>
          <p:spPr bwMode="auto">
            <a:xfrm>
              <a:off x="5735638" y="5672138"/>
              <a:ext cx="15875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18" name="Line 41"/>
            <p:cNvSpPr>
              <a:spLocks noChangeShapeType="1"/>
            </p:cNvSpPr>
            <p:nvPr/>
          </p:nvSpPr>
          <p:spPr bwMode="auto">
            <a:xfrm>
              <a:off x="5751513" y="5680075"/>
              <a:ext cx="14288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19" name="Line 42"/>
            <p:cNvSpPr>
              <a:spLocks noChangeShapeType="1"/>
            </p:cNvSpPr>
            <p:nvPr/>
          </p:nvSpPr>
          <p:spPr bwMode="auto">
            <a:xfrm>
              <a:off x="5765801" y="5689600"/>
              <a:ext cx="14288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20" name="Line 43"/>
            <p:cNvSpPr>
              <a:spLocks noChangeShapeType="1"/>
            </p:cNvSpPr>
            <p:nvPr/>
          </p:nvSpPr>
          <p:spPr bwMode="auto">
            <a:xfrm>
              <a:off x="5780088" y="5699125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21" name="Line 44"/>
            <p:cNvSpPr>
              <a:spLocks noChangeShapeType="1"/>
            </p:cNvSpPr>
            <p:nvPr/>
          </p:nvSpPr>
          <p:spPr bwMode="auto">
            <a:xfrm>
              <a:off x="5794376" y="5711825"/>
              <a:ext cx="15875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22" name="Line 45"/>
            <p:cNvSpPr>
              <a:spLocks noChangeShapeType="1"/>
            </p:cNvSpPr>
            <p:nvPr/>
          </p:nvSpPr>
          <p:spPr bwMode="auto">
            <a:xfrm>
              <a:off x="5810251" y="5724525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23" name="Line 46"/>
            <p:cNvSpPr>
              <a:spLocks noChangeShapeType="1"/>
            </p:cNvSpPr>
            <p:nvPr/>
          </p:nvSpPr>
          <p:spPr bwMode="auto">
            <a:xfrm>
              <a:off x="5824538" y="5737225"/>
              <a:ext cx="14288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24" name="Line 47"/>
            <p:cNvSpPr>
              <a:spLocks noChangeShapeType="1"/>
            </p:cNvSpPr>
            <p:nvPr/>
          </p:nvSpPr>
          <p:spPr bwMode="auto">
            <a:xfrm>
              <a:off x="5838826" y="5751513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25" name="Line 48"/>
            <p:cNvSpPr>
              <a:spLocks noChangeShapeType="1"/>
            </p:cNvSpPr>
            <p:nvPr/>
          </p:nvSpPr>
          <p:spPr bwMode="auto">
            <a:xfrm>
              <a:off x="5853113" y="5767388"/>
              <a:ext cx="15875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26" name="Line 49"/>
            <p:cNvSpPr>
              <a:spLocks noChangeShapeType="1"/>
            </p:cNvSpPr>
            <p:nvPr/>
          </p:nvSpPr>
          <p:spPr bwMode="auto">
            <a:xfrm>
              <a:off x="5868988" y="5783263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27" name="Line 50"/>
            <p:cNvSpPr>
              <a:spLocks noChangeShapeType="1"/>
            </p:cNvSpPr>
            <p:nvPr/>
          </p:nvSpPr>
          <p:spPr bwMode="auto">
            <a:xfrm>
              <a:off x="5883276" y="5799138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28" name="Line 51"/>
            <p:cNvSpPr>
              <a:spLocks noChangeShapeType="1"/>
            </p:cNvSpPr>
            <p:nvPr/>
          </p:nvSpPr>
          <p:spPr bwMode="auto">
            <a:xfrm>
              <a:off x="5897563" y="5816600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29" name="Line 52"/>
            <p:cNvSpPr>
              <a:spLocks noChangeShapeType="1"/>
            </p:cNvSpPr>
            <p:nvPr/>
          </p:nvSpPr>
          <p:spPr bwMode="auto">
            <a:xfrm>
              <a:off x="5911851" y="5834063"/>
              <a:ext cx="15875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30" name="Line 53"/>
            <p:cNvSpPr>
              <a:spLocks noChangeShapeType="1"/>
            </p:cNvSpPr>
            <p:nvPr/>
          </p:nvSpPr>
          <p:spPr bwMode="auto">
            <a:xfrm>
              <a:off x="5927726" y="5853113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31" name="Line 54"/>
            <p:cNvSpPr>
              <a:spLocks noChangeShapeType="1"/>
            </p:cNvSpPr>
            <p:nvPr/>
          </p:nvSpPr>
          <p:spPr bwMode="auto">
            <a:xfrm>
              <a:off x="5942013" y="5872163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32" name="Line 55"/>
            <p:cNvSpPr>
              <a:spLocks noChangeShapeType="1"/>
            </p:cNvSpPr>
            <p:nvPr/>
          </p:nvSpPr>
          <p:spPr bwMode="auto">
            <a:xfrm>
              <a:off x="5956301" y="5891213"/>
              <a:ext cx="15875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33" name="Line 56"/>
            <p:cNvSpPr>
              <a:spLocks noChangeShapeType="1"/>
            </p:cNvSpPr>
            <p:nvPr/>
          </p:nvSpPr>
          <p:spPr bwMode="auto">
            <a:xfrm>
              <a:off x="5972176" y="591185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34" name="Line 57"/>
            <p:cNvSpPr>
              <a:spLocks noChangeShapeType="1"/>
            </p:cNvSpPr>
            <p:nvPr/>
          </p:nvSpPr>
          <p:spPr bwMode="auto">
            <a:xfrm>
              <a:off x="5986463" y="593090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35" name="Line 58"/>
            <p:cNvSpPr>
              <a:spLocks noChangeShapeType="1"/>
            </p:cNvSpPr>
            <p:nvPr/>
          </p:nvSpPr>
          <p:spPr bwMode="auto">
            <a:xfrm>
              <a:off x="6000751" y="5949950"/>
              <a:ext cx="14288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36" name="Line 59"/>
            <p:cNvSpPr>
              <a:spLocks noChangeShapeType="1"/>
            </p:cNvSpPr>
            <p:nvPr/>
          </p:nvSpPr>
          <p:spPr bwMode="auto">
            <a:xfrm>
              <a:off x="6015038" y="5970588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37" name="Line 60"/>
            <p:cNvSpPr>
              <a:spLocks noChangeShapeType="1"/>
            </p:cNvSpPr>
            <p:nvPr/>
          </p:nvSpPr>
          <p:spPr bwMode="auto">
            <a:xfrm>
              <a:off x="6029326" y="5989638"/>
              <a:ext cx="15875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38" name="Line 61"/>
            <p:cNvSpPr>
              <a:spLocks noChangeShapeType="1"/>
            </p:cNvSpPr>
            <p:nvPr/>
          </p:nvSpPr>
          <p:spPr bwMode="auto">
            <a:xfrm>
              <a:off x="6045201" y="601027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39" name="Line 62"/>
            <p:cNvSpPr>
              <a:spLocks noChangeShapeType="1"/>
            </p:cNvSpPr>
            <p:nvPr/>
          </p:nvSpPr>
          <p:spPr bwMode="auto">
            <a:xfrm>
              <a:off x="6059488" y="602932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40" name="Line 63"/>
            <p:cNvSpPr>
              <a:spLocks noChangeShapeType="1"/>
            </p:cNvSpPr>
            <p:nvPr/>
          </p:nvSpPr>
          <p:spPr bwMode="auto">
            <a:xfrm>
              <a:off x="6073776" y="6048375"/>
              <a:ext cx="15875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41" name="Line 64"/>
            <p:cNvSpPr>
              <a:spLocks noChangeShapeType="1"/>
            </p:cNvSpPr>
            <p:nvPr/>
          </p:nvSpPr>
          <p:spPr bwMode="auto">
            <a:xfrm>
              <a:off x="6089651" y="606742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42" name="Line 65"/>
            <p:cNvSpPr>
              <a:spLocks noChangeShapeType="1"/>
            </p:cNvSpPr>
            <p:nvPr/>
          </p:nvSpPr>
          <p:spPr bwMode="auto">
            <a:xfrm>
              <a:off x="6103938" y="6086475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43" name="Line 66"/>
            <p:cNvSpPr>
              <a:spLocks noChangeShapeType="1"/>
            </p:cNvSpPr>
            <p:nvPr/>
          </p:nvSpPr>
          <p:spPr bwMode="auto">
            <a:xfrm>
              <a:off x="6118226" y="6103938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44" name="Line 67"/>
            <p:cNvSpPr>
              <a:spLocks noChangeShapeType="1"/>
            </p:cNvSpPr>
            <p:nvPr/>
          </p:nvSpPr>
          <p:spPr bwMode="auto">
            <a:xfrm>
              <a:off x="6132513" y="6121400"/>
              <a:ext cx="15875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45" name="Line 68"/>
            <p:cNvSpPr>
              <a:spLocks noChangeShapeType="1"/>
            </p:cNvSpPr>
            <p:nvPr/>
          </p:nvSpPr>
          <p:spPr bwMode="auto">
            <a:xfrm>
              <a:off x="6148388" y="6138863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46" name="Line 69"/>
            <p:cNvSpPr>
              <a:spLocks noChangeShapeType="1"/>
            </p:cNvSpPr>
            <p:nvPr/>
          </p:nvSpPr>
          <p:spPr bwMode="auto">
            <a:xfrm>
              <a:off x="6162676" y="6154738"/>
              <a:ext cx="14288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47" name="Line 70"/>
            <p:cNvSpPr>
              <a:spLocks noChangeShapeType="1"/>
            </p:cNvSpPr>
            <p:nvPr/>
          </p:nvSpPr>
          <p:spPr bwMode="auto">
            <a:xfrm>
              <a:off x="6176963" y="6169025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48" name="Line 71"/>
            <p:cNvSpPr>
              <a:spLocks noChangeShapeType="1"/>
            </p:cNvSpPr>
            <p:nvPr/>
          </p:nvSpPr>
          <p:spPr bwMode="auto">
            <a:xfrm>
              <a:off x="6191251" y="6184900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49" name="Line 72"/>
            <p:cNvSpPr>
              <a:spLocks noChangeShapeType="1"/>
            </p:cNvSpPr>
            <p:nvPr/>
          </p:nvSpPr>
          <p:spPr bwMode="auto">
            <a:xfrm>
              <a:off x="6205538" y="6197600"/>
              <a:ext cx="15875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50" name="Line 73"/>
            <p:cNvSpPr>
              <a:spLocks noChangeShapeType="1"/>
            </p:cNvSpPr>
            <p:nvPr/>
          </p:nvSpPr>
          <p:spPr bwMode="auto">
            <a:xfrm>
              <a:off x="6221413" y="6210300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51" name="Line 74"/>
            <p:cNvSpPr>
              <a:spLocks noChangeShapeType="1"/>
            </p:cNvSpPr>
            <p:nvPr/>
          </p:nvSpPr>
          <p:spPr bwMode="auto">
            <a:xfrm>
              <a:off x="6235701" y="6221413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52" name="Line 75"/>
            <p:cNvSpPr>
              <a:spLocks noChangeShapeType="1"/>
            </p:cNvSpPr>
            <p:nvPr/>
          </p:nvSpPr>
          <p:spPr bwMode="auto">
            <a:xfrm>
              <a:off x="6249988" y="6232525"/>
              <a:ext cx="15875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53" name="Line 76"/>
            <p:cNvSpPr>
              <a:spLocks noChangeShapeType="1"/>
            </p:cNvSpPr>
            <p:nvPr/>
          </p:nvSpPr>
          <p:spPr bwMode="auto">
            <a:xfrm>
              <a:off x="6265863" y="6242050"/>
              <a:ext cx="14288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54" name="Line 77"/>
            <p:cNvSpPr>
              <a:spLocks noChangeShapeType="1"/>
            </p:cNvSpPr>
            <p:nvPr/>
          </p:nvSpPr>
          <p:spPr bwMode="auto">
            <a:xfrm>
              <a:off x="6280151" y="6249988"/>
              <a:ext cx="14288" cy="63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55" name="Line 78"/>
            <p:cNvSpPr>
              <a:spLocks noChangeShapeType="1"/>
            </p:cNvSpPr>
            <p:nvPr/>
          </p:nvSpPr>
          <p:spPr bwMode="auto">
            <a:xfrm>
              <a:off x="6294438" y="6256338"/>
              <a:ext cx="14288" cy="63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56" name="Line 79"/>
            <p:cNvSpPr>
              <a:spLocks noChangeShapeType="1"/>
            </p:cNvSpPr>
            <p:nvPr/>
          </p:nvSpPr>
          <p:spPr bwMode="auto">
            <a:xfrm>
              <a:off x="6308726" y="6262688"/>
              <a:ext cx="15875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57" name="Line 80"/>
            <p:cNvSpPr>
              <a:spLocks noChangeShapeType="1"/>
            </p:cNvSpPr>
            <p:nvPr/>
          </p:nvSpPr>
          <p:spPr bwMode="auto">
            <a:xfrm>
              <a:off x="6324601" y="6267450"/>
              <a:ext cx="14288" cy="31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58" name="Line 81"/>
            <p:cNvSpPr>
              <a:spLocks noChangeShapeType="1"/>
            </p:cNvSpPr>
            <p:nvPr/>
          </p:nvSpPr>
          <p:spPr bwMode="auto">
            <a:xfrm>
              <a:off x="6338888" y="6270625"/>
              <a:ext cx="14288" cy="31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59" name="Line 82"/>
            <p:cNvSpPr>
              <a:spLocks noChangeShapeType="1"/>
            </p:cNvSpPr>
            <p:nvPr/>
          </p:nvSpPr>
          <p:spPr bwMode="auto">
            <a:xfrm>
              <a:off x="6353176" y="6273800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60" name="Line 83"/>
            <p:cNvSpPr>
              <a:spLocks noChangeShapeType="1"/>
            </p:cNvSpPr>
            <p:nvPr/>
          </p:nvSpPr>
          <p:spPr bwMode="auto">
            <a:xfrm flipV="1">
              <a:off x="6367463" y="6273800"/>
              <a:ext cx="15875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61" name="Line 84"/>
            <p:cNvSpPr>
              <a:spLocks noChangeShapeType="1"/>
            </p:cNvSpPr>
            <p:nvPr/>
          </p:nvSpPr>
          <p:spPr bwMode="auto">
            <a:xfrm flipV="1">
              <a:off x="6383338" y="6272213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62" name="Line 85"/>
            <p:cNvSpPr>
              <a:spLocks noChangeShapeType="1"/>
            </p:cNvSpPr>
            <p:nvPr/>
          </p:nvSpPr>
          <p:spPr bwMode="auto">
            <a:xfrm flipV="1">
              <a:off x="6397626" y="6269038"/>
              <a:ext cx="14288" cy="31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63" name="Line 86"/>
            <p:cNvSpPr>
              <a:spLocks noChangeShapeType="1"/>
            </p:cNvSpPr>
            <p:nvPr/>
          </p:nvSpPr>
          <p:spPr bwMode="auto">
            <a:xfrm flipV="1">
              <a:off x="6411913" y="6264275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64" name="Line 87"/>
            <p:cNvSpPr>
              <a:spLocks noChangeShapeType="1"/>
            </p:cNvSpPr>
            <p:nvPr/>
          </p:nvSpPr>
          <p:spPr bwMode="auto">
            <a:xfrm flipV="1">
              <a:off x="6426201" y="6259513"/>
              <a:ext cx="15875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65" name="Line 88"/>
            <p:cNvSpPr>
              <a:spLocks noChangeShapeType="1"/>
            </p:cNvSpPr>
            <p:nvPr/>
          </p:nvSpPr>
          <p:spPr bwMode="auto">
            <a:xfrm flipV="1">
              <a:off x="6442076" y="6253163"/>
              <a:ext cx="14288" cy="63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66" name="Line 89"/>
            <p:cNvSpPr>
              <a:spLocks noChangeShapeType="1"/>
            </p:cNvSpPr>
            <p:nvPr/>
          </p:nvSpPr>
          <p:spPr bwMode="auto">
            <a:xfrm flipV="1">
              <a:off x="6456363" y="6245225"/>
              <a:ext cx="14288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67" name="Line 90"/>
            <p:cNvSpPr>
              <a:spLocks noChangeShapeType="1"/>
            </p:cNvSpPr>
            <p:nvPr/>
          </p:nvSpPr>
          <p:spPr bwMode="auto">
            <a:xfrm flipV="1">
              <a:off x="6470651" y="6237288"/>
              <a:ext cx="15875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68" name="Line 91"/>
            <p:cNvSpPr>
              <a:spLocks noChangeShapeType="1"/>
            </p:cNvSpPr>
            <p:nvPr/>
          </p:nvSpPr>
          <p:spPr bwMode="auto">
            <a:xfrm flipV="1">
              <a:off x="6486526" y="6226175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69" name="Line 92"/>
            <p:cNvSpPr>
              <a:spLocks noChangeShapeType="1"/>
            </p:cNvSpPr>
            <p:nvPr/>
          </p:nvSpPr>
          <p:spPr bwMode="auto">
            <a:xfrm flipV="1">
              <a:off x="6500813" y="6215063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70" name="Line 93"/>
            <p:cNvSpPr>
              <a:spLocks noChangeShapeType="1"/>
            </p:cNvSpPr>
            <p:nvPr/>
          </p:nvSpPr>
          <p:spPr bwMode="auto">
            <a:xfrm flipV="1">
              <a:off x="6515101" y="6203950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71" name="Line 94"/>
            <p:cNvSpPr>
              <a:spLocks noChangeShapeType="1"/>
            </p:cNvSpPr>
            <p:nvPr/>
          </p:nvSpPr>
          <p:spPr bwMode="auto">
            <a:xfrm flipV="1">
              <a:off x="6529388" y="6191250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72" name="Line 95"/>
            <p:cNvSpPr>
              <a:spLocks noChangeShapeType="1"/>
            </p:cNvSpPr>
            <p:nvPr/>
          </p:nvSpPr>
          <p:spPr bwMode="auto">
            <a:xfrm flipV="1">
              <a:off x="6543676" y="6176963"/>
              <a:ext cx="15875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73" name="Line 96"/>
            <p:cNvSpPr>
              <a:spLocks noChangeShapeType="1"/>
            </p:cNvSpPr>
            <p:nvPr/>
          </p:nvSpPr>
          <p:spPr bwMode="auto">
            <a:xfrm flipV="1">
              <a:off x="6559551" y="6162675"/>
              <a:ext cx="14288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74" name="Line 97"/>
            <p:cNvSpPr>
              <a:spLocks noChangeShapeType="1"/>
            </p:cNvSpPr>
            <p:nvPr/>
          </p:nvSpPr>
          <p:spPr bwMode="auto">
            <a:xfrm flipV="1">
              <a:off x="6573838" y="6146800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75" name="Line 98"/>
            <p:cNvSpPr>
              <a:spLocks noChangeShapeType="1"/>
            </p:cNvSpPr>
            <p:nvPr/>
          </p:nvSpPr>
          <p:spPr bwMode="auto">
            <a:xfrm flipV="1">
              <a:off x="6588126" y="6129338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76" name="Line 99"/>
            <p:cNvSpPr>
              <a:spLocks noChangeShapeType="1"/>
            </p:cNvSpPr>
            <p:nvPr/>
          </p:nvSpPr>
          <p:spPr bwMode="auto">
            <a:xfrm flipV="1">
              <a:off x="6602413" y="6113463"/>
              <a:ext cx="15875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77" name="Line 100"/>
            <p:cNvSpPr>
              <a:spLocks noChangeShapeType="1"/>
            </p:cNvSpPr>
            <p:nvPr/>
          </p:nvSpPr>
          <p:spPr bwMode="auto">
            <a:xfrm flipV="1">
              <a:off x="6618288" y="6094413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78" name="Line 101"/>
            <p:cNvSpPr>
              <a:spLocks noChangeShapeType="1"/>
            </p:cNvSpPr>
            <p:nvPr/>
          </p:nvSpPr>
          <p:spPr bwMode="auto">
            <a:xfrm flipV="1">
              <a:off x="6632576" y="6076950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79" name="Line 102"/>
            <p:cNvSpPr>
              <a:spLocks noChangeShapeType="1"/>
            </p:cNvSpPr>
            <p:nvPr/>
          </p:nvSpPr>
          <p:spPr bwMode="auto">
            <a:xfrm flipV="1">
              <a:off x="6646863" y="6057900"/>
              <a:ext cx="15875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80" name="Line 103"/>
            <p:cNvSpPr>
              <a:spLocks noChangeShapeType="1"/>
            </p:cNvSpPr>
            <p:nvPr/>
          </p:nvSpPr>
          <p:spPr bwMode="auto">
            <a:xfrm flipV="1">
              <a:off x="6662738" y="603885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81" name="Line 104"/>
            <p:cNvSpPr>
              <a:spLocks noChangeShapeType="1"/>
            </p:cNvSpPr>
            <p:nvPr/>
          </p:nvSpPr>
          <p:spPr bwMode="auto">
            <a:xfrm flipV="1">
              <a:off x="6677026" y="601980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82" name="Line 105"/>
            <p:cNvSpPr>
              <a:spLocks noChangeShapeType="1"/>
            </p:cNvSpPr>
            <p:nvPr/>
          </p:nvSpPr>
          <p:spPr bwMode="auto">
            <a:xfrm flipV="1">
              <a:off x="6691313" y="600075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883" name="Line 106"/>
            <p:cNvSpPr>
              <a:spLocks noChangeShapeType="1"/>
            </p:cNvSpPr>
            <p:nvPr/>
          </p:nvSpPr>
          <p:spPr bwMode="auto">
            <a:xfrm flipV="1">
              <a:off x="6705601" y="5980113"/>
              <a:ext cx="14288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4" name="Group 112"/>
          <p:cNvGrpSpPr>
            <a:grpSpLocks/>
          </p:cNvGrpSpPr>
          <p:nvPr/>
        </p:nvGrpSpPr>
        <p:grpSpPr bwMode="auto">
          <a:xfrm>
            <a:off x="1404938" y="3576638"/>
            <a:ext cx="4619625" cy="652462"/>
            <a:chOff x="5281613" y="5646738"/>
            <a:chExt cx="1438276" cy="628649"/>
          </a:xfrm>
        </p:grpSpPr>
        <p:sp>
          <p:nvSpPr>
            <p:cNvPr id="66688" name="Line 9"/>
            <p:cNvSpPr>
              <a:spLocks noChangeShapeType="1"/>
            </p:cNvSpPr>
            <p:nvPr/>
          </p:nvSpPr>
          <p:spPr bwMode="auto">
            <a:xfrm flipV="1">
              <a:off x="5281613" y="5940425"/>
              <a:ext cx="14288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89" name="Line 10"/>
            <p:cNvSpPr>
              <a:spLocks noChangeShapeType="1"/>
            </p:cNvSpPr>
            <p:nvPr/>
          </p:nvSpPr>
          <p:spPr bwMode="auto">
            <a:xfrm flipV="1">
              <a:off x="5295901" y="592137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90" name="Line 11"/>
            <p:cNvSpPr>
              <a:spLocks noChangeShapeType="1"/>
            </p:cNvSpPr>
            <p:nvPr/>
          </p:nvSpPr>
          <p:spPr bwMode="auto">
            <a:xfrm flipV="1">
              <a:off x="5310188" y="5900738"/>
              <a:ext cx="14288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91" name="Line 12"/>
            <p:cNvSpPr>
              <a:spLocks noChangeShapeType="1"/>
            </p:cNvSpPr>
            <p:nvPr/>
          </p:nvSpPr>
          <p:spPr bwMode="auto">
            <a:xfrm flipV="1">
              <a:off x="5324476" y="5881688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92" name="Line 13"/>
            <p:cNvSpPr>
              <a:spLocks noChangeShapeType="1"/>
            </p:cNvSpPr>
            <p:nvPr/>
          </p:nvSpPr>
          <p:spPr bwMode="auto">
            <a:xfrm flipV="1">
              <a:off x="5338763" y="5862638"/>
              <a:ext cx="15875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93" name="Line 14"/>
            <p:cNvSpPr>
              <a:spLocks noChangeShapeType="1"/>
            </p:cNvSpPr>
            <p:nvPr/>
          </p:nvSpPr>
          <p:spPr bwMode="auto">
            <a:xfrm flipV="1">
              <a:off x="5354638" y="5845175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94" name="Line 15"/>
            <p:cNvSpPr>
              <a:spLocks noChangeShapeType="1"/>
            </p:cNvSpPr>
            <p:nvPr/>
          </p:nvSpPr>
          <p:spPr bwMode="auto">
            <a:xfrm flipV="1">
              <a:off x="5368926" y="582612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95" name="Line 16"/>
            <p:cNvSpPr>
              <a:spLocks noChangeShapeType="1"/>
            </p:cNvSpPr>
            <p:nvPr/>
          </p:nvSpPr>
          <p:spPr bwMode="auto">
            <a:xfrm flipV="1">
              <a:off x="5383213" y="5808663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96" name="Line 17"/>
            <p:cNvSpPr>
              <a:spLocks noChangeShapeType="1"/>
            </p:cNvSpPr>
            <p:nvPr/>
          </p:nvSpPr>
          <p:spPr bwMode="auto">
            <a:xfrm flipV="1">
              <a:off x="5397501" y="5791200"/>
              <a:ext cx="15875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97" name="Line 18"/>
            <p:cNvSpPr>
              <a:spLocks noChangeShapeType="1"/>
            </p:cNvSpPr>
            <p:nvPr/>
          </p:nvSpPr>
          <p:spPr bwMode="auto">
            <a:xfrm flipV="1">
              <a:off x="5413376" y="5775325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98" name="Line 19"/>
            <p:cNvSpPr>
              <a:spLocks noChangeShapeType="1"/>
            </p:cNvSpPr>
            <p:nvPr/>
          </p:nvSpPr>
          <p:spPr bwMode="auto">
            <a:xfrm flipV="1">
              <a:off x="5427663" y="5759450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99" name="Line 20"/>
            <p:cNvSpPr>
              <a:spLocks noChangeShapeType="1"/>
            </p:cNvSpPr>
            <p:nvPr/>
          </p:nvSpPr>
          <p:spPr bwMode="auto">
            <a:xfrm flipV="1">
              <a:off x="5441951" y="5745163"/>
              <a:ext cx="15875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00" name="Line 21"/>
            <p:cNvSpPr>
              <a:spLocks noChangeShapeType="1"/>
            </p:cNvSpPr>
            <p:nvPr/>
          </p:nvSpPr>
          <p:spPr bwMode="auto">
            <a:xfrm flipV="1">
              <a:off x="5457826" y="5730875"/>
              <a:ext cx="14288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01" name="Line 22"/>
            <p:cNvSpPr>
              <a:spLocks noChangeShapeType="1"/>
            </p:cNvSpPr>
            <p:nvPr/>
          </p:nvSpPr>
          <p:spPr bwMode="auto">
            <a:xfrm flipV="1">
              <a:off x="5472113" y="5718175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02" name="Line 23"/>
            <p:cNvSpPr>
              <a:spLocks noChangeShapeType="1"/>
            </p:cNvSpPr>
            <p:nvPr/>
          </p:nvSpPr>
          <p:spPr bwMode="auto">
            <a:xfrm flipV="1">
              <a:off x="5486401" y="5705475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03" name="Line 24"/>
            <p:cNvSpPr>
              <a:spLocks noChangeShapeType="1"/>
            </p:cNvSpPr>
            <p:nvPr/>
          </p:nvSpPr>
          <p:spPr bwMode="auto">
            <a:xfrm flipV="1">
              <a:off x="5500688" y="5694363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04" name="Line 25"/>
            <p:cNvSpPr>
              <a:spLocks noChangeShapeType="1"/>
            </p:cNvSpPr>
            <p:nvPr/>
          </p:nvSpPr>
          <p:spPr bwMode="auto">
            <a:xfrm flipV="1">
              <a:off x="5514976" y="5684838"/>
              <a:ext cx="15875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05" name="Line 26"/>
            <p:cNvSpPr>
              <a:spLocks noChangeShapeType="1"/>
            </p:cNvSpPr>
            <p:nvPr/>
          </p:nvSpPr>
          <p:spPr bwMode="auto">
            <a:xfrm flipV="1">
              <a:off x="5530851" y="5675313"/>
              <a:ext cx="14288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06" name="Line 27"/>
            <p:cNvSpPr>
              <a:spLocks noChangeShapeType="1"/>
            </p:cNvSpPr>
            <p:nvPr/>
          </p:nvSpPr>
          <p:spPr bwMode="auto">
            <a:xfrm flipV="1">
              <a:off x="5545138" y="5667375"/>
              <a:ext cx="14288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07" name="Line 28"/>
            <p:cNvSpPr>
              <a:spLocks noChangeShapeType="1"/>
            </p:cNvSpPr>
            <p:nvPr/>
          </p:nvSpPr>
          <p:spPr bwMode="auto">
            <a:xfrm flipV="1">
              <a:off x="5559426" y="5661025"/>
              <a:ext cx="15875" cy="63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08" name="Line 29"/>
            <p:cNvSpPr>
              <a:spLocks noChangeShapeType="1"/>
            </p:cNvSpPr>
            <p:nvPr/>
          </p:nvSpPr>
          <p:spPr bwMode="auto">
            <a:xfrm flipV="1">
              <a:off x="5575301" y="5656263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09" name="Line 30"/>
            <p:cNvSpPr>
              <a:spLocks noChangeShapeType="1"/>
            </p:cNvSpPr>
            <p:nvPr/>
          </p:nvSpPr>
          <p:spPr bwMode="auto">
            <a:xfrm flipV="1">
              <a:off x="5589588" y="5651500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10" name="Line 31"/>
            <p:cNvSpPr>
              <a:spLocks noChangeShapeType="1"/>
            </p:cNvSpPr>
            <p:nvPr/>
          </p:nvSpPr>
          <p:spPr bwMode="auto">
            <a:xfrm flipV="1">
              <a:off x="5603876" y="5649913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11" name="Line 32"/>
            <p:cNvSpPr>
              <a:spLocks noChangeShapeType="1"/>
            </p:cNvSpPr>
            <p:nvPr/>
          </p:nvSpPr>
          <p:spPr bwMode="auto">
            <a:xfrm flipV="1">
              <a:off x="5618163" y="5648325"/>
              <a:ext cx="15875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12" name="Line 33"/>
            <p:cNvSpPr>
              <a:spLocks noChangeShapeType="1"/>
            </p:cNvSpPr>
            <p:nvPr/>
          </p:nvSpPr>
          <p:spPr bwMode="auto">
            <a:xfrm flipV="1">
              <a:off x="5634038" y="5646738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13" name="Line 34"/>
            <p:cNvSpPr>
              <a:spLocks noChangeShapeType="1"/>
            </p:cNvSpPr>
            <p:nvPr/>
          </p:nvSpPr>
          <p:spPr bwMode="auto">
            <a:xfrm>
              <a:off x="5648326" y="5646738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14" name="Line 35"/>
            <p:cNvSpPr>
              <a:spLocks noChangeShapeType="1"/>
            </p:cNvSpPr>
            <p:nvPr/>
          </p:nvSpPr>
          <p:spPr bwMode="auto">
            <a:xfrm>
              <a:off x="5662613" y="5648325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15" name="Line 36"/>
            <p:cNvSpPr>
              <a:spLocks noChangeShapeType="1"/>
            </p:cNvSpPr>
            <p:nvPr/>
          </p:nvSpPr>
          <p:spPr bwMode="auto">
            <a:xfrm>
              <a:off x="5676901" y="5649913"/>
              <a:ext cx="15875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16" name="Line 37"/>
            <p:cNvSpPr>
              <a:spLocks noChangeShapeType="1"/>
            </p:cNvSpPr>
            <p:nvPr/>
          </p:nvSpPr>
          <p:spPr bwMode="auto">
            <a:xfrm>
              <a:off x="5692776" y="5654675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17" name="Line 38"/>
            <p:cNvSpPr>
              <a:spLocks noChangeShapeType="1"/>
            </p:cNvSpPr>
            <p:nvPr/>
          </p:nvSpPr>
          <p:spPr bwMode="auto">
            <a:xfrm>
              <a:off x="5707063" y="5659438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18" name="Line 39"/>
            <p:cNvSpPr>
              <a:spLocks noChangeShapeType="1"/>
            </p:cNvSpPr>
            <p:nvPr/>
          </p:nvSpPr>
          <p:spPr bwMode="auto">
            <a:xfrm>
              <a:off x="5721351" y="5664200"/>
              <a:ext cx="14288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19" name="Line 40"/>
            <p:cNvSpPr>
              <a:spLocks noChangeShapeType="1"/>
            </p:cNvSpPr>
            <p:nvPr/>
          </p:nvSpPr>
          <p:spPr bwMode="auto">
            <a:xfrm>
              <a:off x="5735638" y="5672138"/>
              <a:ext cx="15875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20" name="Line 41"/>
            <p:cNvSpPr>
              <a:spLocks noChangeShapeType="1"/>
            </p:cNvSpPr>
            <p:nvPr/>
          </p:nvSpPr>
          <p:spPr bwMode="auto">
            <a:xfrm>
              <a:off x="5751513" y="5680075"/>
              <a:ext cx="14288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21" name="Line 42"/>
            <p:cNvSpPr>
              <a:spLocks noChangeShapeType="1"/>
            </p:cNvSpPr>
            <p:nvPr/>
          </p:nvSpPr>
          <p:spPr bwMode="auto">
            <a:xfrm>
              <a:off x="5765801" y="5689600"/>
              <a:ext cx="14288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22" name="Line 43"/>
            <p:cNvSpPr>
              <a:spLocks noChangeShapeType="1"/>
            </p:cNvSpPr>
            <p:nvPr/>
          </p:nvSpPr>
          <p:spPr bwMode="auto">
            <a:xfrm>
              <a:off x="5780088" y="5699125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23" name="Line 44"/>
            <p:cNvSpPr>
              <a:spLocks noChangeShapeType="1"/>
            </p:cNvSpPr>
            <p:nvPr/>
          </p:nvSpPr>
          <p:spPr bwMode="auto">
            <a:xfrm>
              <a:off x="5794376" y="5711825"/>
              <a:ext cx="15875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24" name="Line 45"/>
            <p:cNvSpPr>
              <a:spLocks noChangeShapeType="1"/>
            </p:cNvSpPr>
            <p:nvPr/>
          </p:nvSpPr>
          <p:spPr bwMode="auto">
            <a:xfrm>
              <a:off x="5810251" y="5724525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25" name="Line 46"/>
            <p:cNvSpPr>
              <a:spLocks noChangeShapeType="1"/>
            </p:cNvSpPr>
            <p:nvPr/>
          </p:nvSpPr>
          <p:spPr bwMode="auto">
            <a:xfrm>
              <a:off x="5824538" y="5737225"/>
              <a:ext cx="14288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26" name="Line 47"/>
            <p:cNvSpPr>
              <a:spLocks noChangeShapeType="1"/>
            </p:cNvSpPr>
            <p:nvPr/>
          </p:nvSpPr>
          <p:spPr bwMode="auto">
            <a:xfrm>
              <a:off x="5838826" y="5751513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27" name="Line 48"/>
            <p:cNvSpPr>
              <a:spLocks noChangeShapeType="1"/>
            </p:cNvSpPr>
            <p:nvPr/>
          </p:nvSpPr>
          <p:spPr bwMode="auto">
            <a:xfrm>
              <a:off x="5853113" y="5767388"/>
              <a:ext cx="15875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28" name="Line 49"/>
            <p:cNvSpPr>
              <a:spLocks noChangeShapeType="1"/>
            </p:cNvSpPr>
            <p:nvPr/>
          </p:nvSpPr>
          <p:spPr bwMode="auto">
            <a:xfrm>
              <a:off x="5868988" y="5783263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29" name="Line 50"/>
            <p:cNvSpPr>
              <a:spLocks noChangeShapeType="1"/>
            </p:cNvSpPr>
            <p:nvPr/>
          </p:nvSpPr>
          <p:spPr bwMode="auto">
            <a:xfrm>
              <a:off x="5883276" y="5799138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30" name="Line 51"/>
            <p:cNvSpPr>
              <a:spLocks noChangeShapeType="1"/>
            </p:cNvSpPr>
            <p:nvPr/>
          </p:nvSpPr>
          <p:spPr bwMode="auto">
            <a:xfrm>
              <a:off x="5897563" y="5816600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31" name="Line 52"/>
            <p:cNvSpPr>
              <a:spLocks noChangeShapeType="1"/>
            </p:cNvSpPr>
            <p:nvPr/>
          </p:nvSpPr>
          <p:spPr bwMode="auto">
            <a:xfrm>
              <a:off x="5911851" y="5834063"/>
              <a:ext cx="15875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32" name="Line 53"/>
            <p:cNvSpPr>
              <a:spLocks noChangeShapeType="1"/>
            </p:cNvSpPr>
            <p:nvPr/>
          </p:nvSpPr>
          <p:spPr bwMode="auto">
            <a:xfrm>
              <a:off x="5927726" y="5853113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33" name="Line 54"/>
            <p:cNvSpPr>
              <a:spLocks noChangeShapeType="1"/>
            </p:cNvSpPr>
            <p:nvPr/>
          </p:nvSpPr>
          <p:spPr bwMode="auto">
            <a:xfrm>
              <a:off x="5942013" y="5872163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34" name="Line 55"/>
            <p:cNvSpPr>
              <a:spLocks noChangeShapeType="1"/>
            </p:cNvSpPr>
            <p:nvPr/>
          </p:nvSpPr>
          <p:spPr bwMode="auto">
            <a:xfrm>
              <a:off x="5956301" y="5891213"/>
              <a:ext cx="15875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35" name="Line 56"/>
            <p:cNvSpPr>
              <a:spLocks noChangeShapeType="1"/>
            </p:cNvSpPr>
            <p:nvPr/>
          </p:nvSpPr>
          <p:spPr bwMode="auto">
            <a:xfrm>
              <a:off x="5972176" y="591185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36" name="Line 57"/>
            <p:cNvSpPr>
              <a:spLocks noChangeShapeType="1"/>
            </p:cNvSpPr>
            <p:nvPr/>
          </p:nvSpPr>
          <p:spPr bwMode="auto">
            <a:xfrm>
              <a:off x="5986463" y="593090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37" name="Line 58"/>
            <p:cNvSpPr>
              <a:spLocks noChangeShapeType="1"/>
            </p:cNvSpPr>
            <p:nvPr/>
          </p:nvSpPr>
          <p:spPr bwMode="auto">
            <a:xfrm>
              <a:off x="6000751" y="5949950"/>
              <a:ext cx="14288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38" name="Line 59"/>
            <p:cNvSpPr>
              <a:spLocks noChangeShapeType="1"/>
            </p:cNvSpPr>
            <p:nvPr/>
          </p:nvSpPr>
          <p:spPr bwMode="auto">
            <a:xfrm>
              <a:off x="6015038" y="5970588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39" name="Line 60"/>
            <p:cNvSpPr>
              <a:spLocks noChangeShapeType="1"/>
            </p:cNvSpPr>
            <p:nvPr/>
          </p:nvSpPr>
          <p:spPr bwMode="auto">
            <a:xfrm>
              <a:off x="6029326" y="5989638"/>
              <a:ext cx="15875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40" name="Line 61"/>
            <p:cNvSpPr>
              <a:spLocks noChangeShapeType="1"/>
            </p:cNvSpPr>
            <p:nvPr/>
          </p:nvSpPr>
          <p:spPr bwMode="auto">
            <a:xfrm>
              <a:off x="6045201" y="601027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41" name="Line 62"/>
            <p:cNvSpPr>
              <a:spLocks noChangeShapeType="1"/>
            </p:cNvSpPr>
            <p:nvPr/>
          </p:nvSpPr>
          <p:spPr bwMode="auto">
            <a:xfrm>
              <a:off x="6059488" y="602932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42" name="Line 63"/>
            <p:cNvSpPr>
              <a:spLocks noChangeShapeType="1"/>
            </p:cNvSpPr>
            <p:nvPr/>
          </p:nvSpPr>
          <p:spPr bwMode="auto">
            <a:xfrm>
              <a:off x="6073776" y="6048375"/>
              <a:ext cx="15875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43" name="Line 64"/>
            <p:cNvSpPr>
              <a:spLocks noChangeShapeType="1"/>
            </p:cNvSpPr>
            <p:nvPr/>
          </p:nvSpPr>
          <p:spPr bwMode="auto">
            <a:xfrm>
              <a:off x="6089651" y="606742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44" name="Line 65"/>
            <p:cNvSpPr>
              <a:spLocks noChangeShapeType="1"/>
            </p:cNvSpPr>
            <p:nvPr/>
          </p:nvSpPr>
          <p:spPr bwMode="auto">
            <a:xfrm>
              <a:off x="6103938" y="6086475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45" name="Line 66"/>
            <p:cNvSpPr>
              <a:spLocks noChangeShapeType="1"/>
            </p:cNvSpPr>
            <p:nvPr/>
          </p:nvSpPr>
          <p:spPr bwMode="auto">
            <a:xfrm>
              <a:off x="6118226" y="6103938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46" name="Line 67"/>
            <p:cNvSpPr>
              <a:spLocks noChangeShapeType="1"/>
            </p:cNvSpPr>
            <p:nvPr/>
          </p:nvSpPr>
          <p:spPr bwMode="auto">
            <a:xfrm>
              <a:off x="6132513" y="6121400"/>
              <a:ext cx="15875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47" name="Line 68"/>
            <p:cNvSpPr>
              <a:spLocks noChangeShapeType="1"/>
            </p:cNvSpPr>
            <p:nvPr/>
          </p:nvSpPr>
          <p:spPr bwMode="auto">
            <a:xfrm>
              <a:off x="6148388" y="6138863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48" name="Line 69"/>
            <p:cNvSpPr>
              <a:spLocks noChangeShapeType="1"/>
            </p:cNvSpPr>
            <p:nvPr/>
          </p:nvSpPr>
          <p:spPr bwMode="auto">
            <a:xfrm>
              <a:off x="6162676" y="6154738"/>
              <a:ext cx="14288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49" name="Line 70"/>
            <p:cNvSpPr>
              <a:spLocks noChangeShapeType="1"/>
            </p:cNvSpPr>
            <p:nvPr/>
          </p:nvSpPr>
          <p:spPr bwMode="auto">
            <a:xfrm>
              <a:off x="6176963" y="6169025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50" name="Line 71"/>
            <p:cNvSpPr>
              <a:spLocks noChangeShapeType="1"/>
            </p:cNvSpPr>
            <p:nvPr/>
          </p:nvSpPr>
          <p:spPr bwMode="auto">
            <a:xfrm>
              <a:off x="6191251" y="6184900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51" name="Line 72"/>
            <p:cNvSpPr>
              <a:spLocks noChangeShapeType="1"/>
            </p:cNvSpPr>
            <p:nvPr/>
          </p:nvSpPr>
          <p:spPr bwMode="auto">
            <a:xfrm>
              <a:off x="6205538" y="6197600"/>
              <a:ext cx="15875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52" name="Line 73"/>
            <p:cNvSpPr>
              <a:spLocks noChangeShapeType="1"/>
            </p:cNvSpPr>
            <p:nvPr/>
          </p:nvSpPr>
          <p:spPr bwMode="auto">
            <a:xfrm>
              <a:off x="6221413" y="6210300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53" name="Line 74"/>
            <p:cNvSpPr>
              <a:spLocks noChangeShapeType="1"/>
            </p:cNvSpPr>
            <p:nvPr/>
          </p:nvSpPr>
          <p:spPr bwMode="auto">
            <a:xfrm>
              <a:off x="6235701" y="6221413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54" name="Line 75"/>
            <p:cNvSpPr>
              <a:spLocks noChangeShapeType="1"/>
            </p:cNvSpPr>
            <p:nvPr/>
          </p:nvSpPr>
          <p:spPr bwMode="auto">
            <a:xfrm>
              <a:off x="6249988" y="6232525"/>
              <a:ext cx="15875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55" name="Line 76"/>
            <p:cNvSpPr>
              <a:spLocks noChangeShapeType="1"/>
            </p:cNvSpPr>
            <p:nvPr/>
          </p:nvSpPr>
          <p:spPr bwMode="auto">
            <a:xfrm>
              <a:off x="6265863" y="6242050"/>
              <a:ext cx="14288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56" name="Line 77"/>
            <p:cNvSpPr>
              <a:spLocks noChangeShapeType="1"/>
            </p:cNvSpPr>
            <p:nvPr/>
          </p:nvSpPr>
          <p:spPr bwMode="auto">
            <a:xfrm>
              <a:off x="6280151" y="6249988"/>
              <a:ext cx="14288" cy="63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57" name="Line 78"/>
            <p:cNvSpPr>
              <a:spLocks noChangeShapeType="1"/>
            </p:cNvSpPr>
            <p:nvPr/>
          </p:nvSpPr>
          <p:spPr bwMode="auto">
            <a:xfrm>
              <a:off x="6294438" y="6256338"/>
              <a:ext cx="14288" cy="63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58" name="Line 79"/>
            <p:cNvSpPr>
              <a:spLocks noChangeShapeType="1"/>
            </p:cNvSpPr>
            <p:nvPr/>
          </p:nvSpPr>
          <p:spPr bwMode="auto">
            <a:xfrm>
              <a:off x="6308726" y="6262688"/>
              <a:ext cx="15875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59" name="Line 80"/>
            <p:cNvSpPr>
              <a:spLocks noChangeShapeType="1"/>
            </p:cNvSpPr>
            <p:nvPr/>
          </p:nvSpPr>
          <p:spPr bwMode="auto">
            <a:xfrm>
              <a:off x="6324601" y="6267450"/>
              <a:ext cx="14288" cy="31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60" name="Line 81"/>
            <p:cNvSpPr>
              <a:spLocks noChangeShapeType="1"/>
            </p:cNvSpPr>
            <p:nvPr/>
          </p:nvSpPr>
          <p:spPr bwMode="auto">
            <a:xfrm>
              <a:off x="6338888" y="6270625"/>
              <a:ext cx="14288" cy="31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61" name="Line 82"/>
            <p:cNvSpPr>
              <a:spLocks noChangeShapeType="1"/>
            </p:cNvSpPr>
            <p:nvPr/>
          </p:nvSpPr>
          <p:spPr bwMode="auto">
            <a:xfrm>
              <a:off x="6353176" y="6273800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62" name="Line 83"/>
            <p:cNvSpPr>
              <a:spLocks noChangeShapeType="1"/>
            </p:cNvSpPr>
            <p:nvPr/>
          </p:nvSpPr>
          <p:spPr bwMode="auto">
            <a:xfrm flipV="1">
              <a:off x="6367463" y="6273800"/>
              <a:ext cx="15875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63" name="Line 84"/>
            <p:cNvSpPr>
              <a:spLocks noChangeShapeType="1"/>
            </p:cNvSpPr>
            <p:nvPr/>
          </p:nvSpPr>
          <p:spPr bwMode="auto">
            <a:xfrm flipV="1">
              <a:off x="6383338" y="6272213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64" name="Line 85"/>
            <p:cNvSpPr>
              <a:spLocks noChangeShapeType="1"/>
            </p:cNvSpPr>
            <p:nvPr/>
          </p:nvSpPr>
          <p:spPr bwMode="auto">
            <a:xfrm flipV="1">
              <a:off x="6397626" y="6269038"/>
              <a:ext cx="14288" cy="31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65" name="Line 86"/>
            <p:cNvSpPr>
              <a:spLocks noChangeShapeType="1"/>
            </p:cNvSpPr>
            <p:nvPr/>
          </p:nvSpPr>
          <p:spPr bwMode="auto">
            <a:xfrm flipV="1">
              <a:off x="6411913" y="6264275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66" name="Line 87"/>
            <p:cNvSpPr>
              <a:spLocks noChangeShapeType="1"/>
            </p:cNvSpPr>
            <p:nvPr/>
          </p:nvSpPr>
          <p:spPr bwMode="auto">
            <a:xfrm flipV="1">
              <a:off x="6426201" y="6259513"/>
              <a:ext cx="15875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67" name="Line 88"/>
            <p:cNvSpPr>
              <a:spLocks noChangeShapeType="1"/>
            </p:cNvSpPr>
            <p:nvPr/>
          </p:nvSpPr>
          <p:spPr bwMode="auto">
            <a:xfrm flipV="1">
              <a:off x="6442076" y="6253163"/>
              <a:ext cx="14288" cy="63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68" name="Line 89"/>
            <p:cNvSpPr>
              <a:spLocks noChangeShapeType="1"/>
            </p:cNvSpPr>
            <p:nvPr/>
          </p:nvSpPr>
          <p:spPr bwMode="auto">
            <a:xfrm flipV="1">
              <a:off x="6456363" y="6245225"/>
              <a:ext cx="14288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69" name="Line 90"/>
            <p:cNvSpPr>
              <a:spLocks noChangeShapeType="1"/>
            </p:cNvSpPr>
            <p:nvPr/>
          </p:nvSpPr>
          <p:spPr bwMode="auto">
            <a:xfrm flipV="1">
              <a:off x="6470651" y="6237288"/>
              <a:ext cx="15875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70" name="Line 91"/>
            <p:cNvSpPr>
              <a:spLocks noChangeShapeType="1"/>
            </p:cNvSpPr>
            <p:nvPr/>
          </p:nvSpPr>
          <p:spPr bwMode="auto">
            <a:xfrm flipV="1">
              <a:off x="6486526" y="6226175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71" name="Line 92"/>
            <p:cNvSpPr>
              <a:spLocks noChangeShapeType="1"/>
            </p:cNvSpPr>
            <p:nvPr/>
          </p:nvSpPr>
          <p:spPr bwMode="auto">
            <a:xfrm flipV="1">
              <a:off x="6500813" y="6215063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72" name="Line 93"/>
            <p:cNvSpPr>
              <a:spLocks noChangeShapeType="1"/>
            </p:cNvSpPr>
            <p:nvPr/>
          </p:nvSpPr>
          <p:spPr bwMode="auto">
            <a:xfrm flipV="1">
              <a:off x="6515101" y="6203950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73" name="Line 94"/>
            <p:cNvSpPr>
              <a:spLocks noChangeShapeType="1"/>
            </p:cNvSpPr>
            <p:nvPr/>
          </p:nvSpPr>
          <p:spPr bwMode="auto">
            <a:xfrm flipV="1">
              <a:off x="6529388" y="6191250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74" name="Line 95"/>
            <p:cNvSpPr>
              <a:spLocks noChangeShapeType="1"/>
            </p:cNvSpPr>
            <p:nvPr/>
          </p:nvSpPr>
          <p:spPr bwMode="auto">
            <a:xfrm flipV="1">
              <a:off x="6543676" y="6176963"/>
              <a:ext cx="15875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75" name="Line 96"/>
            <p:cNvSpPr>
              <a:spLocks noChangeShapeType="1"/>
            </p:cNvSpPr>
            <p:nvPr/>
          </p:nvSpPr>
          <p:spPr bwMode="auto">
            <a:xfrm flipV="1">
              <a:off x="6559551" y="6162675"/>
              <a:ext cx="14288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76" name="Line 97"/>
            <p:cNvSpPr>
              <a:spLocks noChangeShapeType="1"/>
            </p:cNvSpPr>
            <p:nvPr/>
          </p:nvSpPr>
          <p:spPr bwMode="auto">
            <a:xfrm flipV="1">
              <a:off x="6573838" y="6146800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77" name="Line 98"/>
            <p:cNvSpPr>
              <a:spLocks noChangeShapeType="1"/>
            </p:cNvSpPr>
            <p:nvPr/>
          </p:nvSpPr>
          <p:spPr bwMode="auto">
            <a:xfrm flipV="1">
              <a:off x="6588126" y="6129338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78" name="Line 99"/>
            <p:cNvSpPr>
              <a:spLocks noChangeShapeType="1"/>
            </p:cNvSpPr>
            <p:nvPr/>
          </p:nvSpPr>
          <p:spPr bwMode="auto">
            <a:xfrm flipV="1">
              <a:off x="6602413" y="6113463"/>
              <a:ext cx="15875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79" name="Line 100"/>
            <p:cNvSpPr>
              <a:spLocks noChangeShapeType="1"/>
            </p:cNvSpPr>
            <p:nvPr/>
          </p:nvSpPr>
          <p:spPr bwMode="auto">
            <a:xfrm flipV="1">
              <a:off x="6618288" y="6094413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80" name="Line 101"/>
            <p:cNvSpPr>
              <a:spLocks noChangeShapeType="1"/>
            </p:cNvSpPr>
            <p:nvPr/>
          </p:nvSpPr>
          <p:spPr bwMode="auto">
            <a:xfrm flipV="1">
              <a:off x="6632576" y="6076950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81" name="Line 102"/>
            <p:cNvSpPr>
              <a:spLocks noChangeShapeType="1"/>
            </p:cNvSpPr>
            <p:nvPr/>
          </p:nvSpPr>
          <p:spPr bwMode="auto">
            <a:xfrm flipV="1">
              <a:off x="6646863" y="6057900"/>
              <a:ext cx="15875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82" name="Line 103"/>
            <p:cNvSpPr>
              <a:spLocks noChangeShapeType="1"/>
            </p:cNvSpPr>
            <p:nvPr/>
          </p:nvSpPr>
          <p:spPr bwMode="auto">
            <a:xfrm flipV="1">
              <a:off x="6662738" y="603885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83" name="Line 104"/>
            <p:cNvSpPr>
              <a:spLocks noChangeShapeType="1"/>
            </p:cNvSpPr>
            <p:nvPr/>
          </p:nvSpPr>
          <p:spPr bwMode="auto">
            <a:xfrm flipV="1">
              <a:off x="6677026" y="601980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84" name="Line 105"/>
            <p:cNvSpPr>
              <a:spLocks noChangeShapeType="1"/>
            </p:cNvSpPr>
            <p:nvPr/>
          </p:nvSpPr>
          <p:spPr bwMode="auto">
            <a:xfrm flipV="1">
              <a:off x="6691313" y="600075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785" name="Line 106"/>
            <p:cNvSpPr>
              <a:spLocks noChangeShapeType="1"/>
            </p:cNvSpPr>
            <p:nvPr/>
          </p:nvSpPr>
          <p:spPr bwMode="auto">
            <a:xfrm flipV="1">
              <a:off x="6705601" y="5980113"/>
              <a:ext cx="14288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5" name="Group 211"/>
          <p:cNvGrpSpPr>
            <a:grpSpLocks/>
          </p:cNvGrpSpPr>
          <p:nvPr/>
        </p:nvGrpSpPr>
        <p:grpSpPr bwMode="auto">
          <a:xfrm>
            <a:off x="3608388" y="5100638"/>
            <a:ext cx="2776537" cy="695325"/>
            <a:chOff x="5281613" y="5646738"/>
            <a:chExt cx="1438276" cy="628649"/>
          </a:xfrm>
        </p:grpSpPr>
        <p:sp>
          <p:nvSpPr>
            <p:cNvPr id="66590" name="Line 9"/>
            <p:cNvSpPr>
              <a:spLocks noChangeShapeType="1"/>
            </p:cNvSpPr>
            <p:nvPr/>
          </p:nvSpPr>
          <p:spPr bwMode="auto">
            <a:xfrm flipV="1">
              <a:off x="5281613" y="5940425"/>
              <a:ext cx="14288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591" name="Line 10"/>
            <p:cNvSpPr>
              <a:spLocks noChangeShapeType="1"/>
            </p:cNvSpPr>
            <p:nvPr/>
          </p:nvSpPr>
          <p:spPr bwMode="auto">
            <a:xfrm flipV="1">
              <a:off x="5295901" y="592137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592" name="Line 11"/>
            <p:cNvSpPr>
              <a:spLocks noChangeShapeType="1"/>
            </p:cNvSpPr>
            <p:nvPr/>
          </p:nvSpPr>
          <p:spPr bwMode="auto">
            <a:xfrm flipV="1">
              <a:off x="5310188" y="5900738"/>
              <a:ext cx="14288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593" name="Line 12"/>
            <p:cNvSpPr>
              <a:spLocks noChangeShapeType="1"/>
            </p:cNvSpPr>
            <p:nvPr/>
          </p:nvSpPr>
          <p:spPr bwMode="auto">
            <a:xfrm flipV="1">
              <a:off x="5324476" y="5881688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594" name="Line 13"/>
            <p:cNvSpPr>
              <a:spLocks noChangeShapeType="1"/>
            </p:cNvSpPr>
            <p:nvPr/>
          </p:nvSpPr>
          <p:spPr bwMode="auto">
            <a:xfrm flipV="1">
              <a:off x="5338763" y="5862638"/>
              <a:ext cx="15875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595" name="Line 14"/>
            <p:cNvSpPr>
              <a:spLocks noChangeShapeType="1"/>
            </p:cNvSpPr>
            <p:nvPr/>
          </p:nvSpPr>
          <p:spPr bwMode="auto">
            <a:xfrm flipV="1">
              <a:off x="5354638" y="5845175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596" name="Line 15"/>
            <p:cNvSpPr>
              <a:spLocks noChangeShapeType="1"/>
            </p:cNvSpPr>
            <p:nvPr/>
          </p:nvSpPr>
          <p:spPr bwMode="auto">
            <a:xfrm flipV="1">
              <a:off x="5368926" y="582612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597" name="Line 16"/>
            <p:cNvSpPr>
              <a:spLocks noChangeShapeType="1"/>
            </p:cNvSpPr>
            <p:nvPr/>
          </p:nvSpPr>
          <p:spPr bwMode="auto">
            <a:xfrm flipV="1">
              <a:off x="5383213" y="5808663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598" name="Line 17"/>
            <p:cNvSpPr>
              <a:spLocks noChangeShapeType="1"/>
            </p:cNvSpPr>
            <p:nvPr/>
          </p:nvSpPr>
          <p:spPr bwMode="auto">
            <a:xfrm flipV="1">
              <a:off x="5397501" y="5791200"/>
              <a:ext cx="15875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599" name="Line 18"/>
            <p:cNvSpPr>
              <a:spLocks noChangeShapeType="1"/>
            </p:cNvSpPr>
            <p:nvPr/>
          </p:nvSpPr>
          <p:spPr bwMode="auto">
            <a:xfrm flipV="1">
              <a:off x="5413376" y="5775325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00" name="Line 19"/>
            <p:cNvSpPr>
              <a:spLocks noChangeShapeType="1"/>
            </p:cNvSpPr>
            <p:nvPr/>
          </p:nvSpPr>
          <p:spPr bwMode="auto">
            <a:xfrm flipV="1">
              <a:off x="5427663" y="5759450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01" name="Line 20"/>
            <p:cNvSpPr>
              <a:spLocks noChangeShapeType="1"/>
            </p:cNvSpPr>
            <p:nvPr/>
          </p:nvSpPr>
          <p:spPr bwMode="auto">
            <a:xfrm flipV="1">
              <a:off x="5441951" y="5745163"/>
              <a:ext cx="15875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02" name="Line 21"/>
            <p:cNvSpPr>
              <a:spLocks noChangeShapeType="1"/>
            </p:cNvSpPr>
            <p:nvPr/>
          </p:nvSpPr>
          <p:spPr bwMode="auto">
            <a:xfrm flipV="1">
              <a:off x="5457826" y="5730875"/>
              <a:ext cx="14288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03" name="Line 22"/>
            <p:cNvSpPr>
              <a:spLocks noChangeShapeType="1"/>
            </p:cNvSpPr>
            <p:nvPr/>
          </p:nvSpPr>
          <p:spPr bwMode="auto">
            <a:xfrm flipV="1">
              <a:off x="5472113" y="5718175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04" name="Line 23"/>
            <p:cNvSpPr>
              <a:spLocks noChangeShapeType="1"/>
            </p:cNvSpPr>
            <p:nvPr/>
          </p:nvSpPr>
          <p:spPr bwMode="auto">
            <a:xfrm flipV="1">
              <a:off x="5486401" y="5705475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05" name="Line 24"/>
            <p:cNvSpPr>
              <a:spLocks noChangeShapeType="1"/>
            </p:cNvSpPr>
            <p:nvPr/>
          </p:nvSpPr>
          <p:spPr bwMode="auto">
            <a:xfrm flipV="1">
              <a:off x="5500688" y="5694363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06" name="Line 25"/>
            <p:cNvSpPr>
              <a:spLocks noChangeShapeType="1"/>
            </p:cNvSpPr>
            <p:nvPr/>
          </p:nvSpPr>
          <p:spPr bwMode="auto">
            <a:xfrm flipV="1">
              <a:off x="5514976" y="5684838"/>
              <a:ext cx="15875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07" name="Line 26"/>
            <p:cNvSpPr>
              <a:spLocks noChangeShapeType="1"/>
            </p:cNvSpPr>
            <p:nvPr/>
          </p:nvSpPr>
          <p:spPr bwMode="auto">
            <a:xfrm flipV="1">
              <a:off x="5530851" y="5675313"/>
              <a:ext cx="14288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08" name="Line 27"/>
            <p:cNvSpPr>
              <a:spLocks noChangeShapeType="1"/>
            </p:cNvSpPr>
            <p:nvPr/>
          </p:nvSpPr>
          <p:spPr bwMode="auto">
            <a:xfrm flipV="1">
              <a:off x="5545138" y="5667375"/>
              <a:ext cx="14288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09" name="Line 28"/>
            <p:cNvSpPr>
              <a:spLocks noChangeShapeType="1"/>
            </p:cNvSpPr>
            <p:nvPr/>
          </p:nvSpPr>
          <p:spPr bwMode="auto">
            <a:xfrm flipV="1">
              <a:off x="5559426" y="5661025"/>
              <a:ext cx="15875" cy="63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10" name="Line 29"/>
            <p:cNvSpPr>
              <a:spLocks noChangeShapeType="1"/>
            </p:cNvSpPr>
            <p:nvPr/>
          </p:nvSpPr>
          <p:spPr bwMode="auto">
            <a:xfrm flipV="1">
              <a:off x="5575301" y="5656263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11" name="Line 30"/>
            <p:cNvSpPr>
              <a:spLocks noChangeShapeType="1"/>
            </p:cNvSpPr>
            <p:nvPr/>
          </p:nvSpPr>
          <p:spPr bwMode="auto">
            <a:xfrm flipV="1">
              <a:off x="5589588" y="5651500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12" name="Line 31"/>
            <p:cNvSpPr>
              <a:spLocks noChangeShapeType="1"/>
            </p:cNvSpPr>
            <p:nvPr/>
          </p:nvSpPr>
          <p:spPr bwMode="auto">
            <a:xfrm flipV="1">
              <a:off x="5603876" y="5649913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13" name="Line 32"/>
            <p:cNvSpPr>
              <a:spLocks noChangeShapeType="1"/>
            </p:cNvSpPr>
            <p:nvPr/>
          </p:nvSpPr>
          <p:spPr bwMode="auto">
            <a:xfrm flipV="1">
              <a:off x="5618163" y="5648325"/>
              <a:ext cx="15875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14" name="Line 33"/>
            <p:cNvSpPr>
              <a:spLocks noChangeShapeType="1"/>
            </p:cNvSpPr>
            <p:nvPr/>
          </p:nvSpPr>
          <p:spPr bwMode="auto">
            <a:xfrm flipV="1">
              <a:off x="5634038" y="5646738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15" name="Line 34"/>
            <p:cNvSpPr>
              <a:spLocks noChangeShapeType="1"/>
            </p:cNvSpPr>
            <p:nvPr/>
          </p:nvSpPr>
          <p:spPr bwMode="auto">
            <a:xfrm>
              <a:off x="5648326" y="5646738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16" name="Line 35"/>
            <p:cNvSpPr>
              <a:spLocks noChangeShapeType="1"/>
            </p:cNvSpPr>
            <p:nvPr/>
          </p:nvSpPr>
          <p:spPr bwMode="auto">
            <a:xfrm>
              <a:off x="5662613" y="5648325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17" name="Line 36"/>
            <p:cNvSpPr>
              <a:spLocks noChangeShapeType="1"/>
            </p:cNvSpPr>
            <p:nvPr/>
          </p:nvSpPr>
          <p:spPr bwMode="auto">
            <a:xfrm>
              <a:off x="5676901" y="5649913"/>
              <a:ext cx="15875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18" name="Line 37"/>
            <p:cNvSpPr>
              <a:spLocks noChangeShapeType="1"/>
            </p:cNvSpPr>
            <p:nvPr/>
          </p:nvSpPr>
          <p:spPr bwMode="auto">
            <a:xfrm>
              <a:off x="5692776" y="5654675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19" name="Line 38"/>
            <p:cNvSpPr>
              <a:spLocks noChangeShapeType="1"/>
            </p:cNvSpPr>
            <p:nvPr/>
          </p:nvSpPr>
          <p:spPr bwMode="auto">
            <a:xfrm>
              <a:off x="5707063" y="5659438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20" name="Line 39"/>
            <p:cNvSpPr>
              <a:spLocks noChangeShapeType="1"/>
            </p:cNvSpPr>
            <p:nvPr/>
          </p:nvSpPr>
          <p:spPr bwMode="auto">
            <a:xfrm>
              <a:off x="5721351" y="5664200"/>
              <a:ext cx="14288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21" name="Line 40"/>
            <p:cNvSpPr>
              <a:spLocks noChangeShapeType="1"/>
            </p:cNvSpPr>
            <p:nvPr/>
          </p:nvSpPr>
          <p:spPr bwMode="auto">
            <a:xfrm>
              <a:off x="5735638" y="5672138"/>
              <a:ext cx="15875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22" name="Line 41"/>
            <p:cNvSpPr>
              <a:spLocks noChangeShapeType="1"/>
            </p:cNvSpPr>
            <p:nvPr/>
          </p:nvSpPr>
          <p:spPr bwMode="auto">
            <a:xfrm>
              <a:off x="5751513" y="5680075"/>
              <a:ext cx="14288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23" name="Line 42"/>
            <p:cNvSpPr>
              <a:spLocks noChangeShapeType="1"/>
            </p:cNvSpPr>
            <p:nvPr/>
          </p:nvSpPr>
          <p:spPr bwMode="auto">
            <a:xfrm>
              <a:off x="5765801" y="5689600"/>
              <a:ext cx="14288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24" name="Line 43"/>
            <p:cNvSpPr>
              <a:spLocks noChangeShapeType="1"/>
            </p:cNvSpPr>
            <p:nvPr/>
          </p:nvSpPr>
          <p:spPr bwMode="auto">
            <a:xfrm>
              <a:off x="5780088" y="5699125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25" name="Line 44"/>
            <p:cNvSpPr>
              <a:spLocks noChangeShapeType="1"/>
            </p:cNvSpPr>
            <p:nvPr/>
          </p:nvSpPr>
          <p:spPr bwMode="auto">
            <a:xfrm>
              <a:off x="5794376" y="5711825"/>
              <a:ext cx="15875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26" name="Line 45"/>
            <p:cNvSpPr>
              <a:spLocks noChangeShapeType="1"/>
            </p:cNvSpPr>
            <p:nvPr/>
          </p:nvSpPr>
          <p:spPr bwMode="auto">
            <a:xfrm>
              <a:off x="5810251" y="5724525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27" name="Line 46"/>
            <p:cNvSpPr>
              <a:spLocks noChangeShapeType="1"/>
            </p:cNvSpPr>
            <p:nvPr/>
          </p:nvSpPr>
          <p:spPr bwMode="auto">
            <a:xfrm>
              <a:off x="5824538" y="5737225"/>
              <a:ext cx="14288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28" name="Line 47"/>
            <p:cNvSpPr>
              <a:spLocks noChangeShapeType="1"/>
            </p:cNvSpPr>
            <p:nvPr/>
          </p:nvSpPr>
          <p:spPr bwMode="auto">
            <a:xfrm>
              <a:off x="5838826" y="5751513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29" name="Line 48"/>
            <p:cNvSpPr>
              <a:spLocks noChangeShapeType="1"/>
            </p:cNvSpPr>
            <p:nvPr/>
          </p:nvSpPr>
          <p:spPr bwMode="auto">
            <a:xfrm>
              <a:off x="5853113" y="5767388"/>
              <a:ext cx="15875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30" name="Line 49"/>
            <p:cNvSpPr>
              <a:spLocks noChangeShapeType="1"/>
            </p:cNvSpPr>
            <p:nvPr/>
          </p:nvSpPr>
          <p:spPr bwMode="auto">
            <a:xfrm>
              <a:off x="5868988" y="5783263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31" name="Line 50"/>
            <p:cNvSpPr>
              <a:spLocks noChangeShapeType="1"/>
            </p:cNvSpPr>
            <p:nvPr/>
          </p:nvSpPr>
          <p:spPr bwMode="auto">
            <a:xfrm>
              <a:off x="5883276" y="5799138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32" name="Line 51"/>
            <p:cNvSpPr>
              <a:spLocks noChangeShapeType="1"/>
            </p:cNvSpPr>
            <p:nvPr/>
          </p:nvSpPr>
          <p:spPr bwMode="auto">
            <a:xfrm>
              <a:off x="5897563" y="5816600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33" name="Line 52"/>
            <p:cNvSpPr>
              <a:spLocks noChangeShapeType="1"/>
            </p:cNvSpPr>
            <p:nvPr/>
          </p:nvSpPr>
          <p:spPr bwMode="auto">
            <a:xfrm>
              <a:off x="5911851" y="5834063"/>
              <a:ext cx="15875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34" name="Line 53"/>
            <p:cNvSpPr>
              <a:spLocks noChangeShapeType="1"/>
            </p:cNvSpPr>
            <p:nvPr/>
          </p:nvSpPr>
          <p:spPr bwMode="auto">
            <a:xfrm>
              <a:off x="5927726" y="5853113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35" name="Line 54"/>
            <p:cNvSpPr>
              <a:spLocks noChangeShapeType="1"/>
            </p:cNvSpPr>
            <p:nvPr/>
          </p:nvSpPr>
          <p:spPr bwMode="auto">
            <a:xfrm>
              <a:off x="5942013" y="5872163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36" name="Line 55"/>
            <p:cNvSpPr>
              <a:spLocks noChangeShapeType="1"/>
            </p:cNvSpPr>
            <p:nvPr/>
          </p:nvSpPr>
          <p:spPr bwMode="auto">
            <a:xfrm>
              <a:off x="5956301" y="5891213"/>
              <a:ext cx="15875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37" name="Line 56"/>
            <p:cNvSpPr>
              <a:spLocks noChangeShapeType="1"/>
            </p:cNvSpPr>
            <p:nvPr/>
          </p:nvSpPr>
          <p:spPr bwMode="auto">
            <a:xfrm>
              <a:off x="5972176" y="591185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38" name="Line 57"/>
            <p:cNvSpPr>
              <a:spLocks noChangeShapeType="1"/>
            </p:cNvSpPr>
            <p:nvPr/>
          </p:nvSpPr>
          <p:spPr bwMode="auto">
            <a:xfrm>
              <a:off x="5986463" y="593090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39" name="Line 58"/>
            <p:cNvSpPr>
              <a:spLocks noChangeShapeType="1"/>
            </p:cNvSpPr>
            <p:nvPr/>
          </p:nvSpPr>
          <p:spPr bwMode="auto">
            <a:xfrm>
              <a:off x="6000751" y="5949950"/>
              <a:ext cx="14288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40" name="Line 59"/>
            <p:cNvSpPr>
              <a:spLocks noChangeShapeType="1"/>
            </p:cNvSpPr>
            <p:nvPr/>
          </p:nvSpPr>
          <p:spPr bwMode="auto">
            <a:xfrm>
              <a:off x="6015038" y="5970588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41" name="Line 60"/>
            <p:cNvSpPr>
              <a:spLocks noChangeShapeType="1"/>
            </p:cNvSpPr>
            <p:nvPr/>
          </p:nvSpPr>
          <p:spPr bwMode="auto">
            <a:xfrm>
              <a:off x="6029326" y="5989638"/>
              <a:ext cx="15875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42" name="Line 61"/>
            <p:cNvSpPr>
              <a:spLocks noChangeShapeType="1"/>
            </p:cNvSpPr>
            <p:nvPr/>
          </p:nvSpPr>
          <p:spPr bwMode="auto">
            <a:xfrm>
              <a:off x="6045201" y="601027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43" name="Line 62"/>
            <p:cNvSpPr>
              <a:spLocks noChangeShapeType="1"/>
            </p:cNvSpPr>
            <p:nvPr/>
          </p:nvSpPr>
          <p:spPr bwMode="auto">
            <a:xfrm>
              <a:off x="6059488" y="602932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44" name="Line 63"/>
            <p:cNvSpPr>
              <a:spLocks noChangeShapeType="1"/>
            </p:cNvSpPr>
            <p:nvPr/>
          </p:nvSpPr>
          <p:spPr bwMode="auto">
            <a:xfrm>
              <a:off x="6073776" y="6048375"/>
              <a:ext cx="15875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45" name="Line 64"/>
            <p:cNvSpPr>
              <a:spLocks noChangeShapeType="1"/>
            </p:cNvSpPr>
            <p:nvPr/>
          </p:nvSpPr>
          <p:spPr bwMode="auto">
            <a:xfrm>
              <a:off x="6089651" y="6067425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46" name="Line 65"/>
            <p:cNvSpPr>
              <a:spLocks noChangeShapeType="1"/>
            </p:cNvSpPr>
            <p:nvPr/>
          </p:nvSpPr>
          <p:spPr bwMode="auto">
            <a:xfrm>
              <a:off x="6103938" y="6086475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47" name="Line 66"/>
            <p:cNvSpPr>
              <a:spLocks noChangeShapeType="1"/>
            </p:cNvSpPr>
            <p:nvPr/>
          </p:nvSpPr>
          <p:spPr bwMode="auto">
            <a:xfrm>
              <a:off x="6118226" y="6103938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48" name="Line 67"/>
            <p:cNvSpPr>
              <a:spLocks noChangeShapeType="1"/>
            </p:cNvSpPr>
            <p:nvPr/>
          </p:nvSpPr>
          <p:spPr bwMode="auto">
            <a:xfrm>
              <a:off x="6132513" y="6121400"/>
              <a:ext cx="15875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49" name="Line 68"/>
            <p:cNvSpPr>
              <a:spLocks noChangeShapeType="1"/>
            </p:cNvSpPr>
            <p:nvPr/>
          </p:nvSpPr>
          <p:spPr bwMode="auto">
            <a:xfrm>
              <a:off x="6148388" y="6138863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50" name="Line 69"/>
            <p:cNvSpPr>
              <a:spLocks noChangeShapeType="1"/>
            </p:cNvSpPr>
            <p:nvPr/>
          </p:nvSpPr>
          <p:spPr bwMode="auto">
            <a:xfrm>
              <a:off x="6162676" y="6154738"/>
              <a:ext cx="14288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51" name="Line 70"/>
            <p:cNvSpPr>
              <a:spLocks noChangeShapeType="1"/>
            </p:cNvSpPr>
            <p:nvPr/>
          </p:nvSpPr>
          <p:spPr bwMode="auto">
            <a:xfrm>
              <a:off x="6176963" y="6169025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52" name="Line 71"/>
            <p:cNvSpPr>
              <a:spLocks noChangeShapeType="1"/>
            </p:cNvSpPr>
            <p:nvPr/>
          </p:nvSpPr>
          <p:spPr bwMode="auto">
            <a:xfrm>
              <a:off x="6191251" y="6184900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53" name="Line 72"/>
            <p:cNvSpPr>
              <a:spLocks noChangeShapeType="1"/>
            </p:cNvSpPr>
            <p:nvPr/>
          </p:nvSpPr>
          <p:spPr bwMode="auto">
            <a:xfrm>
              <a:off x="6205538" y="6197600"/>
              <a:ext cx="15875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54" name="Line 73"/>
            <p:cNvSpPr>
              <a:spLocks noChangeShapeType="1"/>
            </p:cNvSpPr>
            <p:nvPr/>
          </p:nvSpPr>
          <p:spPr bwMode="auto">
            <a:xfrm>
              <a:off x="6221413" y="6210300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55" name="Line 74"/>
            <p:cNvSpPr>
              <a:spLocks noChangeShapeType="1"/>
            </p:cNvSpPr>
            <p:nvPr/>
          </p:nvSpPr>
          <p:spPr bwMode="auto">
            <a:xfrm>
              <a:off x="6235701" y="6221413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56" name="Line 75"/>
            <p:cNvSpPr>
              <a:spLocks noChangeShapeType="1"/>
            </p:cNvSpPr>
            <p:nvPr/>
          </p:nvSpPr>
          <p:spPr bwMode="auto">
            <a:xfrm>
              <a:off x="6249988" y="6232525"/>
              <a:ext cx="15875" cy="952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57" name="Line 76"/>
            <p:cNvSpPr>
              <a:spLocks noChangeShapeType="1"/>
            </p:cNvSpPr>
            <p:nvPr/>
          </p:nvSpPr>
          <p:spPr bwMode="auto">
            <a:xfrm>
              <a:off x="6265863" y="6242050"/>
              <a:ext cx="14288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58" name="Line 77"/>
            <p:cNvSpPr>
              <a:spLocks noChangeShapeType="1"/>
            </p:cNvSpPr>
            <p:nvPr/>
          </p:nvSpPr>
          <p:spPr bwMode="auto">
            <a:xfrm>
              <a:off x="6280151" y="6249988"/>
              <a:ext cx="14288" cy="63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59" name="Line 78"/>
            <p:cNvSpPr>
              <a:spLocks noChangeShapeType="1"/>
            </p:cNvSpPr>
            <p:nvPr/>
          </p:nvSpPr>
          <p:spPr bwMode="auto">
            <a:xfrm>
              <a:off x="6294438" y="6256338"/>
              <a:ext cx="14288" cy="63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60" name="Line 79"/>
            <p:cNvSpPr>
              <a:spLocks noChangeShapeType="1"/>
            </p:cNvSpPr>
            <p:nvPr/>
          </p:nvSpPr>
          <p:spPr bwMode="auto">
            <a:xfrm>
              <a:off x="6308726" y="6262688"/>
              <a:ext cx="15875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61" name="Line 80"/>
            <p:cNvSpPr>
              <a:spLocks noChangeShapeType="1"/>
            </p:cNvSpPr>
            <p:nvPr/>
          </p:nvSpPr>
          <p:spPr bwMode="auto">
            <a:xfrm>
              <a:off x="6324601" y="6267450"/>
              <a:ext cx="14288" cy="31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62" name="Line 81"/>
            <p:cNvSpPr>
              <a:spLocks noChangeShapeType="1"/>
            </p:cNvSpPr>
            <p:nvPr/>
          </p:nvSpPr>
          <p:spPr bwMode="auto">
            <a:xfrm>
              <a:off x="6338888" y="6270625"/>
              <a:ext cx="14288" cy="31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63" name="Line 82"/>
            <p:cNvSpPr>
              <a:spLocks noChangeShapeType="1"/>
            </p:cNvSpPr>
            <p:nvPr/>
          </p:nvSpPr>
          <p:spPr bwMode="auto">
            <a:xfrm>
              <a:off x="6353176" y="6273800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64" name="Line 83"/>
            <p:cNvSpPr>
              <a:spLocks noChangeShapeType="1"/>
            </p:cNvSpPr>
            <p:nvPr/>
          </p:nvSpPr>
          <p:spPr bwMode="auto">
            <a:xfrm flipV="1">
              <a:off x="6367463" y="6273800"/>
              <a:ext cx="15875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65" name="Line 84"/>
            <p:cNvSpPr>
              <a:spLocks noChangeShapeType="1"/>
            </p:cNvSpPr>
            <p:nvPr/>
          </p:nvSpPr>
          <p:spPr bwMode="auto">
            <a:xfrm flipV="1">
              <a:off x="6383338" y="6272213"/>
              <a:ext cx="14288" cy="15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66" name="Line 85"/>
            <p:cNvSpPr>
              <a:spLocks noChangeShapeType="1"/>
            </p:cNvSpPr>
            <p:nvPr/>
          </p:nvSpPr>
          <p:spPr bwMode="auto">
            <a:xfrm flipV="1">
              <a:off x="6397626" y="6269038"/>
              <a:ext cx="14288" cy="31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67" name="Line 86"/>
            <p:cNvSpPr>
              <a:spLocks noChangeShapeType="1"/>
            </p:cNvSpPr>
            <p:nvPr/>
          </p:nvSpPr>
          <p:spPr bwMode="auto">
            <a:xfrm flipV="1">
              <a:off x="6411913" y="6264275"/>
              <a:ext cx="14288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68" name="Line 87"/>
            <p:cNvSpPr>
              <a:spLocks noChangeShapeType="1"/>
            </p:cNvSpPr>
            <p:nvPr/>
          </p:nvSpPr>
          <p:spPr bwMode="auto">
            <a:xfrm flipV="1">
              <a:off x="6426201" y="6259513"/>
              <a:ext cx="15875" cy="47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69" name="Line 88"/>
            <p:cNvSpPr>
              <a:spLocks noChangeShapeType="1"/>
            </p:cNvSpPr>
            <p:nvPr/>
          </p:nvSpPr>
          <p:spPr bwMode="auto">
            <a:xfrm flipV="1">
              <a:off x="6442076" y="6253163"/>
              <a:ext cx="14288" cy="63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70" name="Line 89"/>
            <p:cNvSpPr>
              <a:spLocks noChangeShapeType="1"/>
            </p:cNvSpPr>
            <p:nvPr/>
          </p:nvSpPr>
          <p:spPr bwMode="auto">
            <a:xfrm flipV="1">
              <a:off x="6456363" y="6245225"/>
              <a:ext cx="14288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71" name="Line 90"/>
            <p:cNvSpPr>
              <a:spLocks noChangeShapeType="1"/>
            </p:cNvSpPr>
            <p:nvPr/>
          </p:nvSpPr>
          <p:spPr bwMode="auto">
            <a:xfrm flipV="1">
              <a:off x="6470651" y="6237288"/>
              <a:ext cx="15875" cy="79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72" name="Line 91"/>
            <p:cNvSpPr>
              <a:spLocks noChangeShapeType="1"/>
            </p:cNvSpPr>
            <p:nvPr/>
          </p:nvSpPr>
          <p:spPr bwMode="auto">
            <a:xfrm flipV="1">
              <a:off x="6486526" y="6226175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73" name="Line 92"/>
            <p:cNvSpPr>
              <a:spLocks noChangeShapeType="1"/>
            </p:cNvSpPr>
            <p:nvPr/>
          </p:nvSpPr>
          <p:spPr bwMode="auto">
            <a:xfrm flipV="1">
              <a:off x="6500813" y="6215063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74" name="Line 93"/>
            <p:cNvSpPr>
              <a:spLocks noChangeShapeType="1"/>
            </p:cNvSpPr>
            <p:nvPr/>
          </p:nvSpPr>
          <p:spPr bwMode="auto">
            <a:xfrm flipV="1">
              <a:off x="6515101" y="6203950"/>
              <a:ext cx="14288" cy="1111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75" name="Line 94"/>
            <p:cNvSpPr>
              <a:spLocks noChangeShapeType="1"/>
            </p:cNvSpPr>
            <p:nvPr/>
          </p:nvSpPr>
          <p:spPr bwMode="auto">
            <a:xfrm flipV="1">
              <a:off x="6529388" y="6191250"/>
              <a:ext cx="14288" cy="1270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76" name="Line 95"/>
            <p:cNvSpPr>
              <a:spLocks noChangeShapeType="1"/>
            </p:cNvSpPr>
            <p:nvPr/>
          </p:nvSpPr>
          <p:spPr bwMode="auto">
            <a:xfrm flipV="1">
              <a:off x="6543676" y="6176963"/>
              <a:ext cx="15875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77" name="Line 96"/>
            <p:cNvSpPr>
              <a:spLocks noChangeShapeType="1"/>
            </p:cNvSpPr>
            <p:nvPr/>
          </p:nvSpPr>
          <p:spPr bwMode="auto">
            <a:xfrm flipV="1">
              <a:off x="6559551" y="6162675"/>
              <a:ext cx="14288" cy="1428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78" name="Line 97"/>
            <p:cNvSpPr>
              <a:spLocks noChangeShapeType="1"/>
            </p:cNvSpPr>
            <p:nvPr/>
          </p:nvSpPr>
          <p:spPr bwMode="auto">
            <a:xfrm flipV="1">
              <a:off x="6573838" y="6146800"/>
              <a:ext cx="14288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79" name="Line 98"/>
            <p:cNvSpPr>
              <a:spLocks noChangeShapeType="1"/>
            </p:cNvSpPr>
            <p:nvPr/>
          </p:nvSpPr>
          <p:spPr bwMode="auto">
            <a:xfrm flipV="1">
              <a:off x="6588126" y="6129338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80" name="Line 99"/>
            <p:cNvSpPr>
              <a:spLocks noChangeShapeType="1"/>
            </p:cNvSpPr>
            <p:nvPr/>
          </p:nvSpPr>
          <p:spPr bwMode="auto">
            <a:xfrm flipV="1">
              <a:off x="6602413" y="6113463"/>
              <a:ext cx="15875" cy="15875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81" name="Line 100"/>
            <p:cNvSpPr>
              <a:spLocks noChangeShapeType="1"/>
            </p:cNvSpPr>
            <p:nvPr/>
          </p:nvSpPr>
          <p:spPr bwMode="auto">
            <a:xfrm flipV="1">
              <a:off x="6618288" y="6094413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82" name="Line 101"/>
            <p:cNvSpPr>
              <a:spLocks noChangeShapeType="1"/>
            </p:cNvSpPr>
            <p:nvPr/>
          </p:nvSpPr>
          <p:spPr bwMode="auto">
            <a:xfrm flipV="1">
              <a:off x="6632576" y="6076950"/>
              <a:ext cx="14288" cy="17462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83" name="Line 102"/>
            <p:cNvSpPr>
              <a:spLocks noChangeShapeType="1"/>
            </p:cNvSpPr>
            <p:nvPr/>
          </p:nvSpPr>
          <p:spPr bwMode="auto">
            <a:xfrm flipV="1">
              <a:off x="6646863" y="6057900"/>
              <a:ext cx="15875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84" name="Line 103"/>
            <p:cNvSpPr>
              <a:spLocks noChangeShapeType="1"/>
            </p:cNvSpPr>
            <p:nvPr/>
          </p:nvSpPr>
          <p:spPr bwMode="auto">
            <a:xfrm flipV="1">
              <a:off x="6662738" y="603885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85" name="Line 104"/>
            <p:cNvSpPr>
              <a:spLocks noChangeShapeType="1"/>
            </p:cNvSpPr>
            <p:nvPr/>
          </p:nvSpPr>
          <p:spPr bwMode="auto">
            <a:xfrm flipV="1">
              <a:off x="6677026" y="601980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86" name="Line 105"/>
            <p:cNvSpPr>
              <a:spLocks noChangeShapeType="1"/>
            </p:cNvSpPr>
            <p:nvPr/>
          </p:nvSpPr>
          <p:spPr bwMode="auto">
            <a:xfrm flipV="1">
              <a:off x="6691313" y="6000750"/>
              <a:ext cx="14288" cy="19050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687" name="Line 106"/>
            <p:cNvSpPr>
              <a:spLocks noChangeShapeType="1"/>
            </p:cNvSpPr>
            <p:nvPr/>
          </p:nvSpPr>
          <p:spPr bwMode="auto">
            <a:xfrm flipV="1">
              <a:off x="6705601" y="5980113"/>
              <a:ext cx="14288" cy="20637"/>
            </a:xfrm>
            <a:prstGeom prst="line">
              <a:avLst/>
            </a:prstGeom>
            <a:noFill/>
            <a:ln w="28575">
              <a:solidFill>
                <a:srgbClr val="00004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</p:grpSp>
      <p:cxnSp>
        <p:nvCxnSpPr>
          <p:cNvPr id="311" name="Straight Arrow Connector 310"/>
          <p:cNvCxnSpPr/>
          <p:nvPr/>
        </p:nvCxnSpPr>
        <p:spPr>
          <a:xfrm flipV="1">
            <a:off x="2628900" y="2673350"/>
            <a:ext cx="4273550" cy="26988"/>
          </a:xfrm>
          <a:prstGeom prst="straightConnector1">
            <a:avLst/>
          </a:prstGeom>
          <a:ln w="25400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6562" name="Object 2"/>
          <p:cNvGraphicFramePr>
            <a:graphicFrameLocks noChangeAspect="1"/>
          </p:cNvGraphicFramePr>
          <p:nvPr/>
        </p:nvGraphicFramePr>
        <p:xfrm>
          <a:off x="4689475" y="2776538"/>
          <a:ext cx="277813" cy="681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66400" imgH="393480" progId="Equation.3">
                  <p:embed/>
                </p:oleObj>
              </mc:Choice>
              <mc:Fallback>
                <p:oleObj name="Equation" r:id="rId5" imgW="266400" imgH="393480" progId="Equation.3">
                  <p:embed/>
                  <p:pic>
                    <p:nvPicPr>
                      <p:cNvPr id="6656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9475" y="2776538"/>
                        <a:ext cx="277813" cy="6810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6583" name="TextBox 312"/>
          <p:cNvSpPr txBox="1">
            <a:spLocks noChangeArrowheads="1"/>
          </p:cNvSpPr>
          <p:nvPr/>
        </p:nvSpPr>
        <p:spPr bwMode="auto">
          <a:xfrm>
            <a:off x="4686300" y="-33338"/>
            <a:ext cx="357188" cy="58578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L</a:t>
            </a:r>
          </a:p>
        </p:txBody>
      </p:sp>
      <p:cxnSp>
        <p:nvCxnSpPr>
          <p:cNvPr id="314" name="Straight Arrow Connector 313"/>
          <p:cNvCxnSpPr/>
          <p:nvPr/>
        </p:nvCxnSpPr>
        <p:spPr>
          <a:xfrm flipV="1">
            <a:off x="2651125" y="4475163"/>
            <a:ext cx="4271963" cy="25400"/>
          </a:xfrm>
          <a:prstGeom prst="straightConnector1">
            <a:avLst/>
          </a:prstGeom>
          <a:ln w="25400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6563" name="Object 3"/>
          <p:cNvGraphicFramePr>
            <a:graphicFrameLocks noChangeAspect="1"/>
          </p:cNvGraphicFramePr>
          <p:nvPr/>
        </p:nvGraphicFramePr>
        <p:xfrm>
          <a:off x="4706938" y="4567238"/>
          <a:ext cx="241300" cy="309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39680" imgH="177480" progId="Equation.3">
                  <p:embed/>
                </p:oleObj>
              </mc:Choice>
              <mc:Fallback>
                <p:oleObj name="Equation" r:id="rId7" imgW="139680" imgH="177480" progId="Equation.3">
                  <p:embed/>
                  <p:pic>
                    <p:nvPicPr>
                      <p:cNvPr id="6656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06938" y="4567238"/>
                        <a:ext cx="241300" cy="309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564" name="Object 4"/>
          <p:cNvGraphicFramePr>
            <a:graphicFrameLocks noChangeAspect="1"/>
          </p:cNvGraphicFramePr>
          <p:nvPr/>
        </p:nvGraphicFramePr>
        <p:xfrm>
          <a:off x="4787900" y="5999163"/>
          <a:ext cx="277813" cy="681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266400" imgH="393480" progId="Equation.3">
                  <p:embed/>
                </p:oleObj>
              </mc:Choice>
              <mc:Fallback>
                <p:oleObj name="Equation" r:id="rId9" imgW="266400" imgH="393480" progId="Equation.3">
                  <p:embed/>
                  <p:pic>
                    <p:nvPicPr>
                      <p:cNvPr id="6656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7900" y="5999163"/>
                        <a:ext cx="277813" cy="6810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17" name="Straight Arrow Connector 316"/>
          <p:cNvCxnSpPr/>
          <p:nvPr/>
        </p:nvCxnSpPr>
        <p:spPr>
          <a:xfrm flipV="1">
            <a:off x="1398588" y="4164013"/>
            <a:ext cx="1279525" cy="0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/>
          <p:cNvCxnSpPr/>
          <p:nvPr/>
        </p:nvCxnSpPr>
        <p:spPr>
          <a:xfrm flipV="1">
            <a:off x="6057900" y="3940175"/>
            <a:ext cx="1279525" cy="0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6565" name="Object 8"/>
          <p:cNvGraphicFramePr>
            <a:graphicFrameLocks noChangeAspect="1"/>
          </p:cNvGraphicFramePr>
          <p:nvPr/>
        </p:nvGraphicFramePr>
        <p:xfrm>
          <a:off x="2022475" y="3624263"/>
          <a:ext cx="214313" cy="528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66400" imgH="393480" progId="Equation.3">
                  <p:embed/>
                </p:oleObj>
              </mc:Choice>
              <mc:Fallback>
                <p:oleObj name="Equation" r:id="rId11" imgW="266400" imgH="393480" progId="Equation.3">
                  <p:embed/>
                  <p:pic>
                    <p:nvPicPr>
                      <p:cNvPr id="6656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2475" y="3624263"/>
                        <a:ext cx="214313" cy="5286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566" name="Object 6"/>
          <p:cNvGraphicFramePr>
            <a:graphicFrameLocks noChangeAspect="1"/>
          </p:cNvGraphicFramePr>
          <p:nvPr/>
        </p:nvGraphicFramePr>
        <p:xfrm>
          <a:off x="7416800" y="3678238"/>
          <a:ext cx="214313" cy="528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66400" imgH="393480" progId="Equation.3">
                  <p:embed/>
                </p:oleObj>
              </mc:Choice>
              <mc:Fallback>
                <p:oleObj name="Equation" r:id="rId11" imgW="266400" imgH="393480" progId="Equation.3">
                  <p:embed/>
                  <p:pic>
                    <p:nvPicPr>
                      <p:cNvPr id="6656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16800" y="3678238"/>
                        <a:ext cx="214313" cy="5286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24" name="Straight Arrow Connector 323"/>
          <p:cNvCxnSpPr/>
          <p:nvPr/>
        </p:nvCxnSpPr>
        <p:spPr>
          <a:xfrm flipV="1">
            <a:off x="2803525" y="5965825"/>
            <a:ext cx="4271963" cy="26988"/>
          </a:xfrm>
          <a:prstGeom prst="straightConnector1">
            <a:avLst/>
          </a:prstGeom>
          <a:ln w="25400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Arrow Connector 324"/>
          <p:cNvCxnSpPr/>
          <p:nvPr/>
        </p:nvCxnSpPr>
        <p:spPr>
          <a:xfrm flipV="1">
            <a:off x="2792413" y="5459413"/>
            <a:ext cx="690562" cy="11112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6567" name="Object 7"/>
          <p:cNvGraphicFramePr>
            <a:graphicFrameLocks noChangeAspect="1"/>
          </p:cNvGraphicFramePr>
          <p:nvPr/>
        </p:nvGraphicFramePr>
        <p:xfrm>
          <a:off x="2484438" y="5165725"/>
          <a:ext cx="215900" cy="527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66400" imgH="393480" progId="Equation.3">
                  <p:embed/>
                </p:oleObj>
              </mc:Choice>
              <mc:Fallback>
                <p:oleObj name="Equation" r:id="rId11" imgW="266400" imgH="393480" progId="Equation.3">
                  <p:embed/>
                  <p:pic>
                    <p:nvPicPr>
                      <p:cNvPr id="6656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4438" y="5165725"/>
                        <a:ext cx="215900" cy="527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28" name="Straight Arrow Connector 327"/>
          <p:cNvCxnSpPr/>
          <p:nvPr/>
        </p:nvCxnSpPr>
        <p:spPr>
          <a:xfrm flipV="1">
            <a:off x="6519863" y="5448300"/>
            <a:ext cx="692150" cy="11113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6568" name="Object 8"/>
          <p:cNvGraphicFramePr>
            <a:graphicFrameLocks noChangeAspect="1"/>
          </p:cNvGraphicFramePr>
          <p:nvPr/>
        </p:nvGraphicFramePr>
        <p:xfrm>
          <a:off x="7273925" y="5186363"/>
          <a:ext cx="215900" cy="528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66400" imgH="393480" progId="Equation.3">
                  <p:embed/>
                </p:oleObj>
              </mc:Choice>
              <mc:Fallback>
                <p:oleObj name="Equation" r:id="rId11" imgW="266400" imgH="393480" progId="Equation.3">
                  <p:embed/>
                  <p:pic>
                    <p:nvPicPr>
                      <p:cNvPr id="66568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73925" y="5186363"/>
                        <a:ext cx="215900" cy="5286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7D6DE4D-4FAF-7514-9CC8-744ED887725D}"/>
              </a:ext>
            </a:extLst>
          </p:cNvPr>
          <p:cNvGrpSpPr/>
          <p:nvPr/>
        </p:nvGrpSpPr>
        <p:grpSpPr>
          <a:xfrm>
            <a:off x="4267200" y="685800"/>
            <a:ext cx="4619790" cy="3124202"/>
            <a:chOff x="2619210" y="1219200"/>
            <a:chExt cx="4619790" cy="3124202"/>
          </a:xfrm>
        </p:grpSpPr>
        <p:sp>
          <p:nvSpPr>
            <p:cNvPr id="625668" name="Rectangle 41"/>
            <p:cNvSpPr>
              <a:spLocks noChangeArrowheads="1"/>
            </p:cNvSpPr>
            <p:nvPr/>
          </p:nvSpPr>
          <p:spPr bwMode="auto">
            <a:xfrm>
              <a:off x="3012257" y="2250034"/>
              <a:ext cx="2323511" cy="695131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25669" name="Rectangle 41"/>
            <p:cNvSpPr>
              <a:spLocks noChangeArrowheads="1"/>
            </p:cNvSpPr>
            <p:nvPr/>
          </p:nvSpPr>
          <p:spPr bwMode="auto">
            <a:xfrm>
              <a:off x="4778896" y="2272795"/>
              <a:ext cx="2323511" cy="695131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25671" name="Rectangle 41"/>
            <p:cNvSpPr>
              <a:spLocks noChangeArrowheads="1"/>
            </p:cNvSpPr>
            <p:nvPr/>
          </p:nvSpPr>
          <p:spPr bwMode="auto">
            <a:xfrm>
              <a:off x="3497163" y="2291021"/>
              <a:ext cx="2789162" cy="695131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4" name="Rectangle 39"/>
            <p:cNvSpPr>
              <a:spLocks noChangeArrowheads="1"/>
            </p:cNvSpPr>
            <p:nvPr/>
          </p:nvSpPr>
          <p:spPr bwMode="auto">
            <a:xfrm>
              <a:off x="3074988" y="2286000"/>
              <a:ext cx="4032250" cy="669925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grpSp>
          <p:nvGrpSpPr>
            <p:cNvPr id="3" name="Group 18"/>
            <p:cNvGrpSpPr>
              <a:grpSpLocks/>
            </p:cNvGrpSpPr>
            <p:nvPr/>
          </p:nvGrpSpPr>
          <p:grpSpPr bwMode="auto">
            <a:xfrm>
              <a:off x="3002681" y="2189488"/>
              <a:ext cx="4075755" cy="860379"/>
              <a:chOff x="1098455" y="1454019"/>
              <a:chExt cx="7727044" cy="1028700"/>
            </a:xfrm>
          </p:grpSpPr>
          <p:sp>
            <p:nvSpPr>
              <p:cNvPr id="625851" name="Rectangle 43"/>
              <p:cNvSpPr>
                <a:spLocks noChangeArrowheads="1"/>
              </p:cNvSpPr>
              <p:nvPr/>
            </p:nvSpPr>
            <p:spPr bwMode="auto">
              <a:xfrm>
                <a:off x="1098455" y="2350456"/>
                <a:ext cx="7727044" cy="132263"/>
              </a:xfrm>
              <a:prstGeom prst="rect">
                <a:avLst/>
              </a:prstGeom>
              <a:gradFill rotWithShape="1">
                <a:gsLst>
                  <a:gs pos="0">
                    <a:srgbClr val="595959"/>
                  </a:gs>
                  <a:gs pos="100000">
                    <a:srgbClr val="C0C0C0"/>
                  </a:gs>
                </a:gsLst>
                <a:lin ang="189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625852" name="Rectangle 42"/>
              <p:cNvSpPr>
                <a:spLocks noChangeArrowheads="1"/>
              </p:cNvSpPr>
              <p:nvPr/>
            </p:nvSpPr>
            <p:spPr bwMode="auto">
              <a:xfrm>
                <a:off x="1098455" y="1454019"/>
                <a:ext cx="7727044" cy="132263"/>
              </a:xfrm>
              <a:prstGeom prst="rect">
                <a:avLst/>
              </a:prstGeom>
              <a:gradFill rotWithShape="1">
                <a:gsLst>
                  <a:gs pos="0">
                    <a:srgbClr val="595959"/>
                  </a:gs>
                  <a:gs pos="100000">
                    <a:srgbClr val="C0C0C0"/>
                  </a:gs>
                </a:gsLst>
                <a:lin ang="189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</p:grpSp>
        <p:sp>
          <p:nvSpPr>
            <p:cNvPr id="625674" name="TextBox 405"/>
            <p:cNvSpPr txBox="1">
              <a:spLocks noChangeArrowheads="1"/>
            </p:cNvSpPr>
            <p:nvPr/>
          </p:nvSpPr>
          <p:spPr bwMode="auto">
            <a:xfrm>
              <a:off x="2619210" y="3042712"/>
              <a:ext cx="455778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cxnSp>
          <p:nvCxnSpPr>
            <p:cNvPr id="181" name="Straight Arrow Connector 180"/>
            <p:cNvCxnSpPr>
              <a:cxnSpLocks/>
            </p:cNvCxnSpPr>
            <p:nvPr/>
          </p:nvCxnSpPr>
          <p:spPr bwMode="auto">
            <a:xfrm flipV="1">
              <a:off x="3106738" y="1785937"/>
              <a:ext cx="3943350" cy="1588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5676" name="TextBox 181"/>
            <p:cNvSpPr txBox="1">
              <a:spLocks noChangeArrowheads="1"/>
            </p:cNvSpPr>
            <p:nvPr/>
          </p:nvSpPr>
          <p:spPr bwMode="auto">
            <a:xfrm>
              <a:off x="4860467" y="1219200"/>
              <a:ext cx="374517" cy="584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3200" dirty="0"/>
                <a:t>L</a:t>
              </a:r>
            </a:p>
          </p:txBody>
        </p:sp>
        <p:pic>
          <p:nvPicPr>
            <p:cNvPr id="625677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2917246" y="3480864"/>
              <a:ext cx="4032549" cy="8139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211" name="Straight Connector 210"/>
            <p:cNvCxnSpPr>
              <a:cxnSpLocks/>
            </p:cNvCxnSpPr>
            <p:nvPr/>
          </p:nvCxnSpPr>
          <p:spPr bwMode="auto">
            <a:xfrm>
              <a:off x="3022042" y="3200400"/>
              <a:ext cx="0" cy="11430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/>
            <p:cNvCxnSpPr>
              <a:cxnSpLocks/>
            </p:cNvCxnSpPr>
            <p:nvPr/>
          </p:nvCxnSpPr>
          <p:spPr>
            <a:xfrm>
              <a:off x="2743200" y="3886200"/>
              <a:ext cx="4495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itle 11">
            <a:extLst>
              <a:ext uri="{FF2B5EF4-FFF2-40B4-BE49-F238E27FC236}">
                <a16:creationId xmlns:a16="http://schemas.microsoft.com/office/drawing/2014/main" id="{672EB33E-6FCA-0A62-959D-72749006C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3943350" cy="1143000"/>
          </a:xfrm>
        </p:spPr>
        <p:txBody>
          <a:bodyPr/>
          <a:lstStyle/>
          <a:p>
            <a:r>
              <a:rPr lang="en-US" dirty="0"/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12">
                <a:extLst>
                  <a:ext uri="{FF2B5EF4-FFF2-40B4-BE49-F238E27FC236}">
                    <a16:creationId xmlns:a16="http://schemas.microsoft.com/office/drawing/2014/main" id="{737BC90D-72E4-DD16-A5DE-E26E10AD09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0"/>
                <a:ext cx="3871871" cy="4525963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i="1" dirty="0"/>
                  <a:t>v</a:t>
                </a:r>
                <a:r>
                  <a:rPr lang="en-US" dirty="0"/>
                  <a:t> is the speed of sound, at what frequency would the pipe shown resonate?</a:t>
                </a:r>
              </a:p>
              <a:p>
                <a:pPr marL="514350" indent="-514350">
                  <a:buFont typeface="+mj-lt"/>
                  <a:buAutoNum type="alphaLcParenR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en-US" i="1" dirty="0"/>
              </a:p>
              <a:p>
                <a:pPr marL="514350" indent="-514350">
                  <a:buFont typeface="+mj-lt"/>
                  <a:buAutoNum type="alphaLcParenR"/>
                </a:pPr>
                <a:endParaRPr lang="en-US" i="1" dirty="0"/>
              </a:p>
              <a:p>
                <a:pPr marL="514350" indent="-514350">
                  <a:buFont typeface="+mj-lt"/>
                  <a:buAutoNum type="alphaLcParenR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en-US" i="1" dirty="0"/>
              </a:p>
              <a:p>
                <a:pPr marL="514350" indent="-514350">
                  <a:buFont typeface="+mj-lt"/>
                  <a:buAutoNum type="alphaLcParenR"/>
                </a:pPr>
                <a:endParaRPr lang="en-US" i="1" dirty="0"/>
              </a:p>
              <a:p>
                <a:pPr marL="514350" indent="-514350">
                  <a:buFont typeface="+mj-lt"/>
                  <a:buAutoNum type="alphaLcParenR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en-US" i="1" dirty="0"/>
              </a:p>
              <a:p>
                <a:pPr marL="514350" indent="-514350">
                  <a:buFont typeface="+mj-lt"/>
                  <a:buAutoNum type="alphaLcParenR"/>
                </a:pPr>
                <a:endParaRPr lang="en-US" i="1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i="1" dirty="0"/>
                  <a:t>More than one of the above</a:t>
                </a:r>
              </a:p>
            </p:txBody>
          </p:sp>
        </mc:Choice>
        <mc:Fallback xmlns="">
          <p:sp>
            <p:nvSpPr>
              <p:cNvPr id="13" name="Content Placeholder 12">
                <a:extLst>
                  <a:ext uri="{FF2B5EF4-FFF2-40B4-BE49-F238E27FC236}">
                    <a16:creationId xmlns:a16="http://schemas.microsoft.com/office/drawing/2014/main" id="{737BC90D-72E4-DD16-A5DE-E26E10AD09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0"/>
                <a:ext cx="3871871" cy="4525963"/>
              </a:xfrm>
              <a:blipFill>
                <a:blip r:embed="rId4"/>
                <a:stretch>
                  <a:fillRect l="-2677" t="-2561" r="-2362" b="-10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6077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223.7.2.5</a:t>
            </a:r>
          </a:p>
        </p:txBody>
      </p:sp>
      <p:sp>
        <p:nvSpPr>
          <p:cNvPr id="7782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pipe, open on both ends has a tuning fork next to it which is oscillating at the pipe’s second harmonic frequency, How big is the wavelength compared to the pipe length?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>
                <a:sym typeface="Symbol"/>
              </a:rPr>
              <a:t> = L/2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 = L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 = 2L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 = (3/2)L</a:t>
            </a:r>
          </a:p>
          <a:p>
            <a:pPr marL="609600" indent="-609600">
              <a:buFontTx/>
              <a:buAutoNum type="alphaLcParenR"/>
            </a:pPr>
            <a:endParaRPr lang="en-US" dirty="0">
              <a:sym typeface="Symbol"/>
            </a:endParaRPr>
          </a:p>
          <a:p>
            <a:pPr marL="609600" indent="-609600">
              <a:buFontTx/>
              <a:buAutoNum type="alphaLcParenR"/>
            </a:pPr>
            <a:endParaRPr lang="en-US" dirty="0">
              <a:sym typeface="Symbol"/>
            </a:endParaRPr>
          </a:p>
          <a:p>
            <a:pPr marL="609600" indent="-609600" eaLnBrk="1" hangingPunct="1">
              <a:buFontTx/>
              <a:buAutoNum type="alphaLcParenR"/>
            </a:pPr>
            <a:endParaRPr lang="en-US" dirty="0">
              <a:sym typeface="Symbol"/>
            </a:endParaRPr>
          </a:p>
        </p:txBody>
      </p:sp>
      <p:sp>
        <p:nvSpPr>
          <p:cNvPr id="778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A04DC55-1A9C-4D43-BBEB-AF35C6998B75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851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223.7.2.6</a:t>
            </a:r>
          </a:p>
        </p:txBody>
      </p:sp>
      <p:sp>
        <p:nvSpPr>
          <p:cNvPr id="7782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pipe, open on both ends has a tuning fork next to it which is oscillating at the pipe’s second harmonic frequency. The pipe is 30cm long? The speed of sound is 343m/s. What is the frequency we will hear?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286Hz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572Hz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1143Hz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1715Hz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2287Hz</a:t>
            </a:r>
          </a:p>
          <a:p>
            <a:pPr marL="609600" indent="-609600">
              <a:buFontTx/>
              <a:buAutoNum type="alphaLcParenR"/>
            </a:pPr>
            <a:endParaRPr lang="en-US" dirty="0">
              <a:sym typeface="Symbol"/>
            </a:endParaRPr>
          </a:p>
          <a:p>
            <a:pPr marL="609600" indent="-609600" eaLnBrk="1" hangingPunct="1">
              <a:buFontTx/>
              <a:buAutoNum type="alphaLcParenR"/>
            </a:pPr>
            <a:endParaRPr lang="en-US" dirty="0">
              <a:sym typeface="Symbol"/>
            </a:endParaRPr>
          </a:p>
        </p:txBody>
      </p:sp>
      <p:sp>
        <p:nvSpPr>
          <p:cNvPr id="778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A04DC55-1A9C-4D43-BBEB-AF35C6998B75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971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2A2EAB-81D4-F594-9D9C-C9BBB830BB67}"/>
              </a:ext>
            </a:extLst>
          </p:cNvPr>
          <p:cNvSpPr/>
          <p:nvPr/>
        </p:nvSpPr>
        <p:spPr>
          <a:xfrm>
            <a:off x="4495800" y="1524000"/>
            <a:ext cx="762000" cy="11414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7D6DE4D-4FAF-7514-9CC8-744ED887725D}"/>
              </a:ext>
            </a:extLst>
          </p:cNvPr>
          <p:cNvGrpSpPr/>
          <p:nvPr/>
        </p:nvGrpSpPr>
        <p:grpSpPr>
          <a:xfrm>
            <a:off x="4650671" y="685800"/>
            <a:ext cx="4104557" cy="1830667"/>
            <a:chOff x="3002681" y="1219200"/>
            <a:chExt cx="4104557" cy="1830667"/>
          </a:xfrm>
        </p:grpSpPr>
        <p:sp>
          <p:nvSpPr>
            <p:cNvPr id="625668" name="Rectangle 41"/>
            <p:cNvSpPr>
              <a:spLocks noChangeArrowheads="1"/>
            </p:cNvSpPr>
            <p:nvPr/>
          </p:nvSpPr>
          <p:spPr bwMode="auto">
            <a:xfrm>
              <a:off x="3012257" y="2250034"/>
              <a:ext cx="2323511" cy="695131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25669" name="Rectangle 41"/>
            <p:cNvSpPr>
              <a:spLocks noChangeArrowheads="1"/>
            </p:cNvSpPr>
            <p:nvPr/>
          </p:nvSpPr>
          <p:spPr bwMode="auto">
            <a:xfrm>
              <a:off x="4778896" y="2272795"/>
              <a:ext cx="2323511" cy="695131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25671" name="Rectangle 41"/>
            <p:cNvSpPr>
              <a:spLocks noChangeArrowheads="1"/>
            </p:cNvSpPr>
            <p:nvPr/>
          </p:nvSpPr>
          <p:spPr bwMode="auto">
            <a:xfrm>
              <a:off x="3497163" y="2291021"/>
              <a:ext cx="2789162" cy="695131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4" name="Rectangle 39"/>
            <p:cNvSpPr>
              <a:spLocks noChangeArrowheads="1"/>
            </p:cNvSpPr>
            <p:nvPr/>
          </p:nvSpPr>
          <p:spPr bwMode="auto">
            <a:xfrm>
              <a:off x="3074988" y="2286000"/>
              <a:ext cx="4032250" cy="669925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grpSp>
          <p:nvGrpSpPr>
            <p:cNvPr id="3" name="Group 18"/>
            <p:cNvGrpSpPr>
              <a:grpSpLocks/>
            </p:cNvGrpSpPr>
            <p:nvPr/>
          </p:nvGrpSpPr>
          <p:grpSpPr bwMode="auto">
            <a:xfrm>
              <a:off x="3002681" y="2189488"/>
              <a:ext cx="4075755" cy="860379"/>
              <a:chOff x="1098455" y="1454019"/>
              <a:chExt cx="7727044" cy="1028700"/>
            </a:xfrm>
          </p:grpSpPr>
          <p:sp>
            <p:nvSpPr>
              <p:cNvPr id="625851" name="Rectangle 43"/>
              <p:cNvSpPr>
                <a:spLocks noChangeArrowheads="1"/>
              </p:cNvSpPr>
              <p:nvPr/>
            </p:nvSpPr>
            <p:spPr bwMode="auto">
              <a:xfrm>
                <a:off x="1098455" y="2350456"/>
                <a:ext cx="7727044" cy="132263"/>
              </a:xfrm>
              <a:prstGeom prst="rect">
                <a:avLst/>
              </a:prstGeom>
              <a:gradFill rotWithShape="1">
                <a:gsLst>
                  <a:gs pos="0">
                    <a:srgbClr val="595959"/>
                  </a:gs>
                  <a:gs pos="100000">
                    <a:srgbClr val="C0C0C0"/>
                  </a:gs>
                </a:gsLst>
                <a:lin ang="189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625852" name="Rectangle 42"/>
              <p:cNvSpPr>
                <a:spLocks noChangeArrowheads="1"/>
              </p:cNvSpPr>
              <p:nvPr/>
            </p:nvSpPr>
            <p:spPr bwMode="auto">
              <a:xfrm>
                <a:off x="1098455" y="1454019"/>
                <a:ext cx="7727044" cy="132263"/>
              </a:xfrm>
              <a:prstGeom prst="rect">
                <a:avLst/>
              </a:prstGeom>
              <a:gradFill rotWithShape="1">
                <a:gsLst>
                  <a:gs pos="0">
                    <a:srgbClr val="595959"/>
                  </a:gs>
                  <a:gs pos="100000">
                    <a:srgbClr val="C0C0C0"/>
                  </a:gs>
                </a:gsLst>
                <a:lin ang="189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</p:grpSp>
        <p:cxnSp>
          <p:nvCxnSpPr>
            <p:cNvPr id="181" name="Straight Arrow Connector 180"/>
            <p:cNvCxnSpPr>
              <a:cxnSpLocks/>
            </p:cNvCxnSpPr>
            <p:nvPr/>
          </p:nvCxnSpPr>
          <p:spPr bwMode="auto">
            <a:xfrm flipV="1">
              <a:off x="3106738" y="1785937"/>
              <a:ext cx="3943350" cy="1588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5676" name="TextBox 181"/>
            <p:cNvSpPr txBox="1">
              <a:spLocks noChangeArrowheads="1"/>
            </p:cNvSpPr>
            <p:nvPr/>
          </p:nvSpPr>
          <p:spPr bwMode="auto">
            <a:xfrm>
              <a:off x="4860467" y="1219200"/>
              <a:ext cx="374517" cy="584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3200" dirty="0"/>
                <a:t>L</a:t>
              </a:r>
            </a:p>
          </p:txBody>
        </p:sp>
      </p:grpSp>
      <p:sp>
        <p:nvSpPr>
          <p:cNvPr id="12" name="Title 11">
            <a:extLst>
              <a:ext uri="{FF2B5EF4-FFF2-40B4-BE49-F238E27FC236}">
                <a16:creationId xmlns:a16="http://schemas.microsoft.com/office/drawing/2014/main" id="{672EB33E-6FCA-0A62-959D-72749006C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3943350" cy="1143000"/>
          </a:xfrm>
        </p:spPr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37BC90D-72E4-DD16-A5DE-E26E10AD0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871871" cy="480060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If I put a cap on one end of my pipe, how will the resonant frequency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won’t change the frequency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will double the frequency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will half the frequency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will change the frequency in an unpredictable way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45BD66-24E9-C8AB-4E5E-2C60032A4BE4}"/>
              </a:ext>
            </a:extLst>
          </p:cNvPr>
          <p:cNvSpPr txBox="1"/>
          <p:nvPr/>
        </p:nvSpPr>
        <p:spPr>
          <a:xfrm>
            <a:off x="5145153" y="3048000"/>
            <a:ext cx="2199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Cap blocking one end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6A37C90-7475-F34F-1B53-B45971701D10}"/>
              </a:ext>
            </a:extLst>
          </p:cNvPr>
          <p:cNvSpPr/>
          <p:nvPr/>
        </p:nvSpPr>
        <p:spPr>
          <a:xfrm>
            <a:off x="4581229" y="2150611"/>
            <a:ext cx="980388" cy="933253"/>
          </a:xfrm>
          <a:custGeom>
            <a:avLst/>
            <a:gdLst>
              <a:gd name="connsiteX0" fmla="*/ 678730 w 678730"/>
              <a:gd name="connsiteY0" fmla="*/ 876692 h 876692"/>
              <a:gd name="connsiteX1" fmla="*/ 461913 w 678730"/>
              <a:gd name="connsiteY1" fmla="*/ 669303 h 876692"/>
              <a:gd name="connsiteX2" fmla="*/ 386499 w 678730"/>
              <a:gd name="connsiteY2" fmla="*/ 754144 h 876692"/>
              <a:gd name="connsiteX3" fmla="*/ 0 w 678730"/>
              <a:gd name="connsiteY3" fmla="*/ 0 h 876692"/>
              <a:gd name="connsiteX0" fmla="*/ 820132 w 820132"/>
              <a:gd name="connsiteY0" fmla="*/ 782424 h 782424"/>
              <a:gd name="connsiteX1" fmla="*/ 603315 w 820132"/>
              <a:gd name="connsiteY1" fmla="*/ 575035 h 782424"/>
              <a:gd name="connsiteX2" fmla="*/ 527901 w 820132"/>
              <a:gd name="connsiteY2" fmla="*/ 659876 h 782424"/>
              <a:gd name="connsiteX3" fmla="*/ 0 w 820132"/>
              <a:gd name="connsiteY3" fmla="*/ 0 h 782424"/>
              <a:gd name="connsiteX0" fmla="*/ 820132 w 820132"/>
              <a:gd name="connsiteY0" fmla="*/ 782424 h 782424"/>
              <a:gd name="connsiteX1" fmla="*/ 603315 w 820132"/>
              <a:gd name="connsiteY1" fmla="*/ 575035 h 782424"/>
              <a:gd name="connsiteX2" fmla="*/ 527901 w 820132"/>
              <a:gd name="connsiteY2" fmla="*/ 659876 h 782424"/>
              <a:gd name="connsiteX3" fmla="*/ 0 w 820132"/>
              <a:gd name="connsiteY3" fmla="*/ 0 h 782424"/>
              <a:gd name="connsiteX0" fmla="*/ 820132 w 820132"/>
              <a:gd name="connsiteY0" fmla="*/ 782424 h 782424"/>
              <a:gd name="connsiteX1" fmla="*/ 603315 w 820132"/>
              <a:gd name="connsiteY1" fmla="*/ 575035 h 782424"/>
              <a:gd name="connsiteX2" fmla="*/ 565609 w 820132"/>
              <a:gd name="connsiteY2" fmla="*/ 754144 h 782424"/>
              <a:gd name="connsiteX3" fmla="*/ 0 w 820132"/>
              <a:gd name="connsiteY3" fmla="*/ 0 h 782424"/>
              <a:gd name="connsiteX0" fmla="*/ 980388 w 980388"/>
              <a:gd name="connsiteY0" fmla="*/ 933253 h 933253"/>
              <a:gd name="connsiteX1" fmla="*/ 603315 w 980388"/>
              <a:gd name="connsiteY1" fmla="*/ 575035 h 933253"/>
              <a:gd name="connsiteX2" fmla="*/ 565609 w 980388"/>
              <a:gd name="connsiteY2" fmla="*/ 754144 h 933253"/>
              <a:gd name="connsiteX3" fmla="*/ 0 w 980388"/>
              <a:gd name="connsiteY3" fmla="*/ 0 h 933253"/>
              <a:gd name="connsiteX0" fmla="*/ 980388 w 980388"/>
              <a:gd name="connsiteY0" fmla="*/ 933253 h 933253"/>
              <a:gd name="connsiteX1" fmla="*/ 678729 w 980388"/>
              <a:gd name="connsiteY1" fmla="*/ 641022 h 933253"/>
              <a:gd name="connsiteX2" fmla="*/ 565609 w 980388"/>
              <a:gd name="connsiteY2" fmla="*/ 754144 h 933253"/>
              <a:gd name="connsiteX3" fmla="*/ 0 w 980388"/>
              <a:gd name="connsiteY3" fmla="*/ 0 h 9332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80388" h="933253">
                <a:moveTo>
                  <a:pt x="980388" y="933253"/>
                </a:moveTo>
                <a:cubicBezTo>
                  <a:pt x="896332" y="839771"/>
                  <a:pt x="747859" y="670873"/>
                  <a:pt x="678729" y="641022"/>
                </a:cubicBezTo>
                <a:cubicBezTo>
                  <a:pt x="609599" y="611171"/>
                  <a:pt x="642594" y="865694"/>
                  <a:pt x="565609" y="754144"/>
                </a:cubicBezTo>
                <a:cubicBezTo>
                  <a:pt x="488623" y="642593"/>
                  <a:pt x="220744" y="293016"/>
                  <a:pt x="0" y="0"/>
                </a:cubicBezTo>
              </a:path>
            </a:pathLst>
          </a:custGeom>
          <a:ln w="38100">
            <a:solidFill>
              <a:srgbClr val="FF0000"/>
            </a:solidFill>
            <a:headEnd type="none"/>
            <a:tailEnd type="stealt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6125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223.7.1</a:t>
            </a:r>
          </a:p>
        </p:txBody>
      </p:sp>
      <p:sp>
        <p:nvSpPr>
          <p:cNvPr id="7782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pipe, closed at one end, has a displacement node at one end. Why?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The pressure there must match atmospheric pressure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There is no pressure there so the molecules are free to move. This creates a node.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The wave molecules collide with the air molecules in the room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The end prevents the molecules from moving in a longitudinal direction</a:t>
            </a:r>
          </a:p>
        </p:txBody>
      </p:sp>
      <p:sp>
        <p:nvSpPr>
          <p:cNvPr id="778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A04DC55-1A9C-4D43-BBEB-AF35C6998B75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9761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357438" y="2925763"/>
            <a:ext cx="4892675" cy="973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29762" name="Rectangle 41"/>
          <p:cNvSpPr>
            <a:spLocks noChangeArrowheads="1"/>
          </p:cNvSpPr>
          <p:nvPr/>
        </p:nvSpPr>
        <p:spPr bwMode="auto">
          <a:xfrm>
            <a:off x="2509838" y="1527175"/>
            <a:ext cx="2633662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29763" name="Rectangle 41"/>
          <p:cNvSpPr>
            <a:spLocks noChangeArrowheads="1"/>
          </p:cNvSpPr>
          <p:nvPr/>
        </p:nvSpPr>
        <p:spPr bwMode="auto">
          <a:xfrm>
            <a:off x="4511675" y="1554163"/>
            <a:ext cx="2635250" cy="83026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29764" name="TextBox 242"/>
          <p:cNvSpPr txBox="1">
            <a:spLocks noChangeArrowheads="1"/>
          </p:cNvSpPr>
          <p:nvPr/>
        </p:nvSpPr>
        <p:spPr bwMode="auto">
          <a:xfrm>
            <a:off x="766763" y="4691857"/>
            <a:ext cx="1743075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Pressure Change</a:t>
            </a:r>
          </a:p>
        </p:txBody>
      </p:sp>
      <p:sp>
        <p:nvSpPr>
          <p:cNvPr id="629765" name="Rectangle 41"/>
          <p:cNvSpPr>
            <a:spLocks noChangeArrowheads="1"/>
          </p:cNvSpPr>
          <p:nvPr/>
        </p:nvSpPr>
        <p:spPr bwMode="auto">
          <a:xfrm>
            <a:off x="3059113" y="1574800"/>
            <a:ext cx="3162300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34" name="Rectangle 39"/>
          <p:cNvSpPr>
            <a:spLocks noChangeArrowheads="1"/>
          </p:cNvSpPr>
          <p:nvPr/>
        </p:nvSpPr>
        <p:spPr bwMode="auto">
          <a:xfrm>
            <a:off x="1062038" y="1570038"/>
            <a:ext cx="4603750" cy="801687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629767" name="TextBox 405"/>
          <p:cNvSpPr txBox="1">
            <a:spLocks noChangeArrowheads="1"/>
          </p:cNvSpPr>
          <p:nvPr/>
        </p:nvSpPr>
        <p:spPr bwMode="auto">
          <a:xfrm>
            <a:off x="653861" y="2466182"/>
            <a:ext cx="1682750" cy="922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r"/>
            <a:r>
              <a:rPr lang="en-US" dirty="0"/>
              <a:t>Displacement from Equilibrium</a:t>
            </a:r>
          </a:p>
        </p:txBody>
      </p:sp>
      <p:cxnSp>
        <p:nvCxnSpPr>
          <p:cNvPr id="181" name="Straight Arrow Connector 180"/>
          <p:cNvCxnSpPr/>
          <p:nvPr/>
        </p:nvCxnSpPr>
        <p:spPr>
          <a:xfrm rot="10800000" flipH="1">
            <a:off x="2616200" y="971550"/>
            <a:ext cx="4470400" cy="1588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9769" name="TextBox 181"/>
          <p:cNvSpPr txBox="1">
            <a:spLocks noChangeArrowheads="1"/>
          </p:cNvSpPr>
          <p:nvPr/>
        </p:nvSpPr>
        <p:spPr bwMode="auto">
          <a:xfrm>
            <a:off x="4605338" y="293688"/>
            <a:ext cx="42386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3200" dirty="0"/>
              <a:t>L</a:t>
            </a:r>
          </a:p>
        </p:txBody>
      </p:sp>
      <p:cxnSp>
        <p:nvCxnSpPr>
          <p:cNvPr id="130" name="Straight Connector 129"/>
          <p:cNvCxnSpPr/>
          <p:nvPr/>
        </p:nvCxnSpPr>
        <p:spPr>
          <a:xfrm>
            <a:off x="1262063" y="5370513"/>
            <a:ext cx="7839075" cy="158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/>
          <p:cNvCxnSpPr/>
          <p:nvPr/>
        </p:nvCxnSpPr>
        <p:spPr>
          <a:xfrm>
            <a:off x="1262063" y="3394075"/>
            <a:ext cx="7839075" cy="158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tangle 190"/>
          <p:cNvSpPr/>
          <p:nvPr/>
        </p:nvSpPr>
        <p:spPr>
          <a:xfrm>
            <a:off x="881063" y="1338263"/>
            <a:ext cx="1666875" cy="1257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2498725" y="1454150"/>
            <a:ext cx="4621213" cy="1028700"/>
            <a:chOff x="1098455" y="1454019"/>
            <a:chExt cx="7727044" cy="1028700"/>
          </a:xfrm>
        </p:grpSpPr>
        <p:sp>
          <p:nvSpPr>
            <p:cNvPr id="629937" name="Rectangle 43"/>
            <p:cNvSpPr>
              <a:spLocks noChangeArrowheads="1"/>
            </p:cNvSpPr>
            <p:nvPr/>
          </p:nvSpPr>
          <p:spPr bwMode="auto">
            <a:xfrm>
              <a:off x="1098455" y="2350456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29938" name="Rectangle 42"/>
            <p:cNvSpPr>
              <a:spLocks noChangeArrowheads="1"/>
            </p:cNvSpPr>
            <p:nvPr/>
          </p:nvSpPr>
          <p:spPr bwMode="auto">
            <a:xfrm>
              <a:off x="1098455" y="1454019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629775" name="Rectangle 45"/>
          <p:cNvSpPr>
            <a:spLocks noChangeArrowheads="1"/>
          </p:cNvSpPr>
          <p:nvPr/>
        </p:nvSpPr>
        <p:spPr bwMode="auto">
          <a:xfrm>
            <a:off x="2493963" y="1536700"/>
            <a:ext cx="212725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dirty="0"/>
              <a:t>	</a:t>
            </a:r>
          </a:p>
        </p:txBody>
      </p:sp>
      <p:grpSp>
        <p:nvGrpSpPr>
          <p:cNvPr id="3" name="Group 357"/>
          <p:cNvGrpSpPr>
            <a:grpSpLocks/>
          </p:cNvGrpSpPr>
          <p:nvPr/>
        </p:nvGrpSpPr>
        <p:grpSpPr bwMode="auto">
          <a:xfrm flipH="1">
            <a:off x="2460625" y="5070475"/>
            <a:ext cx="4537075" cy="579438"/>
            <a:chOff x="2460626" y="5070475"/>
            <a:chExt cx="4537075" cy="579438"/>
          </a:xfrm>
        </p:grpSpPr>
        <p:sp>
          <p:nvSpPr>
            <p:cNvPr id="40969" name="Line 9"/>
            <p:cNvSpPr>
              <a:spLocks noChangeShapeType="1"/>
            </p:cNvSpPr>
            <p:nvPr/>
          </p:nvSpPr>
          <p:spPr bwMode="auto">
            <a:xfrm flipV="1">
              <a:off x="2460626" y="5354638"/>
              <a:ext cx="44450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70" name="Line 10"/>
            <p:cNvSpPr>
              <a:spLocks noChangeShapeType="1"/>
            </p:cNvSpPr>
            <p:nvPr/>
          </p:nvSpPr>
          <p:spPr bwMode="auto">
            <a:xfrm flipV="1">
              <a:off x="2505076" y="5349875"/>
              <a:ext cx="46037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71" name="Line 11"/>
            <p:cNvSpPr>
              <a:spLocks noChangeShapeType="1"/>
            </p:cNvSpPr>
            <p:nvPr/>
          </p:nvSpPr>
          <p:spPr bwMode="auto">
            <a:xfrm flipV="1">
              <a:off x="2551113" y="5345113"/>
              <a:ext cx="47625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72" name="Line 12"/>
            <p:cNvSpPr>
              <a:spLocks noChangeShapeType="1"/>
            </p:cNvSpPr>
            <p:nvPr/>
          </p:nvSpPr>
          <p:spPr bwMode="auto">
            <a:xfrm flipV="1">
              <a:off x="2598738" y="5340350"/>
              <a:ext cx="44450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73" name="Line 13"/>
            <p:cNvSpPr>
              <a:spLocks noChangeShapeType="1"/>
            </p:cNvSpPr>
            <p:nvPr/>
          </p:nvSpPr>
          <p:spPr bwMode="auto">
            <a:xfrm flipV="1">
              <a:off x="2643188" y="5337175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74" name="Line 14"/>
            <p:cNvSpPr>
              <a:spLocks noChangeShapeType="1"/>
            </p:cNvSpPr>
            <p:nvPr/>
          </p:nvSpPr>
          <p:spPr bwMode="auto">
            <a:xfrm flipV="1">
              <a:off x="2689226" y="5332413"/>
              <a:ext cx="46037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75" name="Line 15"/>
            <p:cNvSpPr>
              <a:spLocks noChangeShapeType="1"/>
            </p:cNvSpPr>
            <p:nvPr/>
          </p:nvSpPr>
          <p:spPr bwMode="auto">
            <a:xfrm flipV="1">
              <a:off x="2735263" y="5327650"/>
              <a:ext cx="46038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76" name="Line 16"/>
            <p:cNvSpPr>
              <a:spLocks noChangeShapeType="1"/>
            </p:cNvSpPr>
            <p:nvPr/>
          </p:nvSpPr>
          <p:spPr bwMode="auto">
            <a:xfrm flipV="1">
              <a:off x="2781301" y="5322888"/>
              <a:ext cx="46037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77" name="Line 17"/>
            <p:cNvSpPr>
              <a:spLocks noChangeShapeType="1"/>
            </p:cNvSpPr>
            <p:nvPr/>
          </p:nvSpPr>
          <p:spPr bwMode="auto">
            <a:xfrm flipV="1">
              <a:off x="2827338" y="5318125"/>
              <a:ext cx="46038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78" name="Line 18"/>
            <p:cNvSpPr>
              <a:spLocks noChangeShapeType="1"/>
            </p:cNvSpPr>
            <p:nvPr/>
          </p:nvSpPr>
          <p:spPr bwMode="auto">
            <a:xfrm flipV="1">
              <a:off x="2873376" y="5313363"/>
              <a:ext cx="44450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79" name="Line 19"/>
            <p:cNvSpPr>
              <a:spLocks noChangeShapeType="1"/>
            </p:cNvSpPr>
            <p:nvPr/>
          </p:nvSpPr>
          <p:spPr bwMode="auto">
            <a:xfrm flipV="1">
              <a:off x="2917826" y="5308600"/>
              <a:ext cx="46037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80" name="Line 20"/>
            <p:cNvSpPr>
              <a:spLocks noChangeShapeType="1"/>
            </p:cNvSpPr>
            <p:nvPr/>
          </p:nvSpPr>
          <p:spPr bwMode="auto">
            <a:xfrm flipV="1">
              <a:off x="2963863" y="5305425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81" name="Line 21"/>
            <p:cNvSpPr>
              <a:spLocks noChangeShapeType="1"/>
            </p:cNvSpPr>
            <p:nvPr/>
          </p:nvSpPr>
          <p:spPr bwMode="auto">
            <a:xfrm flipV="1">
              <a:off x="3009901" y="5300663"/>
              <a:ext cx="46037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82" name="Line 22"/>
            <p:cNvSpPr>
              <a:spLocks noChangeShapeType="1"/>
            </p:cNvSpPr>
            <p:nvPr/>
          </p:nvSpPr>
          <p:spPr bwMode="auto">
            <a:xfrm flipV="1">
              <a:off x="3055938" y="5295900"/>
              <a:ext cx="46038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83" name="Line 23"/>
            <p:cNvSpPr>
              <a:spLocks noChangeShapeType="1"/>
            </p:cNvSpPr>
            <p:nvPr/>
          </p:nvSpPr>
          <p:spPr bwMode="auto">
            <a:xfrm flipV="1">
              <a:off x="3101976" y="5291138"/>
              <a:ext cx="44450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84" name="Line 24"/>
            <p:cNvSpPr>
              <a:spLocks noChangeShapeType="1"/>
            </p:cNvSpPr>
            <p:nvPr/>
          </p:nvSpPr>
          <p:spPr bwMode="auto">
            <a:xfrm flipV="1">
              <a:off x="3146426" y="5287963"/>
              <a:ext cx="47625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85" name="Line 25"/>
            <p:cNvSpPr>
              <a:spLocks noChangeShapeType="1"/>
            </p:cNvSpPr>
            <p:nvPr/>
          </p:nvSpPr>
          <p:spPr bwMode="auto">
            <a:xfrm flipV="1">
              <a:off x="3194051" y="5283200"/>
              <a:ext cx="46037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86" name="Line 26"/>
            <p:cNvSpPr>
              <a:spLocks noChangeShapeType="1"/>
            </p:cNvSpPr>
            <p:nvPr/>
          </p:nvSpPr>
          <p:spPr bwMode="auto">
            <a:xfrm flipV="1">
              <a:off x="3240088" y="5278438"/>
              <a:ext cx="44450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87" name="Line 27"/>
            <p:cNvSpPr>
              <a:spLocks noChangeShapeType="1"/>
            </p:cNvSpPr>
            <p:nvPr/>
          </p:nvSpPr>
          <p:spPr bwMode="auto">
            <a:xfrm flipV="1">
              <a:off x="3284538" y="5273675"/>
              <a:ext cx="46038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88" name="Line 28"/>
            <p:cNvSpPr>
              <a:spLocks noChangeShapeType="1"/>
            </p:cNvSpPr>
            <p:nvPr/>
          </p:nvSpPr>
          <p:spPr bwMode="auto">
            <a:xfrm flipV="1">
              <a:off x="3330576" y="5268913"/>
              <a:ext cx="47625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89" name="Line 29"/>
            <p:cNvSpPr>
              <a:spLocks noChangeShapeType="1"/>
            </p:cNvSpPr>
            <p:nvPr/>
          </p:nvSpPr>
          <p:spPr bwMode="auto">
            <a:xfrm flipV="1">
              <a:off x="3378201" y="5265738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90" name="Line 30"/>
            <p:cNvSpPr>
              <a:spLocks noChangeShapeType="1"/>
            </p:cNvSpPr>
            <p:nvPr/>
          </p:nvSpPr>
          <p:spPr bwMode="auto">
            <a:xfrm flipV="1">
              <a:off x="3422651" y="5260975"/>
              <a:ext cx="46037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91" name="Line 31"/>
            <p:cNvSpPr>
              <a:spLocks noChangeShapeType="1"/>
            </p:cNvSpPr>
            <p:nvPr/>
          </p:nvSpPr>
          <p:spPr bwMode="auto">
            <a:xfrm flipV="1">
              <a:off x="3468688" y="5256213"/>
              <a:ext cx="46038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92" name="Line 32"/>
            <p:cNvSpPr>
              <a:spLocks noChangeShapeType="1"/>
            </p:cNvSpPr>
            <p:nvPr/>
          </p:nvSpPr>
          <p:spPr bwMode="auto">
            <a:xfrm flipV="1">
              <a:off x="3514726" y="5253038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93" name="Line 33"/>
            <p:cNvSpPr>
              <a:spLocks noChangeShapeType="1"/>
            </p:cNvSpPr>
            <p:nvPr/>
          </p:nvSpPr>
          <p:spPr bwMode="auto">
            <a:xfrm flipV="1">
              <a:off x="3559176" y="5248275"/>
              <a:ext cx="47625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94" name="Line 34"/>
            <p:cNvSpPr>
              <a:spLocks noChangeShapeType="1"/>
            </p:cNvSpPr>
            <p:nvPr/>
          </p:nvSpPr>
          <p:spPr bwMode="auto">
            <a:xfrm flipV="1">
              <a:off x="3606801" y="5243513"/>
              <a:ext cx="44450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95" name="Line 35"/>
            <p:cNvSpPr>
              <a:spLocks noChangeShapeType="1"/>
            </p:cNvSpPr>
            <p:nvPr/>
          </p:nvSpPr>
          <p:spPr bwMode="auto">
            <a:xfrm flipV="1">
              <a:off x="3651251" y="5240338"/>
              <a:ext cx="460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96" name="Line 36"/>
            <p:cNvSpPr>
              <a:spLocks noChangeShapeType="1"/>
            </p:cNvSpPr>
            <p:nvPr/>
          </p:nvSpPr>
          <p:spPr bwMode="auto">
            <a:xfrm flipV="1">
              <a:off x="3697288" y="5235575"/>
              <a:ext cx="46038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97" name="Line 37"/>
            <p:cNvSpPr>
              <a:spLocks noChangeShapeType="1"/>
            </p:cNvSpPr>
            <p:nvPr/>
          </p:nvSpPr>
          <p:spPr bwMode="auto">
            <a:xfrm flipV="1">
              <a:off x="3743326" y="5230813"/>
              <a:ext cx="46037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98" name="Line 38"/>
            <p:cNvSpPr>
              <a:spLocks noChangeShapeType="1"/>
            </p:cNvSpPr>
            <p:nvPr/>
          </p:nvSpPr>
          <p:spPr bwMode="auto">
            <a:xfrm flipV="1">
              <a:off x="3789363" y="5227638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0999" name="Line 39"/>
            <p:cNvSpPr>
              <a:spLocks noChangeShapeType="1"/>
            </p:cNvSpPr>
            <p:nvPr/>
          </p:nvSpPr>
          <p:spPr bwMode="auto">
            <a:xfrm flipV="1">
              <a:off x="3835401" y="5222875"/>
              <a:ext cx="46037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00" name="Line 40"/>
            <p:cNvSpPr>
              <a:spLocks noChangeShapeType="1"/>
            </p:cNvSpPr>
            <p:nvPr/>
          </p:nvSpPr>
          <p:spPr bwMode="auto">
            <a:xfrm flipV="1">
              <a:off x="3881438" y="5219700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01" name="Line 41"/>
            <p:cNvSpPr>
              <a:spLocks noChangeShapeType="1"/>
            </p:cNvSpPr>
            <p:nvPr/>
          </p:nvSpPr>
          <p:spPr bwMode="auto">
            <a:xfrm flipV="1">
              <a:off x="3925888" y="5214938"/>
              <a:ext cx="47625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02" name="Line 42"/>
            <p:cNvSpPr>
              <a:spLocks noChangeShapeType="1"/>
            </p:cNvSpPr>
            <p:nvPr/>
          </p:nvSpPr>
          <p:spPr bwMode="auto">
            <a:xfrm flipV="1">
              <a:off x="3973513" y="5211763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03" name="Line 43"/>
            <p:cNvSpPr>
              <a:spLocks noChangeShapeType="1"/>
            </p:cNvSpPr>
            <p:nvPr/>
          </p:nvSpPr>
          <p:spPr bwMode="auto">
            <a:xfrm flipV="1">
              <a:off x="4019551" y="5207000"/>
              <a:ext cx="44450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04" name="Line 44"/>
            <p:cNvSpPr>
              <a:spLocks noChangeShapeType="1"/>
            </p:cNvSpPr>
            <p:nvPr/>
          </p:nvSpPr>
          <p:spPr bwMode="auto">
            <a:xfrm flipV="1">
              <a:off x="4064001" y="5203825"/>
              <a:ext cx="460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05" name="Line 45"/>
            <p:cNvSpPr>
              <a:spLocks noChangeShapeType="1"/>
            </p:cNvSpPr>
            <p:nvPr/>
          </p:nvSpPr>
          <p:spPr bwMode="auto">
            <a:xfrm flipV="1">
              <a:off x="4110038" y="5199063"/>
              <a:ext cx="44450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06" name="Line 46"/>
            <p:cNvSpPr>
              <a:spLocks noChangeShapeType="1"/>
            </p:cNvSpPr>
            <p:nvPr/>
          </p:nvSpPr>
          <p:spPr bwMode="auto">
            <a:xfrm flipV="1">
              <a:off x="4154488" y="5195888"/>
              <a:ext cx="47625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07" name="Line 47"/>
            <p:cNvSpPr>
              <a:spLocks noChangeShapeType="1"/>
            </p:cNvSpPr>
            <p:nvPr/>
          </p:nvSpPr>
          <p:spPr bwMode="auto">
            <a:xfrm flipV="1">
              <a:off x="4202113" y="5192713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08" name="Line 48"/>
            <p:cNvSpPr>
              <a:spLocks noChangeShapeType="1"/>
            </p:cNvSpPr>
            <p:nvPr/>
          </p:nvSpPr>
          <p:spPr bwMode="auto">
            <a:xfrm flipV="1">
              <a:off x="4248151" y="5187950"/>
              <a:ext cx="44450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09" name="Line 49"/>
            <p:cNvSpPr>
              <a:spLocks noChangeShapeType="1"/>
            </p:cNvSpPr>
            <p:nvPr/>
          </p:nvSpPr>
          <p:spPr bwMode="auto">
            <a:xfrm flipV="1">
              <a:off x="4292601" y="5184775"/>
              <a:ext cx="460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10" name="Line 50"/>
            <p:cNvSpPr>
              <a:spLocks noChangeShapeType="1"/>
            </p:cNvSpPr>
            <p:nvPr/>
          </p:nvSpPr>
          <p:spPr bwMode="auto">
            <a:xfrm flipV="1">
              <a:off x="4338638" y="5181600"/>
              <a:ext cx="47625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11" name="Line 51"/>
            <p:cNvSpPr>
              <a:spLocks noChangeShapeType="1"/>
            </p:cNvSpPr>
            <p:nvPr/>
          </p:nvSpPr>
          <p:spPr bwMode="auto">
            <a:xfrm flipV="1">
              <a:off x="4386263" y="5178425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12" name="Line 52"/>
            <p:cNvSpPr>
              <a:spLocks noChangeShapeType="1"/>
            </p:cNvSpPr>
            <p:nvPr/>
          </p:nvSpPr>
          <p:spPr bwMode="auto">
            <a:xfrm flipV="1">
              <a:off x="4430713" y="5173663"/>
              <a:ext cx="46038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13" name="Line 53"/>
            <p:cNvSpPr>
              <a:spLocks noChangeShapeType="1"/>
            </p:cNvSpPr>
            <p:nvPr/>
          </p:nvSpPr>
          <p:spPr bwMode="auto">
            <a:xfrm flipV="1">
              <a:off x="4476751" y="5170488"/>
              <a:ext cx="460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14" name="Line 54"/>
            <p:cNvSpPr>
              <a:spLocks noChangeShapeType="1"/>
            </p:cNvSpPr>
            <p:nvPr/>
          </p:nvSpPr>
          <p:spPr bwMode="auto">
            <a:xfrm flipV="1">
              <a:off x="4522788" y="5167313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15" name="Line 55"/>
            <p:cNvSpPr>
              <a:spLocks noChangeShapeType="1"/>
            </p:cNvSpPr>
            <p:nvPr/>
          </p:nvSpPr>
          <p:spPr bwMode="auto">
            <a:xfrm flipV="1">
              <a:off x="4568826" y="5164138"/>
              <a:ext cx="460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16" name="Line 56"/>
            <p:cNvSpPr>
              <a:spLocks noChangeShapeType="1"/>
            </p:cNvSpPr>
            <p:nvPr/>
          </p:nvSpPr>
          <p:spPr bwMode="auto">
            <a:xfrm flipV="1">
              <a:off x="4614863" y="5160963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17" name="Line 57"/>
            <p:cNvSpPr>
              <a:spLocks noChangeShapeType="1"/>
            </p:cNvSpPr>
            <p:nvPr/>
          </p:nvSpPr>
          <p:spPr bwMode="auto">
            <a:xfrm flipV="1">
              <a:off x="4660901" y="5157788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18" name="Line 58"/>
            <p:cNvSpPr>
              <a:spLocks noChangeShapeType="1"/>
            </p:cNvSpPr>
            <p:nvPr/>
          </p:nvSpPr>
          <p:spPr bwMode="auto">
            <a:xfrm flipV="1">
              <a:off x="4705351" y="5154613"/>
              <a:ext cx="460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19" name="Line 59"/>
            <p:cNvSpPr>
              <a:spLocks noChangeShapeType="1"/>
            </p:cNvSpPr>
            <p:nvPr/>
          </p:nvSpPr>
          <p:spPr bwMode="auto">
            <a:xfrm flipV="1">
              <a:off x="4751388" y="5149850"/>
              <a:ext cx="46038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20" name="Line 60"/>
            <p:cNvSpPr>
              <a:spLocks noChangeShapeType="1"/>
            </p:cNvSpPr>
            <p:nvPr/>
          </p:nvSpPr>
          <p:spPr bwMode="auto">
            <a:xfrm flipV="1">
              <a:off x="4797426" y="5148263"/>
              <a:ext cx="46037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21" name="Line 61"/>
            <p:cNvSpPr>
              <a:spLocks noChangeShapeType="1"/>
            </p:cNvSpPr>
            <p:nvPr/>
          </p:nvSpPr>
          <p:spPr bwMode="auto">
            <a:xfrm flipV="1">
              <a:off x="4843463" y="5145088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22" name="Line 62"/>
            <p:cNvSpPr>
              <a:spLocks noChangeShapeType="1"/>
            </p:cNvSpPr>
            <p:nvPr/>
          </p:nvSpPr>
          <p:spPr bwMode="auto">
            <a:xfrm flipV="1">
              <a:off x="4889501" y="5141913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23" name="Line 63"/>
            <p:cNvSpPr>
              <a:spLocks noChangeShapeType="1"/>
            </p:cNvSpPr>
            <p:nvPr/>
          </p:nvSpPr>
          <p:spPr bwMode="auto">
            <a:xfrm flipV="1">
              <a:off x="4933951" y="5138738"/>
              <a:ext cx="47625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24" name="Line 64"/>
            <p:cNvSpPr>
              <a:spLocks noChangeShapeType="1"/>
            </p:cNvSpPr>
            <p:nvPr/>
          </p:nvSpPr>
          <p:spPr bwMode="auto">
            <a:xfrm flipV="1">
              <a:off x="4981576" y="5135563"/>
              <a:ext cx="460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25" name="Line 65"/>
            <p:cNvSpPr>
              <a:spLocks noChangeShapeType="1"/>
            </p:cNvSpPr>
            <p:nvPr/>
          </p:nvSpPr>
          <p:spPr bwMode="auto">
            <a:xfrm flipV="1">
              <a:off x="5027613" y="5132388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26" name="Line 66"/>
            <p:cNvSpPr>
              <a:spLocks noChangeShapeType="1"/>
            </p:cNvSpPr>
            <p:nvPr/>
          </p:nvSpPr>
          <p:spPr bwMode="auto">
            <a:xfrm flipV="1">
              <a:off x="5072063" y="5130800"/>
              <a:ext cx="46038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27" name="Line 67"/>
            <p:cNvSpPr>
              <a:spLocks noChangeShapeType="1"/>
            </p:cNvSpPr>
            <p:nvPr/>
          </p:nvSpPr>
          <p:spPr bwMode="auto">
            <a:xfrm flipV="1">
              <a:off x="5118101" y="5127625"/>
              <a:ext cx="47625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28" name="Line 68"/>
            <p:cNvSpPr>
              <a:spLocks noChangeShapeType="1"/>
            </p:cNvSpPr>
            <p:nvPr/>
          </p:nvSpPr>
          <p:spPr bwMode="auto">
            <a:xfrm flipV="1">
              <a:off x="5165726" y="5124450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29" name="Line 69"/>
            <p:cNvSpPr>
              <a:spLocks noChangeShapeType="1"/>
            </p:cNvSpPr>
            <p:nvPr/>
          </p:nvSpPr>
          <p:spPr bwMode="auto">
            <a:xfrm flipV="1">
              <a:off x="5210176" y="5121275"/>
              <a:ext cx="460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30" name="Line 70"/>
            <p:cNvSpPr>
              <a:spLocks noChangeShapeType="1"/>
            </p:cNvSpPr>
            <p:nvPr/>
          </p:nvSpPr>
          <p:spPr bwMode="auto">
            <a:xfrm flipV="1">
              <a:off x="5256213" y="5119688"/>
              <a:ext cx="46038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31" name="Line 71"/>
            <p:cNvSpPr>
              <a:spLocks noChangeShapeType="1"/>
            </p:cNvSpPr>
            <p:nvPr/>
          </p:nvSpPr>
          <p:spPr bwMode="auto">
            <a:xfrm flipV="1">
              <a:off x="5302251" y="5116513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32" name="Line 72"/>
            <p:cNvSpPr>
              <a:spLocks noChangeShapeType="1"/>
            </p:cNvSpPr>
            <p:nvPr/>
          </p:nvSpPr>
          <p:spPr bwMode="auto">
            <a:xfrm flipV="1">
              <a:off x="5346701" y="5114925"/>
              <a:ext cx="47625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33" name="Line 73"/>
            <p:cNvSpPr>
              <a:spLocks noChangeShapeType="1"/>
            </p:cNvSpPr>
            <p:nvPr/>
          </p:nvSpPr>
          <p:spPr bwMode="auto">
            <a:xfrm flipV="1">
              <a:off x="5394326" y="5111750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34" name="Line 74"/>
            <p:cNvSpPr>
              <a:spLocks noChangeShapeType="1"/>
            </p:cNvSpPr>
            <p:nvPr/>
          </p:nvSpPr>
          <p:spPr bwMode="auto">
            <a:xfrm flipV="1">
              <a:off x="5438776" y="5110163"/>
              <a:ext cx="46037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35" name="Line 75"/>
            <p:cNvSpPr>
              <a:spLocks noChangeShapeType="1"/>
            </p:cNvSpPr>
            <p:nvPr/>
          </p:nvSpPr>
          <p:spPr bwMode="auto">
            <a:xfrm flipV="1">
              <a:off x="5484813" y="5106988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36" name="Line 76"/>
            <p:cNvSpPr>
              <a:spLocks noChangeShapeType="1"/>
            </p:cNvSpPr>
            <p:nvPr/>
          </p:nvSpPr>
          <p:spPr bwMode="auto">
            <a:xfrm flipV="1">
              <a:off x="5530851" y="5105400"/>
              <a:ext cx="46037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37" name="Line 77"/>
            <p:cNvSpPr>
              <a:spLocks noChangeShapeType="1"/>
            </p:cNvSpPr>
            <p:nvPr/>
          </p:nvSpPr>
          <p:spPr bwMode="auto">
            <a:xfrm flipV="1">
              <a:off x="5576888" y="5103813"/>
              <a:ext cx="46038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38" name="Line 78"/>
            <p:cNvSpPr>
              <a:spLocks noChangeShapeType="1"/>
            </p:cNvSpPr>
            <p:nvPr/>
          </p:nvSpPr>
          <p:spPr bwMode="auto">
            <a:xfrm flipV="1">
              <a:off x="5622926" y="5100638"/>
              <a:ext cx="460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39" name="Line 79"/>
            <p:cNvSpPr>
              <a:spLocks noChangeShapeType="1"/>
            </p:cNvSpPr>
            <p:nvPr/>
          </p:nvSpPr>
          <p:spPr bwMode="auto">
            <a:xfrm flipV="1">
              <a:off x="5668963" y="5099050"/>
              <a:ext cx="44450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40" name="Line 80"/>
            <p:cNvSpPr>
              <a:spLocks noChangeShapeType="1"/>
            </p:cNvSpPr>
            <p:nvPr/>
          </p:nvSpPr>
          <p:spPr bwMode="auto">
            <a:xfrm flipV="1">
              <a:off x="5713413" y="5097463"/>
              <a:ext cx="47625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41" name="Line 81"/>
            <p:cNvSpPr>
              <a:spLocks noChangeShapeType="1"/>
            </p:cNvSpPr>
            <p:nvPr/>
          </p:nvSpPr>
          <p:spPr bwMode="auto">
            <a:xfrm flipV="1">
              <a:off x="5761038" y="5095875"/>
              <a:ext cx="46038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42" name="Line 82"/>
            <p:cNvSpPr>
              <a:spLocks noChangeShapeType="1"/>
            </p:cNvSpPr>
            <p:nvPr/>
          </p:nvSpPr>
          <p:spPr bwMode="auto">
            <a:xfrm flipV="1">
              <a:off x="5807076" y="5092700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43" name="Line 83"/>
            <p:cNvSpPr>
              <a:spLocks noChangeShapeType="1"/>
            </p:cNvSpPr>
            <p:nvPr/>
          </p:nvSpPr>
          <p:spPr bwMode="auto">
            <a:xfrm flipV="1">
              <a:off x="5851526" y="5091113"/>
              <a:ext cx="46037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44" name="Line 84"/>
            <p:cNvSpPr>
              <a:spLocks noChangeShapeType="1"/>
            </p:cNvSpPr>
            <p:nvPr/>
          </p:nvSpPr>
          <p:spPr bwMode="auto">
            <a:xfrm flipV="1">
              <a:off x="5897563" y="5089525"/>
              <a:ext cx="46038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45" name="Line 85"/>
            <p:cNvSpPr>
              <a:spLocks noChangeShapeType="1"/>
            </p:cNvSpPr>
            <p:nvPr/>
          </p:nvSpPr>
          <p:spPr bwMode="auto">
            <a:xfrm flipV="1">
              <a:off x="5943601" y="5087938"/>
              <a:ext cx="46037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46" name="Line 86"/>
            <p:cNvSpPr>
              <a:spLocks noChangeShapeType="1"/>
            </p:cNvSpPr>
            <p:nvPr/>
          </p:nvSpPr>
          <p:spPr bwMode="auto">
            <a:xfrm flipV="1">
              <a:off x="5989638" y="5086350"/>
              <a:ext cx="46038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47" name="Line 87"/>
            <p:cNvSpPr>
              <a:spLocks noChangeShapeType="1"/>
            </p:cNvSpPr>
            <p:nvPr/>
          </p:nvSpPr>
          <p:spPr bwMode="auto">
            <a:xfrm flipV="1">
              <a:off x="6035676" y="5086350"/>
              <a:ext cx="44450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48" name="Line 88"/>
            <p:cNvSpPr>
              <a:spLocks noChangeShapeType="1"/>
            </p:cNvSpPr>
            <p:nvPr/>
          </p:nvSpPr>
          <p:spPr bwMode="auto">
            <a:xfrm flipV="1">
              <a:off x="6080126" y="5084763"/>
              <a:ext cx="46037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49" name="Line 89"/>
            <p:cNvSpPr>
              <a:spLocks noChangeShapeType="1"/>
            </p:cNvSpPr>
            <p:nvPr/>
          </p:nvSpPr>
          <p:spPr bwMode="auto">
            <a:xfrm flipV="1">
              <a:off x="6126163" y="5083175"/>
              <a:ext cx="47625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50" name="Line 90"/>
            <p:cNvSpPr>
              <a:spLocks noChangeShapeType="1"/>
            </p:cNvSpPr>
            <p:nvPr/>
          </p:nvSpPr>
          <p:spPr bwMode="auto">
            <a:xfrm flipV="1">
              <a:off x="6173788" y="5081588"/>
              <a:ext cx="44450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51" name="Line 91"/>
            <p:cNvSpPr>
              <a:spLocks noChangeShapeType="1"/>
            </p:cNvSpPr>
            <p:nvPr/>
          </p:nvSpPr>
          <p:spPr bwMode="auto">
            <a:xfrm flipV="1">
              <a:off x="6218238" y="5080000"/>
              <a:ext cx="46038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52" name="Line 92"/>
            <p:cNvSpPr>
              <a:spLocks noChangeShapeType="1"/>
            </p:cNvSpPr>
            <p:nvPr/>
          </p:nvSpPr>
          <p:spPr bwMode="auto">
            <a:xfrm flipV="1">
              <a:off x="6264276" y="5078413"/>
              <a:ext cx="46037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53" name="Line 93"/>
            <p:cNvSpPr>
              <a:spLocks noChangeShapeType="1"/>
            </p:cNvSpPr>
            <p:nvPr/>
          </p:nvSpPr>
          <p:spPr bwMode="auto">
            <a:xfrm flipV="1">
              <a:off x="6310313" y="5078413"/>
              <a:ext cx="46038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54" name="Line 94"/>
            <p:cNvSpPr>
              <a:spLocks noChangeShapeType="1"/>
            </p:cNvSpPr>
            <p:nvPr/>
          </p:nvSpPr>
          <p:spPr bwMode="auto">
            <a:xfrm flipV="1">
              <a:off x="6356351" y="5076825"/>
              <a:ext cx="46037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55" name="Line 95"/>
            <p:cNvSpPr>
              <a:spLocks noChangeShapeType="1"/>
            </p:cNvSpPr>
            <p:nvPr/>
          </p:nvSpPr>
          <p:spPr bwMode="auto">
            <a:xfrm flipV="1">
              <a:off x="6402388" y="5076825"/>
              <a:ext cx="46038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56" name="Line 96"/>
            <p:cNvSpPr>
              <a:spLocks noChangeShapeType="1"/>
            </p:cNvSpPr>
            <p:nvPr/>
          </p:nvSpPr>
          <p:spPr bwMode="auto">
            <a:xfrm flipV="1">
              <a:off x="6448426" y="5075238"/>
              <a:ext cx="44450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57" name="Line 97"/>
            <p:cNvSpPr>
              <a:spLocks noChangeShapeType="1"/>
            </p:cNvSpPr>
            <p:nvPr/>
          </p:nvSpPr>
          <p:spPr bwMode="auto">
            <a:xfrm flipV="1">
              <a:off x="6492876" y="5075238"/>
              <a:ext cx="47625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58" name="Line 98"/>
            <p:cNvSpPr>
              <a:spLocks noChangeShapeType="1"/>
            </p:cNvSpPr>
            <p:nvPr/>
          </p:nvSpPr>
          <p:spPr bwMode="auto">
            <a:xfrm flipV="1">
              <a:off x="6540501" y="5073650"/>
              <a:ext cx="44450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59" name="Line 99"/>
            <p:cNvSpPr>
              <a:spLocks noChangeShapeType="1"/>
            </p:cNvSpPr>
            <p:nvPr/>
          </p:nvSpPr>
          <p:spPr bwMode="auto">
            <a:xfrm flipV="1">
              <a:off x="6584951" y="5073650"/>
              <a:ext cx="46037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60" name="Line 100"/>
            <p:cNvSpPr>
              <a:spLocks noChangeShapeType="1"/>
            </p:cNvSpPr>
            <p:nvPr/>
          </p:nvSpPr>
          <p:spPr bwMode="auto">
            <a:xfrm flipV="1">
              <a:off x="6630988" y="5072063"/>
              <a:ext cx="46038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61" name="Line 101"/>
            <p:cNvSpPr>
              <a:spLocks noChangeShapeType="1"/>
            </p:cNvSpPr>
            <p:nvPr/>
          </p:nvSpPr>
          <p:spPr bwMode="auto">
            <a:xfrm flipV="1">
              <a:off x="6677026" y="5072063"/>
              <a:ext cx="44450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62" name="Line 102"/>
            <p:cNvSpPr>
              <a:spLocks noChangeShapeType="1"/>
            </p:cNvSpPr>
            <p:nvPr/>
          </p:nvSpPr>
          <p:spPr bwMode="auto">
            <a:xfrm flipV="1">
              <a:off x="6721476" y="5072063"/>
              <a:ext cx="47625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63" name="Line 103"/>
            <p:cNvSpPr>
              <a:spLocks noChangeShapeType="1"/>
            </p:cNvSpPr>
            <p:nvPr/>
          </p:nvSpPr>
          <p:spPr bwMode="auto">
            <a:xfrm>
              <a:off x="6769101" y="5072063"/>
              <a:ext cx="46037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64" name="Line 104"/>
            <p:cNvSpPr>
              <a:spLocks noChangeShapeType="1"/>
            </p:cNvSpPr>
            <p:nvPr/>
          </p:nvSpPr>
          <p:spPr bwMode="auto">
            <a:xfrm flipV="1">
              <a:off x="6815138" y="5072063"/>
              <a:ext cx="44450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65" name="Line 105"/>
            <p:cNvSpPr>
              <a:spLocks noChangeShapeType="1"/>
            </p:cNvSpPr>
            <p:nvPr/>
          </p:nvSpPr>
          <p:spPr bwMode="auto">
            <a:xfrm>
              <a:off x="6859588" y="5072063"/>
              <a:ext cx="46038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66" name="Line 106"/>
            <p:cNvSpPr>
              <a:spLocks noChangeShapeType="1"/>
            </p:cNvSpPr>
            <p:nvPr/>
          </p:nvSpPr>
          <p:spPr bwMode="auto">
            <a:xfrm flipV="1">
              <a:off x="6905626" y="5070475"/>
              <a:ext cx="47625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67" name="Line 107"/>
            <p:cNvSpPr>
              <a:spLocks noChangeShapeType="1"/>
            </p:cNvSpPr>
            <p:nvPr/>
          </p:nvSpPr>
          <p:spPr bwMode="auto">
            <a:xfrm>
              <a:off x="6953251" y="5070475"/>
              <a:ext cx="44450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68" name="Line 108"/>
            <p:cNvSpPr>
              <a:spLocks noChangeShapeType="1"/>
            </p:cNvSpPr>
            <p:nvPr/>
          </p:nvSpPr>
          <p:spPr bwMode="auto">
            <a:xfrm>
              <a:off x="2460626" y="5359400"/>
              <a:ext cx="44450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69" name="Line 109"/>
            <p:cNvSpPr>
              <a:spLocks noChangeShapeType="1"/>
            </p:cNvSpPr>
            <p:nvPr/>
          </p:nvSpPr>
          <p:spPr bwMode="auto">
            <a:xfrm>
              <a:off x="2505076" y="5364163"/>
              <a:ext cx="46037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70" name="Line 110"/>
            <p:cNvSpPr>
              <a:spLocks noChangeShapeType="1"/>
            </p:cNvSpPr>
            <p:nvPr/>
          </p:nvSpPr>
          <p:spPr bwMode="auto">
            <a:xfrm>
              <a:off x="2551113" y="5368925"/>
              <a:ext cx="47625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71" name="Line 111"/>
            <p:cNvSpPr>
              <a:spLocks noChangeShapeType="1"/>
            </p:cNvSpPr>
            <p:nvPr/>
          </p:nvSpPr>
          <p:spPr bwMode="auto">
            <a:xfrm>
              <a:off x="2598738" y="5373688"/>
              <a:ext cx="44450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72" name="Line 112"/>
            <p:cNvSpPr>
              <a:spLocks noChangeShapeType="1"/>
            </p:cNvSpPr>
            <p:nvPr/>
          </p:nvSpPr>
          <p:spPr bwMode="auto">
            <a:xfrm>
              <a:off x="2643188" y="5378450"/>
              <a:ext cx="28575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73" name="Line 113"/>
            <p:cNvSpPr>
              <a:spLocks noChangeShapeType="1"/>
            </p:cNvSpPr>
            <p:nvPr/>
          </p:nvSpPr>
          <p:spPr bwMode="auto">
            <a:xfrm>
              <a:off x="2884488" y="5402263"/>
              <a:ext cx="333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74" name="Line 114"/>
            <p:cNvSpPr>
              <a:spLocks noChangeShapeType="1"/>
            </p:cNvSpPr>
            <p:nvPr/>
          </p:nvSpPr>
          <p:spPr bwMode="auto">
            <a:xfrm>
              <a:off x="2917826" y="5405438"/>
              <a:ext cx="46037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75" name="Line 115"/>
            <p:cNvSpPr>
              <a:spLocks noChangeShapeType="1"/>
            </p:cNvSpPr>
            <p:nvPr/>
          </p:nvSpPr>
          <p:spPr bwMode="auto">
            <a:xfrm>
              <a:off x="2963863" y="5410200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76" name="Line 116"/>
            <p:cNvSpPr>
              <a:spLocks noChangeShapeType="1"/>
            </p:cNvSpPr>
            <p:nvPr/>
          </p:nvSpPr>
          <p:spPr bwMode="auto">
            <a:xfrm>
              <a:off x="3009901" y="5413375"/>
              <a:ext cx="46037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77" name="Line 117"/>
            <p:cNvSpPr>
              <a:spLocks noChangeShapeType="1"/>
            </p:cNvSpPr>
            <p:nvPr/>
          </p:nvSpPr>
          <p:spPr bwMode="auto">
            <a:xfrm>
              <a:off x="3055938" y="5418138"/>
              <a:ext cx="41275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78" name="Line 118"/>
            <p:cNvSpPr>
              <a:spLocks noChangeShapeType="1"/>
            </p:cNvSpPr>
            <p:nvPr/>
          </p:nvSpPr>
          <p:spPr bwMode="auto">
            <a:xfrm>
              <a:off x="3309938" y="5443538"/>
              <a:ext cx="20638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79" name="Line 119"/>
            <p:cNvSpPr>
              <a:spLocks noChangeShapeType="1"/>
            </p:cNvSpPr>
            <p:nvPr/>
          </p:nvSpPr>
          <p:spPr bwMode="auto">
            <a:xfrm>
              <a:off x="3330576" y="5445125"/>
              <a:ext cx="47625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80" name="Line 120"/>
            <p:cNvSpPr>
              <a:spLocks noChangeShapeType="1"/>
            </p:cNvSpPr>
            <p:nvPr/>
          </p:nvSpPr>
          <p:spPr bwMode="auto">
            <a:xfrm>
              <a:off x="3378201" y="5449888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81" name="Line 121"/>
            <p:cNvSpPr>
              <a:spLocks noChangeShapeType="1"/>
            </p:cNvSpPr>
            <p:nvPr/>
          </p:nvSpPr>
          <p:spPr bwMode="auto">
            <a:xfrm>
              <a:off x="3422651" y="5453063"/>
              <a:ext cx="46037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82" name="Line 122"/>
            <p:cNvSpPr>
              <a:spLocks noChangeShapeType="1"/>
            </p:cNvSpPr>
            <p:nvPr/>
          </p:nvSpPr>
          <p:spPr bwMode="auto">
            <a:xfrm>
              <a:off x="3468688" y="5457825"/>
              <a:ext cx="46038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83" name="Line 123"/>
            <p:cNvSpPr>
              <a:spLocks noChangeShapeType="1"/>
            </p:cNvSpPr>
            <p:nvPr/>
          </p:nvSpPr>
          <p:spPr bwMode="auto">
            <a:xfrm>
              <a:off x="3514726" y="5462588"/>
              <a:ext cx="9525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84" name="Line 124"/>
            <p:cNvSpPr>
              <a:spLocks noChangeShapeType="1"/>
            </p:cNvSpPr>
            <p:nvPr/>
          </p:nvSpPr>
          <p:spPr bwMode="auto">
            <a:xfrm>
              <a:off x="3736976" y="5483225"/>
              <a:ext cx="6350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85" name="Line 125"/>
            <p:cNvSpPr>
              <a:spLocks noChangeShapeType="1"/>
            </p:cNvSpPr>
            <p:nvPr/>
          </p:nvSpPr>
          <p:spPr bwMode="auto">
            <a:xfrm>
              <a:off x="3743326" y="5483225"/>
              <a:ext cx="46037" cy="4763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86" name="Line 126"/>
            <p:cNvSpPr>
              <a:spLocks noChangeShapeType="1"/>
            </p:cNvSpPr>
            <p:nvPr/>
          </p:nvSpPr>
          <p:spPr bwMode="auto">
            <a:xfrm>
              <a:off x="3789363" y="5487988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87" name="Line 127"/>
            <p:cNvSpPr>
              <a:spLocks noChangeShapeType="1"/>
            </p:cNvSpPr>
            <p:nvPr/>
          </p:nvSpPr>
          <p:spPr bwMode="auto">
            <a:xfrm>
              <a:off x="3835401" y="5491163"/>
              <a:ext cx="46037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88" name="Line 128"/>
            <p:cNvSpPr>
              <a:spLocks noChangeShapeType="1"/>
            </p:cNvSpPr>
            <p:nvPr/>
          </p:nvSpPr>
          <p:spPr bwMode="auto">
            <a:xfrm>
              <a:off x="3881438" y="5495925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89" name="Line 129"/>
            <p:cNvSpPr>
              <a:spLocks noChangeShapeType="1"/>
            </p:cNvSpPr>
            <p:nvPr/>
          </p:nvSpPr>
          <p:spPr bwMode="auto">
            <a:xfrm>
              <a:off x="3925888" y="5499100"/>
              <a:ext cx="2698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90" name="Line 130"/>
            <p:cNvSpPr>
              <a:spLocks noChangeShapeType="1"/>
            </p:cNvSpPr>
            <p:nvPr/>
          </p:nvSpPr>
          <p:spPr bwMode="auto">
            <a:xfrm>
              <a:off x="4168776" y="5519738"/>
              <a:ext cx="333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91" name="Line 131"/>
            <p:cNvSpPr>
              <a:spLocks noChangeShapeType="1"/>
            </p:cNvSpPr>
            <p:nvPr/>
          </p:nvSpPr>
          <p:spPr bwMode="auto">
            <a:xfrm>
              <a:off x="4202113" y="5522913"/>
              <a:ext cx="46038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92" name="Line 132"/>
            <p:cNvSpPr>
              <a:spLocks noChangeShapeType="1"/>
            </p:cNvSpPr>
            <p:nvPr/>
          </p:nvSpPr>
          <p:spPr bwMode="auto">
            <a:xfrm>
              <a:off x="4248151" y="5527675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93" name="Line 133"/>
            <p:cNvSpPr>
              <a:spLocks noChangeShapeType="1"/>
            </p:cNvSpPr>
            <p:nvPr/>
          </p:nvSpPr>
          <p:spPr bwMode="auto">
            <a:xfrm>
              <a:off x="4292601" y="5530850"/>
              <a:ext cx="460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94" name="Line 134"/>
            <p:cNvSpPr>
              <a:spLocks noChangeShapeType="1"/>
            </p:cNvSpPr>
            <p:nvPr/>
          </p:nvSpPr>
          <p:spPr bwMode="auto">
            <a:xfrm>
              <a:off x="4338638" y="5534025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95" name="Line 135"/>
            <p:cNvSpPr>
              <a:spLocks noChangeShapeType="1"/>
            </p:cNvSpPr>
            <p:nvPr/>
          </p:nvSpPr>
          <p:spPr bwMode="auto">
            <a:xfrm>
              <a:off x="4602163" y="5554663"/>
              <a:ext cx="12700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96" name="Line 136"/>
            <p:cNvSpPr>
              <a:spLocks noChangeShapeType="1"/>
            </p:cNvSpPr>
            <p:nvPr/>
          </p:nvSpPr>
          <p:spPr bwMode="auto">
            <a:xfrm>
              <a:off x="4614863" y="5554663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97" name="Line 137"/>
            <p:cNvSpPr>
              <a:spLocks noChangeShapeType="1"/>
            </p:cNvSpPr>
            <p:nvPr/>
          </p:nvSpPr>
          <p:spPr bwMode="auto">
            <a:xfrm>
              <a:off x="4660901" y="5557838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98" name="Line 138"/>
            <p:cNvSpPr>
              <a:spLocks noChangeShapeType="1"/>
            </p:cNvSpPr>
            <p:nvPr/>
          </p:nvSpPr>
          <p:spPr bwMode="auto">
            <a:xfrm>
              <a:off x="4705351" y="5561013"/>
              <a:ext cx="46037" cy="4762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099" name="Line 139"/>
            <p:cNvSpPr>
              <a:spLocks noChangeShapeType="1"/>
            </p:cNvSpPr>
            <p:nvPr/>
          </p:nvSpPr>
          <p:spPr bwMode="auto">
            <a:xfrm>
              <a:off x="4751388" y="5565775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00" name="Line 140"/>
            <p:cNvSpPr>
              <a:spLocks noChangeShapeType="1"/>
            </p:cNvSpPr>
            <p:nvPr/>
          </p:nvSpPr>
          <p:spPr bwMode="auto">
            <a:xfrm>
              <a:off x="4797426" y="5568950"/>
              <a:ext cx="22225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01" name="Line 141"/>
            <p:cNvSpPr>
              <a:spLocks noChangeShapeType="1"/>
            </p:cNvSpPr>
            <p:nvPr/>
          </p:nvSpPr>
          <p:spPr bwMode="auto">
            <a:xfrm>
              <a:off x="5038726" y="5583238"/>
              <a:ext cx="333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02" name="Line 142"/>
            <p:cNvSpPr>
              <a:spLocks noChangeShapeType="1"/>
            </p:cNvSpPr>
            <p:nvPr/>
          </p:nvSpPr>
          <p:spPr bwMode="auto">
            <a:xfrm>
              <a:off x="5072063" y="5586413"/>
              <a:ext cx="46038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03" name="Line 143"/>
            <p:cNvSpPr>
              <a:spLocks noChangeShapeType="1"/>
            </p:cNvSpPr>
            <p:nvPr/>
          </p:nvSpPr>
          <p:spPr bwMode="auto">
            <a:xfrm>
              <a:off x="5118101" y="5589588"/>
              <a:ext cx="47625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04" name="Line 144"/>
            <p:cNvSpPr>
              <a:spLocks noChangeShapeType="1"/>
            </p:cNvSpPr>
            <p:nvPr/>
          </p:nvSpPr>
          <p:spPr bwMode="auto">
            <a:xfrm>
              <a:off x="5165726" y="5591175"/>
              <a:ext cx="44450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05" name="Line 145"/>
            <p:cNvSpPr>
              <a:spLocks noChangeShapeType="1"/>
            </p:cNvSpPr>
            <p:nvPr/>
          </p:nvSpPr>
          <p:spPr bwMode="auto">
            <a:xfrm>
              <a:off x="5210176" y="5594350"/>
              <a:ext cx="460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06" name="Line 146"/>
            <p:cNvSpPr>
              <a:spLocks noChangeShapeType="1"/>
            </p:cNvSpPr>
            <p:nvPr/>
          </p:nvSpPr>
          <p:spPr bwMode="auto">
            <a:xfrm>
              <a:off x="5256213" y="5597525"/>
              <a:ext cx="1588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07" name="Line 147"/>
            <p:cNvSpPr>
              <a:spLocks noChangeShapeType="1"/>
            </p:cNvSpPr>
            <p:nvPr/>
          </p:nvSpPr>
          <p:spPr bwMode="auto">
            <a:xfrm>
              <a:off x="5478463" y="5608638"/>
              <a:ext cx="6350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08" name="Line 148"/>
            <p:cNvSpPr>
              <a:spLocks noChangeShapeType="1"/>
            </p:cNvSpPr>
            <p:nvPr/>
          </p:nvSpPr>
          <p:spPr bwMode="auto">
            <a:xfrm>
              <a:off x="5484813" y="5610225"/>
              <a:ext cx="46038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09" name="Line 149"/>
            <p:cNvSpPr>
              <a:spLocks noChangeShapeType="1"/>
            </p:cNvSpPr>
            <p:nvPr/>
          </p:nvSpPr>
          <p:spPr bwMode="auto">
            <a:xfrm>
              <a:off x="5530851" y="5611813"/>
              <a:ext cx="46037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10" name="Line 150"/>
            <p:cNvSpPr>
              <a:spLocks noChangeShapeType="1"/>
            </p:cNvSpPr>
            <p:nvPr/>
          </p:nvSpPr>
          <p:spPr bwMode="auto">
            <a:xfrm>
              <a:off x="5576888" y="5613400"/>
              <a:ext cx="46038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11" name="Line 151"/>
            <p:cNvSpPr>
              <a:spLocks noChangeShapeType="1"/>
            </p:cNvSpPr>
            <p:nvPr/>
          </p:nvSpPr>
          <p:spPr bwMode="auto">
            <a:xfrm>
              <a:off x="5622926" y="5614988"/>
              <a:ext cx="46037" cy="3175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12" name="Line 152"/>
            <p:cNvSpPr>
              <a:spLocks noChangeShapeType="1"/>
            </p:cNvSpPr>
            <p:nvPr/>
          </p:nvSpPr>
          <p:spPr bwMode="auto">
            <a:xfrm>
              <a:off x="5668963" y="5618163"/>
              <a:ext cx="30163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13" name="Line 153"/>
            <p:cNvSpPr>
              <a:spLocks noChangeShapeType="1"/>
            </p:cNvSpPr>
            <p:nvPr/>
          </p:nvSpPr>
          <p:spPr bwMode="auto">
            <a:xfrm>
              <a:off x="5921376" y="5627688"/>
              <a:ext cx="22225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14" name="Line 154"/>
            <p:cNvSpPr>
              <a:spLocks noChangeShapeType="1"/>
            </p:cNvSpPr>
            <p:nvPr/>
          </p:nvSpPr>
          <p:spPr bwMode="auto">
            <a:xfrm>
              <a:off x="5943601" y="5629275"/>
              <a:ext cx="46037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15" name="Line 155"/>
            <p:cNvSpPr>
              <a:spLocks noChangeShapeType="1"/>
            </p:cNvSpPr>
            <p:nvPr/>
          </p:nvSpPr>
          <p:spPr bwMode="auto">
            <a:xfrm>
              <a:off x="5989638" y="5630863"/>
              <a:ext cx="46038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16" name="Line 156"/>
            <p:cNvSpPr>
              <a:spLocks noChangeShapeType="1"/>
            </p:cNvSpPr>
            <p:nvPr/>
          </p:nvSpPr>
          <p:spPr bwMode="auto">
            <a:xfrm>
              <a:off x="6035676" y="5632450"/>
              <a:ext cx="44450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17" name="Line 157"/>
            <p:cNvSpPr>
              <a:spLocks noChangeShapeType="1"/>
            </p:cNvSpPr>
            <p:nvPr/>
          </p:nvSpPr>
          <p:spPr bwMode="auto">
            <a:xfrm>
              <a:off x="6080126" y="5634038"/>
              <a:ext cx="46037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18" name="Line 158"/>
            <p:cNvSpPr>
              <a:spLocks noChangeShapeType="1"/>
            </p:cNvSpPr>
            <p:nvPr/>
          </p:nvSpPr>
          <p:spPr bwMode="auto">
            <a:xfrm>
              <a:off x="6126163" y="5634038"/>
              <a:ext cx="19050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19" name="Line 159"/>
            <p:cNvSpPr>
              <a:spLocks noChangeShapeType="1"/>
            </p:cNvSpPr>
            <p:nvPr/>
          </p:nvSpPr>
          <p:spPr bwMode="auto">
            <a:xfrm>
              <a:off x="6369051" y="5640388"/>
              <a:ext cx="33337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20" name="Line 160"/>
            <p:cNvSpPr>
              <a:spLocks noChangeShapeType="1"/>
            </p:cNvSpPr>
            <p:nvPr/>
          </p:nvSpPr>
          <p:spPr bwMode="auto">
            <a:xfrm>
              <a:off x="6402388" y="5641975"/>
              <a:ext cx="46038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21" name="Line 161"/>
            <p:cNvSpPr>
              <a:spLocks noChangeShapeType="1"/>
            </p:cNvSpPr>
            <p:nvPr/>
          </p:nvSpPr>
          <p:spPr bwMode="auto">
            <a:xfrm>
              <a:off x="6448426" y="5643563"/>
              <a:ext cx="44450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22" name="Line 162"/>
            <p:cNvSpPr>
              <a:spLocks noChangeShapeType="1"/>
            </p:cNvSpPr>
            <p:nvPr/>
          </p:nvSpPr>
          <p:spPr bwMode="auto">
            <a:xfrm>
              <a:off x="6492876" y="5643563"/>
              <a:ext cx="47625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23" name="Line 163"/>
            <p:cNvSpPr>
              <a:spLocks noChangeShapeType="1"/>
            </p:cNvSpPr>
            <p:nvPr/>
          </p:nvSpPr>
          <p:spPr bwMode="auto">
            <a:xfrm>
              <a:off x="6540501" y="5643563"/>
              <a:ext cx="44450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24" name="Line 164"/>
            <p:cNvSpPr>
              <a:spLocks noChangeShapeType="1"/>
            </p:cNvSpPr>
            <p:nvPr/>
          </p:nvSpPr>
          <p:spPr bwMode="auto">
            <a:xfrm>
              <a:off x="6584951" y="5645150"/>
              <a:ext cx="6350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25" name="Line 165"/>
            <p:cNvSpPr>
              <a:spLocks noChangeShapeType="1"/>
            </p:cNvSpPr>
            <p:nvPr/>
          </p:nvSpPr>
          <p:spPr bwMode="auto">
            <a:xfrm>
              <a:off x="6815138" y="5646738"/>
              <a:ext cx="44450" cy="1587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26" name="Line 166"/>
            <p:cNvSpPr>
              <a:spLocks noChangeShapeType="1"/>
            </p:cNvSpPr>
            <p:nvPr/>
          </p:nvSpPr>
          <p:spPr bwMode="auto">
            <a:xfrm>
              <a:off x="6859588" y="5648325"/>
              <a:ext cx="46038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1127" name="Line 167"/>
            <p:cNvSpPr>
              <a:spLocks noChangeShapeType="1"/>
            </p:cNvSpPr>
            <p:nvPr/>
          </p:nvSpPr>
          <p:spPr bwMode="auto">
            <a:xfrm>
              <a:off x="6905626" y="5648325"/>
              <a:ext cx="47625" cy="1588"/>
            </a:xfrm>
            <a:prstGeom prst="line">
              <a:avLst/>
            </a:prstGeom>
            <a:noFill/>
            <a:ln w="28">
              <a:solidFill>
                <a:schemeClr val="bg1">
                  <a:lumMod val="50000"/>
                </a:schemeClr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</p:grpSp>
      <p:sp>
        <p:nvSpPr>
          <p:cNvPr id="629777" name="Line 168"/>
          <p:cNvSpPr>
            <a:spLocks noChangeShapeType="1"/>
          </p:cNvSpPr>
          <p:nvPr/>
        </p:nvSpPr>
        <p:spPr bwMode="auto">
          <a:xfrm>
            <a:off x="4633913" y="2579688"/>
            <a:ext cx="44450" cy="1587"/>
          </a:xfrm>
          <a:prstGeom prst="line">
            <a:avLst/>
          </a:prstGeom>
          <a:noFill/>
          <a:ln w="28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E9E84D3-3CE4-75DB-9E7C-4FEC7F3E026C}"/>
              </a:ext>
            </a:extLst>
          </p:cNvPr>
          <p:cNvCxnSpPr>
            <a:cxnSpLocks/>
          </p:cNvCxnSpPr>
          <p:nvPr/>
        </p:nvCxnSpPr>
        <p:spPr>
          <a:xfrm>
            <a:off x="2485800" y="2734468"/>
            <a:ext cx="0" cy="13890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1D8D70-D967-CC7E-75E3-40B1B6747425}"/>
              </a:ext>
            </a:extLst>
          </p:cNvPr>
          <p:cNvCxnSpPr>
            <a:cxnSpLocks/>
          </p:cNvCxnSpPr>
          <p:nvPr/>
        </p:nvCxnSpPr>
        <p:spPr>
          <a:xfrm>
            <a:off x="2438400" y="4675981"/>
            <a:ext cx="0" cy="13890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91" name="TextBox 312"/>
          <p:cNvSpPr txBox="1">
            <a:spLocks noChangeArrowheads="1"/>
          </p:cNvSpPr>
          <p:nvPr/>
        </p:nvSpPr>
        <p:spPr bwMode="auto">
          <a:xfrm>
            <a:off x="4686300" y="-33338"/>
            <a:ext cx="357188" cy="58578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L</a:t>
            </a:r>
          </a:p>
        </p:txBody>
      </p:sp>
      <p:grpSp>
        <p:nvGrpSpPr>
          <p:cNvPr id="2" name="Group 548"/>
          <p:cNvGrpSpPr>
            <a:grpSpLocks/>
          </p:cNvGrpSpPr>
          <p:nvPr/>
        </p:nvGrpSpPr>
        <p:grpSpPr bwMode="auto">
          <a:xfrm>
            <a:off x="457200" y="3048000"/>
            <a:ext cx="8153400" cy="2879725"/>
            <a:chOff x="-3386667" y="155109"/>
            <a:chExt cx="13264233" cy="6643624"/>
          </a:xfrm>
        </p:grpSpPr>
        <p:cxnSp>
          <p:nvCxnSpPr>
            <p:cNvPr id="12" name="Straight Arrow Connector 11"/>
            <p:cNvCxnSpPr/>
            <p:nvPr/>
          </p:nvCxnSpPr>
          <p:spPr>
            <a:xfrm rot="10800000" flipH="1">
              <a:off x="2614429" y="155109"/>
              <a:ext cx="4472575" cy="27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" name="Group 211"/>
            <p:cNvGrpSpPr>
              <a:grpSpLocks/>
            </p:cNvGrpSpPr>
            <p:nvPr/>
          </p:nvGrpSpPr>
          <p:grpSpPr bwMode="auto">
            <a:xfrm>
              <a:off x="3608614" y="5218489"/>
              <a:ext cx="2775857" cy="696685"/>
              <a:chOff x="5281613" y="5646738"/>
              <a:chExt cx="1438276" cy="628649"/>
            </a:xfrm>
          </p:grpSpPr>
          <p:sp>
            <p:nvSpPr>
              <p:cNvPr id="67911" name="Line 9"/>
              <p:cNvSpPr>
                <a:spLocks noChangeShapeType="1"/>
              </p:cNvSpPr>
              <p:nvPr/>
            </p:nvSpPr>
            <p:spPr bwMode="auto">
              <a:xfrm flipV="1">
                <a:off x="5281613" y="5940425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12" name="Line 10"/>
              <p:cNvSpPr>
                <a:spLocks noChangeShapeType="1"/>
              </p:cNvSpPr>
              <p:nvPr/>
            </p:nvSpPr>
            <p:spPr bwMode="auto">
              <a:xfrm flipV="1">
                <a:off x="5295901" y="592137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13" name="Line 11"/>
              <p:cNvSpPr>
                <a:spLocks noChangeShapeType="1"/>
              </p:cNvSpPr>
              <p:nvPr/>
            </p:nvSpPr>
            <p:spPr bwMode="auto">
              <a:xfrm flipV="1">
                <a:off x="5310188" y="5900738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14" name="Line 12"/>
              <p:cNvSpPr>
                <a:spLocks noChangeShapeType="1"/>
              </p:cNvSpPr>
              <p:nvPr/>
            </p:nvSpPr>
            <p:spPr bwMode="auto">
              <a:xfrm flipV="1">
                <a:off x="5324476" y="5881688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15" name="Line 13"/>
              <p:cNvSpPr>
                <a:spLocks noChangeShapeType="1"/>
              </p:cNvSpPr>
              <p:nvPr/>
            </p:nvSpPr>
            <p:spPr bwMode="auto">
              <a:xfrm flipV="1">
                <a:off x="5338763" y="5862638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16" name="Line 14"/>
              <p:cNvSpPr>
                <a:spLocks noChangeShapeType="1"/>
              </p:cNvSpPr>
              <p:nvPr/>
            </p:nvSpPr>
            <p:spPr bwMode="auto">
              <a:xfrm flipV="1">
                <a:off x="5354638" y="5845175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17" name="Line 15"/>
              <p:cNvSpPr>
                <a:spLocks noChangeShapeType="1"/>
              </p:cNvSpPr>
              <p:nvPr/>
            </p:nvSpPr>
            <p:spPr bwMode="auto">
              <a:xfrm flipV="1">
                <a:off x="5368926" y="582612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18" name="Line 16"/>
              <p:cNvSpPr>
                <a:spLocks noChangeShapeType="1"/>
              </p:cNvSpPr>
              <p:nvPr/>
            </p:nvSpPr>
            <p:spPr bwMode="auto">
              <a:xfrm flipV="1">
                <a:off x="5383213" y="5808663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19" name="Line 17"/>
              <p:cNvSpPr>
                <a:spLocks noChangeShapeType="1"/>
              </p:cNvSpPr>
              <p:nvPr/>
            </p:nvSpPr>
            <p:spPr bwMode="auto">
              <a:xfrm flipV="1">
                <a:off x="5397501" y="5791200"/>
                <a:ext cx="15875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20" name="Line 18"/>
              <p:cNvSpPr>
                <a:spLocks noChangeShapeType="1"/>
              </p:cNvSpPr>
              <p:nvPr/>
            </p:nvSpPr>
            <p:spPr bwMode="auto">
              <a:xfrm flipV="1">
                <a:off x="5413376" y="5775325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21" name="Line 19"/>
              <p:cNvSpPr>
                <a:spLocks noChangeShapeType="1"/>
              </p:cNvSpPr>
              <p:nvPr/>
            </p:nvSpPr>
            <p:spPr bwMode="auto">
              <a:xfrm flipV="1">
                <a:off x="5427663" y="5759450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22" name="Line 20"/>
              <p:cNvSpPr>
                <a:spLocks noChangeShapeType="1"/>
              </p:cNvSpPr>
              <p:nvPr/>
            </p:nvSpPr>
            <p:spPr bwMode="auto">
              <a:xfrm flipV="1">
                <a:off x="5441951" y="5745163"/>
                <a:ext cx="15875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23" name="Line 21"/>
              <p:cNvSpPr>
                <a:spLocks noChangeShapeType="1"/>
              </p:cNvSpPr>
              <p:nvPr/>
            </p:nvSpPr>
            <p:spPr bwMode="auto">
              <a:xfrm flipV="1">
                <a:off x="5457826" y="5730875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24" name="Line 22"/>
              <p:cNvSpPr>
                <a:spLocks noChangeShapeType="1"/>
              </p:cNvSpPr>
              <p:nvPr/>
            </p:nvSpPr>
            <p:spPr bwMode="auto">
              <a:xfrm flipV="1">
                <a:off x="5472113" y="571817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25" name="Line 23"/>
              <p:cNvSpPr>
                <a:spLocks noChangeShapeType="1"/>
              </p:cNvSpPr>
              <p:nvPr/>
            </p:nvSpPr>
            <p:spPr bwMode="auto">
              <a:xfrm flipV="1">
                <a:off x="5486401" y="570547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26" name="Line 24"/>
              <p:cNvSpPr>
                <a:spLocks noChangeShapeType="1"/>
              </p:cNvSpPr>
              <p:nvPr/>
            </p:nvSpPr>
            <p:spPr bwMode="auto">
              <a:xfrm flipV="1">
                <a:off x="5500688" y="5694363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27" name="Line 25"/>
              <p:cNvSpPr>
                <a:spLocks noChangeShapeType="1"/>
              </p:cNvSpPr>
              <p:nvPr/>
            </p:nvSpPr>
            <p:spPr bwMode="auto">
              <a:xfrm flipV="1">
                <a:off x="5514976" y="5684838"/>
                <a:ext cx="15875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28" name="Line 26"/>
              <p:cNvSpPr>
                <a:spLocks noChangeShapeType="1"/>
              </p:cNvSpPr>
              <p:nvPr/>
            </p:nvSpPr>
            <p:spPr bwMode="auto">
              <a:xfrm flipV="1">
                <a:off x="5530851" y="5675313"/>
                <a:ext cx="14288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29" name="Line 27"/>
              <p:cNvSpPr>
                <a:spLocks noChangeShapeType="1"/>
              </p:cNvSpPr>
              <p:nvPr/>
            </p:nvSpPr>
            <p:spPr bwMode="auto">
              <a:xfrm flipV="1">
                <a:off x="5545138" y="5667375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30" name="Line 28"/>
              <p:cNvSpPr>
                <a:spLocks noChangeShapeType="1"/>
              </p:cNvSpPr>
              <p:nvPr/>
            </p:nvSpPr>
            <p:spPr bwMode="auto">
              <a:xfrm flipV="1">
                <a:off x="5559426" y="5661025"/>
                <a:ext cx="15875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31" name="Line 29"/>
              <p:cNvSpPr>
                <a:spLocks noChangeShapeType="1"/>
              </p:cNvSpPr>
              <p:nvPr/>
            </p:nvSpPr>
            <p:spPr bwMode="auto">
              <a:xfrm flipV="1">
                <a:off x="5575301" y="5656263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32" name="Line 30"/>
              <p:cNvSpPr>
                <a:spLocks noChangeShapeType="1"/>
              </p:cNvSpPr>
              <p:nvPr/>
            </p:nvSpPr>
            <p:spPr bwMode="auto">
              <a:xfrm flipV="1">
                <a:off x="5589588" y="5651500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33" name="Line 31"/>
              <p:cNvSpPr>
                <a:spLocks noChangeShapeType="1"/>
              </p:cNvSpPr>
              <p:nvPr/>
            </p:nvSpPr>
            <p:spPr bwMode="auto">
              <a:xfrm flipV="1">
                <a:off x="5603876" y="5649913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34" name="Line 32"/>
              <p:cNvSpPr>
                <a:spLocks noChangeShapeType="1"/>
              </p:cNvSpPr>
              <p:nvPr/>
            </p:nvSpPr>
            <p:spPr bwMode="auto">
              <a:xfrm flipV="1">
                <a:off x="5618163" y="5648325"/>
                <a:ext cx="15875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35" name="Line 33"/>
              <p:cNvSpPr>
                <a:spLocks noChangeShapeType="1"/>
              </p:cNvSpPr>
              <p:nvPr/>
            </p:nvSpPr>
            <p:spPr bwMode="auto">
              <a:xfrm flipV="1">
                <a:off x="5634038" y="5646738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36" name="Line 34"/>
              <p:cNvSpPr>
                <a:spLocks noChangeShapeType="1"/>
              </p:cNvSpPr>
              <p:nvPr/>
            </p:nvSpPr>
            <p:spPr bwMode="auto">
              <a:xfrm>
                <a:off x="5648326" y="5646738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37" name="Line 35"/>
              <p:cNvSpPr>
                <a:spLocks noChangeShapeType="1"/>
              </p:cNvSpPr>
              <p:nvPr/>
            </p:nvSpPr>
            <p:spPr bwMode="auto">
              <a:xfrm>
                <a:off x="5662613" y="5648325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38" name="Line 36"/>
              <p:cNvSpPr>
                <a:spLocks noChangeShapeType="1"/>
              </p:cNvSpPr>
              <p:nvPr/>
            </p:nvSpPr>
            <p:spPr bwMode="auto">
              <a:xfrm>
                <a:off x="5676901" y="5649913"/>
                <a:ext cx="15875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39" name="Line 37"/>
              <p:cNvSpPr>
                <a:spLocks noChangeShapeType="1"/>
              </p:cNvSpPr>
              <p:nvPr/>
            </p:nvSpPr>
            <p:spPr bwMode="auto">
              <a:xfrm>
                <a:off x="5692776" y="5654675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40" name="Line 38"/>
              <p:cNvSpPr>
                <a:spLocks noChangeShapeType="1"/>
              </p:cNvSpPr>
              <p:nvPr/>
            </p:nvSpPr>
            <p:spPr bwMode="auto">
              <a:xfrm>
                <a:off x="5707063" y="5659438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41" name="Line 39"/>
              <p:cNvSpPr>
                <a:spLocks noChangeShapeType="1"/>
              </p:cNvSpPr>
              <p:nvPr/>
            </p:nvSpPr>
            <p:spPr bwMode="auto">
              <a:xfrm>
                <a:off x="5721351" y="5664200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42" name="Line 40"/>
              <p:cNvSpPr>
                <a:spLocks noChangeShapeType="1"/>
              </p:cNvSpPr>
              <p:nvPr/>
            </p:nvSpPr>
            <p:spPr bwMode="auto">
              <a:xfrm>
                <a:off x="5735638" y="5672138"/>
                <a:ext cx="15875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43" name="Line 41"/>
              <p:cNvSpPr>
                <a:spLocks noChangeShapeType="1"/>
              </p:cNvSpPr>
              <p:nvPr/>
            </p:nvSpPr>
            <p:spPr bwMode="auto">
              <a:xfrm>
                <a:off x="5751513" y="5680075"/>
                <a:ext cx="14288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44" name="Line 42"/>
              <p:cNvSpPr>
                <a:spLocks noChangeShapeType="1"/>
              </p:cNvSpPr>
              <p:nvPr/>
            </p:nvSpPr>
            <p:spPr bwMode="auto">
              <a:xfrm>
                <a:off x="5765801" y="5689600"/>
                <a:ext cx="14288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45" name="Line 43"/>
              <p:cNvSpPr>
                <a:spLocks noChangeShapeType="1"/>
              </p:cNvSpPr>
              <p:nvPr/>
            </p:nvSpPr>
            <p:spPr bwMode="auto">
              <a:xfrm>
                <a:off x="5780088" y="569912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46" name="Line 44"/>
              <p:cNvSpPr>
                <a:spLocks noChangeShapeType="1"/>
              </p:cNvSpPr>
              <p:nvPr/>
            </p:nvSpPr>
            <p:spPr bwMode="auto">
              <a:xfrm>
                <a:off x="5794376" y="5711825"/>
                <a:ext cx="15875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47" name="Line 45"/>
              <p:cNvSpPr>
                <a:spLocks noChangeShapeType="1"/>
              </p:cNvSpPr>
              <p:nvPr/>
            </p:nvSpPr>
            <p:spPr bwMode="auto">
              <a:xfrm>
                <a:off x="5810251" y="572452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48" name="Line 46"/>
              <p:cNvSpPr>
                <a:spLocks noChangeShapeType="1"/>
              </p:cNvSpPr>
              <p:nvPr/>
            </p:nvSpPr>
            <p:spPr bwMode="auto">
              <a:xfrm>
                <a:off x="5824538" y="5737225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49" name="Line 47"/>
              <p:cNvSpPr>
                <a:spLocks noChangeShapeType="1"/>
              </p:cNvSpPr>
              <p:nvPr/>
            </p:nvSpPr>
            <p:spPr bwMode="auto">
              <a:xfrm>
                <a:off x="5838826" y="5751513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50" name="Line 48"/>
              <p:cNvSpPr>
                <a:spLocks noChangeShapeType="1"/>
              </p:cNvSpPr>
              <p:nvPr/>
            </p:nvSpPr>
            <p:spPr bwMode="auto">
              <a:xfrm>
                <a:off x="5853113" y="5767388"/>
                <a:ext cx="15875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51" name="Line 49"/>
              <p:cNvSpPr>
                <a:spLocks noChangeShapeType="1"/>
              </p:cNvSpPr>
              <p:nvPr/>
            </p:nvSpPr>
            <p:spPr bwMode="auto">
              <a:xfrm>
                <a:off x="5868988" y="5783263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52" name="Line 50"/>
              <p:cNvSpPr>
                <a:spLocks noChangeShapeType="1"/>
              </p:cNvSpPr>
              <p:nvPr/>
            </p:nvSpPr>
            <p:spPr bwMode="auto">
              <a:xfrm>
                <a:off x="5883276" y="5799138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53" name="Line 51"/>
              <p:cNvSpPr>
                <a:spLocks noChangeShapeType="1"/>
              </p:cNvSpPr>
              <p:nvPr/>
            </p:nvSpPr>
            <p:spPr bwMode="auto">
              <a:xfrm>
                <a:off x="5897563" y="5816600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54" name="Line 52"/>
              <p:cNvSpPr>
                <a:spLocks noChangeShapeType="1"/>
              </p:cNvSpPr>
              <p:nvPr/>
            </p:nvSpPr>
            <p:spPr bwMode="auto">
              <a:xfrm>
                <a:off x="5911851" y="5834063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55" name="Line 53"/>
              <p:cNvSpPr>
                <a:spLocks noChangeShapeType="1"/>
              </p:cNvSpPr>
              <p:nvPr/>
            </p:nvSpPr>
            <p:spPr bwMode="auto">
              <a:xfrm>
                <a:off x="5927726" y="5853113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56" name="Line 54"/>
              <p:cNvSpPr>
                <a:spLocks noChangeShapeType="1"/>
              </p:cNvSpPr>
              <p:nvPr/>
            </p:nvSpPr>
            <p:spPr bwMode="auto">
              <a:xfrm>
                <a:off x="5942013" y="5872163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57" name="Line 55"/>
              <p:cNvSpPr>
                <a:spLocks noChangeShapeType="1"/>
              </p:cNvSpPr>
              <p:nvPr/>
            </p:nvSpPr>
            <p:spPr bwMode="auto">
              <a:xfrm>
                <a:off x="5956301" y="5891213"/>
                <a:ext cx="15875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58" name="Line 56"/>
              <p:cNvSpPr>
                <a:spLocks noChangeShapeType="1"/>
              </p:cNvSpPr>
              <p:nvPr/>
            </p:nvSpPr>
            <p:spPr bwMode="auto">
              <a:xfrm>
                <a:off x="5972176" y="591185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59" name="Line 57"/>
              <p:cNvSpPr>
                <a:spLocks noChangeShapeType="1"/>
              </p:cNvSpPr>
              <p:nvPr/>
            </p:nvSpPr>
            <p:spPr bwMode="auto">
              <a:xfrm>
                <a:off x="5986463" y="593090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60" name="Line 58"/>
              <p:cNvSpPr>
                <a:spLocks noChangeShapeType="1"/>
              </p:cNvSpPr>
              <p:nvPr/>
            </p:nvSpPr>
            <p:spPr bwMode="auto">
              <a:xfrm>
                <a:off x="6000751" y="5949950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61" name="Line 59"/>
              <p:cNvSpPr>
                <a:spLocks noChangeShapeType="1"/>
              </p:cNvSpPr>
              <p:nvPr/>
            </p:nvSpPr>
            <p:spPr bwMode="auto">
              <a:xfrm>
                <a:off x="6015038" y="5970588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62" name="Line 60"/>
              <p:cNvSpPr>
                <a:spLocks noChangeShapeType="1"/>
              </p:cNvSpPr>
              <p:nvPr/>
            </p:nvSpPr>
            <p:spPr bwMode="auto">
              <a:xfrm>
                <a:off x="6029326" y="5989638"/>
                <a:ext cx="15875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63" name="Line 61"/>
              <p:cNvSpPr>
                <a:spLocks noChangeShapeType="1"/>
              </p:cNvSpPr>
              <p:nvPr/>
            </p:nvSpPr>
            <p:spPr bwMode="auto">
              <a:xfrm>
                <a:off x="6045201" y="601027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64" name="Line 62"/>
              <p:cNvSpPr>
                <a:spLocks noChangeShapeType="1"/>
              </p:cNvSpPr>
              <p:nvPr/>
            </p:nvSpPr>
            <p:spPr bwMode="auto">
              <a:xfrm>
                <a:off x="6059488" y="602932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65" name="Line 63"/>
              <p:cNvSpPr>
                <a:spLocks noChangeShapeType="1"/>
              </p:cNvSpPr>
              <p:nvPr/>
            </p:nvSpPr>
            <p:spPr bwMode="auto">
              <a:xfrm>
                <a:off x="6073776" y="6048375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66" name="Line 64"/>
              <p:cNvSpPr>
                <a:spLocks noChangeShapeType="1"/>
              </p:cNvSpPr>
              <p:nvPr/>
            </p:nvSpPr>
            <p:spPr bwMode="auto">
              <a:xfrm>
                <a:off x="6089651" y="606742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67" name="Line 65"/>
              <p:cNvSpPr>
                <a:spLocks noChangeShapeType="1"/>
              </p:cNvSpPr>
              <p:nvPr/>
            </p:nvSpPr>
            <p:spPr bwMode="auto">
              <a:xfrm>
                <a:off x="6103938" y="6086475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68" name="Line 66"/>
              <p:cNvSpPr>
                <a:spLocks noChangeShapeType="1"/>
              </p:cNvSpPr>
              <p:nvPr/>
            </p:nvSpPr>
            <p:spPr bwMode="auto">
              <a:xfrm>
                <a:off x="6118226" y="6103938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69" name="Line 67"/>
              <p:cNvSpPr>
                <a:spLocks noChangeShapeType="1"/>
              </p:cNvSpPr>
              <p:nvPr/>
            </p:nvSpPr>
            <p:spPr bwMode="auto">
              <a:xfrm>
                <a:off x="6132513" y="6121400"/>
                <a:ext cx="15875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70" name="Line 68"/>
              <p:cNvSpPr>
                <a:spLocks noChangeShapeType="1"/>
              </p:cNvSpPr>
              <p:nvPr/>
            </p:nvSpPr>
            <p:spPr bwMode="auto">
              <a:xfrm>
                <a:off x="6148388" y="6138863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71" name="Line 69"/>
              <p:cNvSpPr>
                <a:spLocks noChangeShapeType="1"/>
              </p:cNvSpPr>
              <p:nvPr/>
            </p:nvSpPr>
            <p:spPr bwMode="auto">
              <a:xfrm>
                <a:off x="6162676" y="6154738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72" name="Line 70"/>
              <p:cNvSpPr>
                <a:spLocks noChangeShapeType="1"/>
              </p:cNvSpPr>
              <p:nvPr/>
            </p:nvSpPr>
            <p:spPr bwMode="auto">
              <a:xfrm>
                <a:off x="6176963" y="6169025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73" name="Line 71"/>
              <p:cNvSpPr>
                <a:spLocks noChangeShapeType="1"/>
              </p:cNvSpPr>
              <p:nvPr/>
            </p:nvSpPr>
            <p:spPr bwMode="auto">
              <a:xfrm>
                <a:off x="6191251" y="6184900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74" name="Line 72"/>
              <p:cNvSpPr>
                <a:spLocks noChangeShapeType="1"/>
              </p:cNvSpPr>
              <p:nvPr/>
            </p:nvSpPr>
            <p:spPr bwMode="auto">
              <a:xfrm>
                <a:off x="6205538" y="6197600"/>
                <a:ext cx="15875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75" name="Line 73"/>
              <p:cNvSpPr>
                <a:spLocks noChangeShapeType="1"/>
              </p:cNvSpPr>
              <p:nvPr/>
            </p:nvSpPr>
            <p:spPr bwMode="auto">
              <a:xfrm>
                <a:off x="6221413" y="6210300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76" name="Line 74"/>
              <p:cNvSpPr>
                <a:spLocks noChangeShapeType="1"/>
              </p:cNvSpPr>
              <p:nvPr/>
            </p:nvSpPr>
            <p:spPr bwMode="auto">
              <a:xfrm>
                <a:off x="6235701" y="6221413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77" name="Line 75"/>
              <p:cNvSpPr>
                <a:spLocks noChangeShapeType="1"/>
              </p:cNvSpPr>
              <p:nvPr/>
            </p:nvSpPr>
            <p:spPr bwMode="auto">
              <a:xfrm>
                <a:off x="6249988" y="6232525"/>
                <a:ext cx="15875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78" name="Line 76"/>
              <p:cNvSpPr>
                <a:spLocks noChangeShapeType="1"/>
              </p:cNvSpPr>
              <p:nvPr/>
            </p:nvSpPr>
            <p:spPr bwMode="auto">
              <a:xfrm>
                <a:off x="6265863" y="6242050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79" name="Line 77"/>
              <p:cNvSpPr>
                <a:spLocks noChangeShapeType="1"/>
              </p:cNvSpPr>
              <p:nvPr/>
            </p:nvSpPr>
            <p:spPr bwMode="auto">
              <a:xfrm>
                <a:off x="6280151" y="6249988"/>
                <a:ext cx="14288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80" name="Line 78"/>
              <p:cNvSpPr>
                <a:spLocks noChangeShapeType="1"/>
              </p:cNvSpPr>
              <p:nvPr/>
            </p:nvSpPr>
            <p:spPr bwMode="auto">
              <a:xfrm>
                <a:off x="6294438" y="6256338"/>
                <a:ext cx="14288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81" name="Line 79"/>
              <p:cNvSpPr>
                <a:spLocks noChangeShapeType="1"/>
              </p:cNvSpPr>
              <p:nvPr/>
            </p:nvSpPr>
            <p:spPr bwMode="auto">
              <a:xfrm>
                <a:off x="6308726" y="6262688"/>
                <a:ext cx="15875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82" name="Line 80"/>
              <p:cNvSpPr>
                <a:spLocks noChangeShapeType="1"/>
              </p:cNvSpPr>
              <p:nvPr/>
            </p:nvSpPr>
            <p:spPr bwMode="auto">
              <a:xfrm>
                <a:off x="6324601" y="6267450"/>
                <a:ext cx="14288" cy="31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83" name="Line 81"/>
              <p:cNvSpPr>
                <a:spLocks noChangeShapeType="1"/>
              </p:cNvSpPr>
              <p:nvPr/>
            </p:nvSpPr>
            <p:spPr bwMode="auto">
              <a:xfrm>
                <a:off x="6338888" y="6270625"/>
                <a:ext cx="14288" cy="31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84" name="Line 82"/>
              <p:cNvSpPr>
                <a:spLocks noChangeShapeType="1"/>
              </p:cNvSpPr>
              <p:nvPr/>
            </p:nvSpPr>
            <p:spPr bwMode="auto">
              <a:xfrm>
                <a:off x="6353176" y="6273800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85" name="Line 83"/>
              <p:cNvSpPr>
                <a:spLocks noChangeShapeType="1"/>
              </p:cNvSpPr>
              <p:nvPr/>
            </p:nvSpPr>
            <p:spPr bwMode="auto">
              <a:xfrm flipV="1">
                <a:off x="6367463" y="6273800"/>
                <a:ext cx="15875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86" name="Line 84"/>
              <p:cNvSpPr>
                <a:spLocks noChangeShapeType="1"/>
              </p:cNvSpPr>
              <p:nvPr/>
            </p:nvSpPr>
            <p:spPr bwMode="auto">
              <a:xfrm flipV="1">
                <a:off x="6383338" y="6272213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87" name="Line 85"/>
              <p:cNvSpPr>
                <a:spLocks noChangeShapeType="1"/>
              </p:cNvSpPr>
              <p:nvPr/>
            </p:nvSpPr>
            <p:spPr bwMode="auto">
              <a:xfrm flipV="1">
                <a:off x="6397626" y="6269038"/>
                <a:ext cx="14288" cy="31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88" name="Line 86"/>
              <p:cNvSpPr>
                <a:spLocks noChangeShapeType="1"/>
              </p:cNvSpPr>
              <p:nvPr/>
            </p:nvSpPr>
            <p:spPr bwMode="auto">
              <a:xfrm flipV="1">
                <a:off x="6411913" y="6264275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89" name="Line 87"/>
              <p:cNvSpPr>
                <a:spLocks noChangeShapeType="1"/>
              </p:cNvSpPr>
              <p:nvPr/>
            </p:nvSpPr>
            <p:spPr bwMode="auto">
              <a:xfrm flipV="1">
                <a:off x="6426201" y="6259513"/>
                <a:ext cx="15875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90" name="Line 88"/>
              <p:cNvSpPr>
                <a:spLocks noChangeShapeType="1"/>
              </p:cNvSpPr>
              <p:nvPr/>
            </p:nvSpPr>
            <p:spPr bwMode="auto">
              <a:xfrm flipV="1">
                <a:off x="6442076" y="6253163"/>
                <a:ext cx="14288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91" name="Line 89"/>
              <p:cNvSpPr>
                <a:spLocks noChangeShapeType="1"/>
              </p:cNvSpPr>
              <p:nvPr/>
            </p:nvSpPr>
            <p:spPr bwMode="auto">
              <a:xfrm flipV="1">
                <a:off x="6456363" y="6245225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92" name="Line 90"/>
              <p:cNvSpPr>
                <a:spLocks noChangeShapeType="1"/>
              </p:cNvSpPr>
              <p:nvPr/>
            </p:nvSpPr>
            <p:spPr bwMode="auto">
              <a:xfrm flipV="1">
                <a:off x="6470651" y="6237288"/>
                <a:ext cx="15875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93" name="Line 91"/>
              <p:cNvSpPr>
                <a:spLocks noChangeShapeType="1"/>
              </p:cNvSpPr>
              <p:nvPr/>
            </p:nvSpPr>
            <p:spPr bwMode="auto">
              <a:xfrm flipV="1">
                <a:off x="6486526" y="6226175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94" name="Line 92"/>
              <p:cNvSpPr>
                <a:spLocks noChangeShapeType="1"/>
              </p:cNvSpPr>
              <p:nvPr/>
            </p:nvSpPr>
            <p:spPr bwMode="auto">
              <a:xfrm flipV="1">
                <a:off x="6500813" y="6215063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95" name="Line 93"/>
              <p:cNvSpPr>
                <a:spLocks noChangeShapeType="1"/>
              </p:cNvSpPr>
              <p:nvPr/>
            </p:nvSpPr>
            <p:spPr bwMode="auto">
              <a:xfrm flipV="1">
                <a:off x="6515101" y="6203950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96" name="Line 94"/>
              <p:cNvSpPr>
                <a:spLocks noChangeShapeType="1"/>
              </p:cNvSpPr>
              <p:nvPr/>
            </p:nvSpPr>
            <p:spPr bwMode="auto">
              <a:xfrm flipV="1">
                <a:off x="6529388" y="6191250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97" name="Line 95"/>
              <p:cNvSpPr>
                <a:spLocks noChangeShapeType="1"/>
              </p:cNvSpPr>
              <p:nvPr/>
            </p:nvSpPr>
            <p:spPr bwMode="auto">
              <a:xfrm flipV="1">
                <a:off x="6543676" y="6176963"/>
                <a:ext cx="15875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98" name="Line 96"/>
              <p:cNvSpPr>
                <a:spLocks noChangeShapeType="1"/>
              </p:cNvSpPr>
              <p:nvPr/>
            </p:nvSpPr>
            <p:spPr bwMode="auto">
              <a:xfrm flipV="1">
                <a:off x="6559551" y="6162675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99" name="Line 97"/>
              <p:cNvSpPr>
                <a:spLocks noChangeShapeType="1"/>
              </p:cNvSpPr>
              <p:nvPr/>
            </p:nvSpPr>
            <p:spPr bwMode="auto">
              <a:xfrm flipV="1">
                <a:off x="6573838" y="6146800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8000" name="Line 98"/>
              <p:cNvSpPr>
                <a:spLocks noChangeShapeType="1"/>
              </p:cNvSpPr>
              <p:nvPr/>
            </p:nvSpPr>
            <p:spPr bwMode="auto">
              <a:xfrm flipV="1">
                <a:off x="6588126" y="6129338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8001" name="Line 99"/>
              <p:cNvSpPr>
                <a:spLocks noChangeShapeType="1"/>
              </p:cNvSpPr>
              <p:nvPr/>
            </p:nvSpPr>
            <p:spPr bwMode="auto">
              <a:xfrm flipV="1">
                <a:off x="6602413" y="6113463"/>
                <a:ext cx="15875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8002" name="Line 100"/>
              <p:cNvSpPr>
                <a:spLocks noChangeShapeType="1"/>
              </p:cNvSpPr>
              <p:nvPr/>
            </p:nvSpPr>
            <p:spPr bwMode="auto">
              <a:xfrm flipV="1">
                <a:off x="6618288" y="6094413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8003" name="Line 101"/>
              <p:cNvSpPr>
                <a:spLocks noChangeShapeType="1"/>
              </p:cNvSpPr>
              <p:nvPr/>
            </p:nvSpPr>
            <p:spPr bwMode="auto">
              <a:xfrm flipV="1">
                <a:off x="6632576" y="6076950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8004" name="Line 102"/>
              <p:cNvSpPr>
                <a:spLocks noChangeShapeType="1"/>
              </p:cNvSpPr>
              <p:nvPr/>
            </p:nvSpPr>
            <p:spPr bwMode="auto">
              <a:xfrm flipV="1">
                <a:off x="6646863" y="6057900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8005" name="Line 103"/>
              <p:cNvSpPr>
                <a:spLocks noChangeShapeType="1"/>
              </p:cNvSpPr>
              <p:nvPr/>
            </p:nvSpPr>
            <p:spPr bwMode="auto">
              <a:xfrm flipV="1">
                <a:off x="6662738" y="603885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8006" name="Line 104"/>
              <p:cNvSpPr>
                <a:spLocks noChangeShapeType="1"/>
              </p:cNvSpPr>
              <p:nvPr/>
            </p:nvSpPr>
            <p:spPr bwMode="auto">
              <a:xfrm flipV="1">
                <a:off x="6677026" y="601980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8007" name="Line 105"/>
              <p:cNvSpPr>
                <a:spLocks noChangeShapeType="1"/>
              </p:cNvSpPr>
              <p:nvPr/>
            </p:nvSpPr>
            <p:spPr bwMode="auto">
              <a:xfrm flipV="1">
                <a:off x="6691313" y="600075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8008" name="Line 106"/>
              <p:cNvSpPr>
                <a:spLocks noChangeShapeType="1"/>
              </p:cNvSpPr>
              <p:nvPr/>
            </p:nvSpPr>
            <p:spPr bwMode="auto">
              <a:xfrm flipV="1">
                <a:off x="6705601" y="5980113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cxnSp>
          <p:nvCxnSpPr>
            <p:cNvPr id="311" name="Straight Arrow Connector 310"/>
            <p:cNvCxnSpPr/>
            <p:nvPr/>
          </p:nvCxnSpPr>
          <p:spPr>
            <a:xfrm flipV="1">
              <a:off x="2629351" y="2692263"/>
              <a:ext cx="4261525" cy="8203"/>
            </a:xfrm>
            <a:prstGeom prst="straightConnector1">
              <a:avLst/>
            </a:prstGeom>
            <a:ln w="25400">
              <a:solidFill>
                <a:srgbClr val="FF0000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67586" name="Object 2"/>
            <p:cNvGraphicFramePr>
              <a:graphicFrameLocks noChangeAspect="1"/>
            </p:cNvGraphicFramePr>
            <p:nvPr/>
          </p:nvGraphicFramePr>
          <p:xfrm>
            <a:off x="4858559" y="2775826"/>
            <a:ext cx="278306" cy="68240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66400" imgH="393480" progId="Equation.3">
                    <p:embed/>
                  </p:oleObj>
                </mc:Choice>
                <mc:Fallback>
                  <p:oleObj name="Equation" r:id="rId2" imgW="266400" imgH="393480" progId="Equation.3">
                    <p:embed/>
                    <p:pic>
                      <p:nvPicPr>
                        <p:cNvPr id="67586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58559" y="2775826"/>
                          <a:ext cx="278306" cy="68240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588" name="Object 4"/>
            <p:cNvGraphicFramePr>
              <a:graphicFrameLocks noChangeAspect="1"/>
            </p:cNvGraphicFramePr>
            <p:nvPr/>
          </p:nvGraphicFramePr>
          <p:xfrm>
            <a:off x="4787447" y="6117696"/>
            <a:ext cx="277813" cy="6810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66400" imgH="393480" progId="Equation.3">
                    <p:embed/>
                  </p:oleObj>
                </mc:Choice>
                <mc:Fallback>
                  <p:oleObj name="Equation" r:id="rId4" imgW="266400" imgH="393480" progId="Equation.3">
                    <p:embed/>
                    <p:pic>
                      <p:nvPicPr>
                        <p:cNvPr id="67588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787447" y="6117696"/>
                          <a:ext cx="277813" cy="68103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589" name="Object 5"/>
            <p:cNvGraphicFramePr>
              <a:graphicFrameLocks noChangeAspect="1"/>
            </p:cNvGraphicFramePr>
            <p:nvPr/>
          </p:nvGraphicFramePr>
          <p:xfrm>
            <a:off x="7314749" y="3187634"/>
            <a:ext cx="214313" cy="528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66400" imgH="393480" progId="Equation.3">
                    <p:embed/>
                  </p:oleObj>
                </mc:Choice>
                <mc:Fallback>
                  <p:oleObj name="Equation" r:id="rId6" imgW="266400" imgH="393480" progId="Equation.3">
                    <p:embed/>
                    <p:pic>
                      <p:nvPicPr>
                        <p:cNvPr id="67589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314749" y="3187634"/>
                          <a:ext cx="214313" cy="52863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25" name="Straight Arrow Connector 324"/>
            <p:cNvCxnSpPr/>
            <p:nvPr/>
          </p:nvCxnSpPr>
          <p:spPr>
            <a:xfrm flipV="1">
              <a:off x="2791370" y="5576635"/>
              <a:ext cx="692845" cy="10936"/>
            </a:xfrm>
            <a:prstGeom prst="straightConnector1">
              <a:avLst/>
            </a:prstGeom>
            <a:ln w="25400">
              <a:solidFill>
                <a:schemeClr val="bg1">
                  <a:lumMod val="50000"/>
                </a:schemeClr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67590" name="Object 6"/>
            <p:cNvGraphicFramePr>
              <a:graphicFrameLocks noChangeAspect="1"/>
            </p:cNvGraphicFramePr>
            <p:nvPr/>
          </p:nvGraphicFramePr>
          <p:xfrm>
            <a:off x="7071030" y="5288669"/>
            <a:ext cx="215165" cy="5274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66400" imgH="393480" progId="Equation.3">
                    <p:embed/>
                  </p:oleObj>
                </mc:Choice>
                <mc:Fallback>
                  <p:oleObj name="Equation" r:id="rId6" imgW="266400" imgH="393480" progId="Equation.3">
                    <p:embed/>
                    <p:pic>
                      <p:nvPicPr>
                        <p:cNvPr id="67590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071030" y="5288669"/>
                          <a:ext cx="215165" cy="52746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7597" name="Rectangle 41"/>
            <p:cNvSpPr>
              <a:spLocks noChangeArrowheads="1"/>
            </p:cNvSpPr>
            <p:nvPr/>
          </p:nvSpPr>
          <p:spPr bwMode="auto">
            <a:xfrm>
              <a:off x="2390196" y="458395"/>
              <a:ext cx="2634337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7598" name="Rectangle 41"/>
            <p:cNvSpPr>
              <a:spLocks noChangeArrowheads="1"/>
            </p:cNvSpPr>
            <p:nvPr/>
          </p:nvSpPr>
          <p:spPr bwMode="auto">
            <a:xfrm>
              <a:off x="4393167" y="485610"/>
              <a:ext cx="2634337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7599" name="Rectangle 41"/>
            <p:cNvSpPr>
              <a:spLocks noChangeArrowheads="1"/>
            </p:cNvSpPr>
            <p:nvPr/>
          </p:nvSpPr>
          <p:spPr bwMode="auto">
            <a:xfrm>
              <a:off x="2939971" y="507401"/>
              <a:ext cx="3162280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7600" name="Line 168"/>
            <p:cNvSpPr>
              <a:spLocks noChangeShapeType="1"/>
            </p:cNvSpPr>
            <p:nvPr/>
          </p:nvSpPr>
          <p:spPr bwMode="auto">
            <a:xfrm>
              <a:off x="4514981" y="1511671"/>
              <a:ext cx="44450" cy="1588"/>
            </a:xfrm>
            <a:prstGeom prst="line">
              <a:avLst/>
            </a:prstGeom>
            <a:noFill/>
            <a:ln w="2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38" name="Rectangle 39"/>
            <p:cNvSpPr>
              <a:spLocks noChangeArrowheads="1"/>
            </p:cNvSpPr>
            <p:nvPr/>
          </p:nvSpPr>
          <p:spPr bwMode="auto">
            <a:xfrm>
              <a:off x="1060326" y="491392"/>
              <a:ext cx="4604748" cy="801062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332" name="Rectangle 331"/>
            <p:cNvSpPr/>
            <p:nvPr/>
          </p:nvSpPr>
          <p:spPr>
            <a:xfrm>
              <a:off x="761870" y="269937"/>
              <a:ext cx="1667089" cy="12576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7603" name="Rectangle 45"/>
            <p:cNvSpPr>
              <a:spLocks noChangeArrowheads="1"/>
            </p:cNvSpPr>
            <p:nvPr/>
          </p:nvSpPr>
          <p:spPr bwMode="auto">
            <a:xfrm>
              <a:off x="2374315" y="469281"/>
              <a:ext cx="214170" cy="79683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/>
                <a:t>	</a:t>
              </a:r>
            </a:p>
          </p:txBody>
        </p:sp>
        <p:grpSp>
          <p:nvGrpSpPr>
            <p:cNvPr id="4" name="Group 18"/>
            <p:cNvGrpSpPr>
              <a:grpSpLocks/>
            </p:cNvGrpSpPr>
            <p:nvPr/>
          </p:nvGrpSpPr>
          <p:grpSpPr bwMode="auto">
            <a:xfrm>
              <a:off x="2379339" y="386004"/>
              <a:ext cx="4620986" cy="1028700"/>
              <a:chOff x="1098455" y="1454019"/>
              <a:chExt cx="7727044" cy="1028700"/>
            </a:xfrm>
          </p:grpSpPr>
          <p:sp>
            <p:nvSpPr>
              <p:cNvPr id="67909" name="Rectangle 43"/>
              <p:cNvSpPr>
                <a:spLocks noChangeArrowheads="1"/>
              </p:cNvSpPr>
              <p:nvPr/>
            </p:nvSpPr>
            <p:spPr bwMode="auto">
              <a:xfrm>
                <a:off x="1098455" y="2350456"/>
                <a:ext cx="7727044" cy="132263"/>
              </a:xfrm>
              <a:prstGeom prst="rect">
                <a:avLst/>
              </a:prstGeom>
              <a:gradFill rotWithShape="1">
                <a:gsLst>
                  <a:gs pos="0">
                    <a:srgbClr val="595959"/>
                  </a:gs>
                  <a:gs pos="100000">
                    <a:srgbClr val="C0C0C0"/>
                  </a:gs>
                </a:gsLst>
                <a:lin ang="189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67910" name="Rectangle 42"/>
              <p:cNvSpPr>
                <a:spLocks noChangeArrowheads="1"/>
              </p:cNvSpPr>
              <p:nvPr/>
            </p:nvSpPr>
            <p:spPr bwMode="auto">
              <a:xfrm>
                <a:off x="1098455" y="1454019"/>
                <a:ext cx="7727044" cy="132263"/>
              </a:xfrm>
              <a:prstGeom prst="rect">
                <a:avLst/>
              </a:prstGeom>
              <a:gradFill rotWithShape="1">
                <a:gsLst>
                  <a:gs pos="0">
                    <a:srgbClr val="595959"/>
                  </a:gs>
                  <a:gs pos="100000">
                    <a:srgbClr val="C0C0C0"/>
                  </a:gs>
                </a:gsLst>
                <a:lin ang="1890000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dirty="0"/>
              </a:p>
            </p:txBody>
          </p:sp>
        </p:grpSp>
        <p:pic>
          <p:nvPicPr>
            <p:cNvPr id="67605" name="Picture 9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2628901" y="1651681"/>
              <a:ext cx="4278086" cy="9731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67606" name="Picture 10"/>
            <p:cNvPicPr>
              <a:picLocks noChangeAspect="1" noChangeArrowheads="1"/>
            </p:cNvPicPr>
            <p:nvPr/>
          </p:nvPicPr>
          <p:blipFill>
            <a:blip r:embed="rId9" cstate="print"/>
            <a:srcRect/>
            <a:stretch>
              <a:fillRect/>
            </a:stretch>
          </p:blipFill>
          <p:spPr bwMode="auto">
            <a:xfrm>
              <a:off x="2664279" y="3380241"/>
              <a:ext cx="4226378" cy="1044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67607" name="Picture 11"/>
            <p:cNvPicPr>
              <a:picLocks noChangeAspect="1" noChangeArrowheads="1"/>
            </p:cNvPicPr>
            <p:nvPr/>
          </p:nvPicPr>
          <p:blipFill>
            <a:blip r:embed="rId10" cstate="print"/>
            <a:srcRect/>
            <a:stretch>
              <a:fillRect/>
            </a:stretch>
          </p:blipFill>
          <p:spPr bwMode="auto">
            <a:xfrm>
              <a:off x="2717573" y="4941281"/>
              <a:ext cx="4320041" cy="1165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grpSp>
          <p:nvGrpSpPr>
            <p:cNvPr id="5" name="Group 13"/>
            <p:cNvGrpSpPr>
              <a:grpSpLocks/>
            </p:cNvGrpSpPr>
            <p:nvPr/>
          </p:nvGrpSpPr>
          <p:grpSpPr bwMode="auto">
            <a:xfrm>
              <a:off x="-3386667" y="1894716"/>
              <a:ext cx="13264233" cy="577552"/>
              <a:chOff x="5281613" y="5646738"/>
              <a:chExt cx="1438276" cy="628649"/>
            </a:xfrm>
          </p:grpSpPr>
          <p:sp>
            <p:nvSpPr>
              <p:cNvPr id="67811" name="Line 9"/>
              <p:cNvSpPr>
                <a:spLocks noChangeShapeType="1"/>
              </p:cNvSpPr>
              <p:nvPr/>
            </p:nvSpPr>
            <p:spPr bwMode="auto">
              <a:xfrm flipV="1">
                <a:off x="5281613" y="5940425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12" name="Line 10"/>
              <p:cNvSpPr>
                <a:spLocks noChangeShapeType="1"/>
              </p:cNvSpPr>
              <p:nvPr/>
            </p:nvSpPr>
            <p:spPr bwMode="auto">
              <a:xfrm flipV="1">
                <a:off x="5295901" y="592137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13" name="Line 11"/>
              <p:cNvSpPr>
                <a:spLocks noChangeShapeType="1"/>
              </p:cNvSpPr>
              <p:nvPr/>
            </p:nvSpPr>
            <p:spPr bwMode="auto">
              <a:xfrm flipV="1">
                <a:off x="5310188" y="5900738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14" name="Line 12"/>
              <p:cNvSpPr>
                <a:spLocks noChangeShapeType="1"/>
              </p:cNvSpPr>
              <p:nvPr/>
            </p:nvSpPr>
            <p:spPr bwMode="auto">
              <a:xfrm flipV="1">
                <a:off x="5324476" y="5881688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15" name="Line 13"/>
              <p:cNvSpPr>
                <a:spLocks noChangeShapeType="1"/>
              </p:cNvSpPr>
              <p:nvPr/>
            </p:nvSpPr>
            <p:spPr bwMode="auto">
              <a:xfrm flipV="1">
                <a:off x="5338763" y="5862638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16" name="Line 14"/>
              <p:cNvSpPr>
                <a:spLocks noChangeShapeType="1"/>
              </p:cNvSpPr>
              <p:nvPr/>
            </p:nvSpPr>
            <p:spPr bwMode="auto">
              <a:xfrm flipV="1">
                <a:off x="5354638" y="5845175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17" name="Line 15"/>
              <p:cNvSpPr>
                <a:spLocks noChangeShapeType="1"/>
              </p:cNvSpPr>
              <p:nvPr/>
            </p:nvSpPr>
            <p:spPr bwMode="auto">
              <a:xfrm flipV="1">
                <a:off x="5368926" y="582612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18" name="Line 16"/>
              <p:cNvSpPr>
                <a:spLocks noChangeShapeType="1"/>
              </p:cNvSpPr>
              <p:nvPr/>
            </p:nvSpPr>
            <p:spPr bwMode="auto">
              <a:xfrm flipV="1">
                <a:off x="5383213" y="5808663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19" name="Line 17"/>
              <p:cNvSpPr>
                <a:spLocks noChangeShapeType="1"/>
              </p:cNvSpPr>
              <p:nvPr/>
            </p:nvSpPr>
            <p:spPr bwMode="auto">
              <a:xfrm flipV="1">
                <a:off x="5397501" y="5791200"/>
                <a:ext cx="15875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20" name="Line 18"/>
              <p:cNvSpPr>
                <a:spLocks noChangeShapeType="1"/>
              </p:cNvSpPr>
              <p:nvPr/>
            </p:nvSpPr>
            <p:spPr bwMode="auto">
              <a:xfrm flipV="1">
                <a:off x="5413376" y="5775325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21" name="Line 19"/>
              <p:cNvSpPr>
                <a:spLocks noChangeShapeType="1"/>
              </p:cNvSpPr>
              <p:nvPr/>
            </p:nvSpPr>
            <p:spPr bwMode="auto">
              <a:xfrm flipV="1">
                <a:off x="5427663" y="5759450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22" name="Line 20"/>
              <p:cNvSpPr>
                <a:spLocks noChangeShapeType="1"/>
              </p:cNvSpPr>
              <p:nvPr/>
            </p:nvSpPr>
            <p:spPr bwMode="auto">
              <a:xfrm flipV="1">
                <a:off x="5441951" y="5745163"/>
                <a:ext cx="15875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23" name="Line 21"/>
              <p:cNvSpPr>
                <a:spLocks noChangeShapeType="1"/>
              </p:cNvSpPr>
              <p:nvPr/>
            </p:nvSpPr>
            <p:spPr bwMode="auto">
              <a:xfrm flipV="1">
                <a:off x="5457826" y="5730875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24" name="Line 22"/>
              <p:cNvSpPr>
                <a:spLocks noChangeShapeType="1"/>
              </p:cNvSpPr>
              <p:nvPr/>
            </p:nvSpPr>
            <p:spPr bwMode="auto">
              <a:xfrm flipV="1">
                <a:off x="5472113" y="571817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25" name="Line 23"/>
              <p:cNvSpPr>
                <a:spLocks noChangeShapeType="1"/>
              </p:cNvSpPr>
              <p:nvPr/>
            </p:nvSpPr>
            <p:spPr bwMode="auto">
              <a:xfrm flipV="1">
                <a:off x="5486401" y="570547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26" name="Line 25"/>
              <p:cNvSpPr>
                <a:spLocks noChangeShapeType="1"/>
              </p:cNvSpPr>
              <p:nvPr/>
            </p:nvSpPr>
            <p:spPr bwMode="auto">
              <a:xfrm flipV="1">
                <a:off x="5514976" y="5684838"/>
                <a:ext cx="15875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27" name="Line 26"/>
              <p:cNvSpPr>
                <a:spLocks noChangeShapeType="1"/>
              </p:cNvSpPr>
              <p:nvPr/>
            </p:nvSpPr>
            <p:spPr bwMode="auto">
              <a:xfrm flipV="1">
                <a:off x="5530851" y="5675313"/>
                <a:ext cx="14288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28" name="Line 27"/>
              <p:cNvSpPr>
                <a:spLocks noChangeShapeType="1"/>
              </p:cNvSpPr>
              <p:nvPr/>
            </p:nvSpPr>
            <p:spPr bwMode="auto">
              <a:xfrm flipV="1">
                <a:off x="5545138" y="5667375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29" name="Line 28"/>
              <p:cNvSpPr>
                <a:spLocks noChangeShapeType="1"/>
              </p:cNvSpPr>
              <p:nvPr/>
            </p:nvSpPr>
            <p:spPr bwMode="auto">
              <a:xfrm flipV="1">
                <a:off x="5559426" y="5661025"/>
                <a:ext cx="15875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30" name="Line 29"/>
              <p:cNvSpPr>
                <a:spLocks noChangeShapeType="1"/>
              </p:cNvSpPr>
              <p:nvPr/>
            </p:nvSpPr>
            <p:spPr bwMode="auto">
              <a:xfrm flipV="1">
                <a:off x="5575301" y="5656263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31" name="Line 30"/>
              <p:cNvSpPr>
                <a:spLocks noChangeShapeType="1"/>
              </p:cNvSpPr>
              <p:nvPr/>
            </p:nvSpPr>
            <p:spPr bwMode="auto">
              <a:xfrm flipV="1">
                <a:off x="5589588" y="5651500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32" name="Line 31"/>
              <p:cNvSpPr>
                <a:spLocks noChangeShapeType="1"/>
              </p:cNvSpPr>
              <p:nvPr/>
            </p:nvSpPr>
            <p:spPr bwMode="auto">
              <a:xfrm flipV="1">
                <a:off x="5603876" y="5649913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33" name="Line 32"/>
              <p:cNvSpPr>
                <a:spLocks noChangeShapeType="1"/>
              </p:cNvSpPr>
              <p:nvPr/>
            </p:nvSpPr>
            <p:spPr bwMode="auto">
              <a:xfrm flipV="1">
                <a:off x="5618163" y="5648325"/>
                <a:ext cx="15875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34" name="Line 33"/>
              <p:cNvSpPr>
                <a:spLocks noChangeShapeType="1"/>
              </p:cNvSpPr>
              <p:nvPr/>
            </p:nvSpPr>
            <p:spPr bwMode="auto">
              <a:xfrm flipV="1">
                <a:off x="5634038" y="5646738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35" name="Line 34"/>
              <p:cNvSpPr>
                <a:spLocks noChangeShapeType="1"/>
              </p:cNvSpPr>
              <p:nvPr/>
            </p:nvSpPr>
            <p:spPr bwMode="auto">
              <a:xfrm>
                <a:off x="5648326" y="5646738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36" name="Line 35"/>
              <p:cNvSpPr>
                <a:spLocks noChangeShapeType="1"/>
              </p:cNvSpPr>
              <p:nvPr/>
            </p:nvSpPr>
            <p:spPr bwMode="auto">
              <a:xfrm>
                <a:off x="5662613" y="5648325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37" name="Line 36"/>
              <p:cNvSpPr>
                <a:spLocks noChangeShapeType="1"/>
              </p:cNvSpPr>
              <p:nvPr/>
            </p:nvSpPr>
            <p:spPr bwMode="auto">
              <a:xfrm>
                <a:off x="5676901" y="5649913"/>
                <a:ext cx="15875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38" name="Line 37"/>
              <p:cNvSpPr>
                <a:spLocks noChangeShapeType="1"/>
              </p:cNvSpPr>
              <p:nvPr/>
            </p:nvSpPr>
            <p:spPr bwMode="auto">
              <a:xfrm>
                <a:off x="5692776" y="5654675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39" name="Line 38"/>
              <p:cNvSpPr>
                <a:spLocks noChangeShapeType="1"/>
              </p:cNvSpPr>
              <p:nvPr/>
            </p:nvSpPr>
            <p:spPr bwMode="auto">
              <a:xfrm>
                <a:off x="5707063" y="5659438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40" name="Line 39"/>
              <p:cNvSpPr>
                <a:spLocks noChangeShapeType="1"/>
              </p:cNvSpPr>
              <p:nvPr/>
            </p:nvSpPr>
            <p:spPr bwMode="auto">
              <a:xfrm>
                <a:off x="5721351" y="5664200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41" name="Line 40"/>
              <p:cNvSpPr>
                <a:spLocks noChangeShapeType="1"/>
              </p:cNvSpPr>
              <p:nvPr/>
            </p:nvSpPr>
            <p:spPr bwMode="auto">
              <a:xfrm>
                <a:off x="5735638" y="5672138"/>
                <a:ext cx="15875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42" name="Line 41"/>
              <p:cNvSpPr>
                <a:spLocks noChangeShapeType="1"/>
              </p:cNvSpPr>
              <p:nvPr/>
            </p:nvSpPr>
            <p:spPr bwMode="auto">
              <a:xfrm>
                <a:off x="5751513" y="5680075"/>
                <a:ext cx="14288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43" name="Line 42"/>
              <p:cNvSpPr>
                <a:spLocks noChangeShapeType="1"/>
              </p:cNvSpPr>
              <p:nvPr/>
            </p:nvSpPr>
            <p:spPr bwMode="auto">
              <a:xfrm>
                <a:off x="5765801" y="5689600"/>
                <a:ext cx="14288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44" name="Line 43"/>
              <p:cNvSpPr>
                <a:spLocks noChangeShapeType="1"/>
              </p:cNvSpPr>
              <p:nvPr/>
            </p:nvSpPr>
            <p:spPr bwMode="auto">
              <a:xfrm>
                <a:off x="5780088" y="569912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45" name="Line 44"/>
              <p:cNvSpPr>
                <a:spLocks noChangeShapeType="1"/>
              </p:cNvSpPr>
              <p:nvPr/>
            </p:nvSpPr>
            <p:spPr bwMode="auto">
              <a:xfrm>
                <a:off x="5794376" y="5711825"/>
                <a:ext cx="15875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46" name="Line 45"/>
              <p:cNvSpPr>
                <a:spLocks noChangeShapeType="1"/>
              </p:cNvSpPr>
              <p:nvPr/>
            </p:nvSpPr>
            <p:spPr bwMode="auto">
              <a:xfrm>
                <a:off x="5810251" y="572452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47" name="Line 46"/>
              <p:cNvSpPr>
                <a:spLocks noChangeShapeType="1"/>
              </p:cNvSpPr>
              <p:nvPr/>
            </p:nvSpPr>
            <p:spPr bwMode="auto">
              <a:xfrm>
                <a:off x="5824538" y="5737225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48" name="Line 47"/>
              <p:cNvSpPr>
                <a:spLocks noChangeShapeType="1"/>
              </p:cNvSpPr>
              <p:nvPr/>
            </p:nvSpPr>
            <p:spPr bwMode="auto">
              <a:xfrm>
                <a:off x="5838826" y="5751513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49" name="Line 48"/>
              <p:cNvSpPr>
                <a:spLocks noChangeShapeType="1"/>
              </p:cNvSpPr>
              <p:nvPr/>
            </p:nvSpPr>
            <p:spPr bwMode="auto">
              <a:xfrm>
                <a:off x="5853113" y="5767388"/>
                <a:ext cx="15875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50" name="Line 49"/>
              <p:cNvSpPr>
                <a:spLocks noChangeShapeType="1"/>
              </p:cNvSpPr>
              <p:nvPr/>
            </p:nvSpPr>
            <p:spPr bwMode="auto">
              <a:xfrm>
                <a:off x="5868988" y="5783263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51" name="Line 50"/>
              <p:cNvSpPr>
                <a:spLocks noChangeShapeType="1"/>
              </p:cNvSpPr>
              <p:nvPr/>
            </p:nvSpPr>
            <p:spPr bwMode="auto">
              <a:xfrm>
                <a:off x="5883276" y="5799138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52" name="Line 51"/>
              <p:cNvSpPr>
                <a:spLocks noChangeShapeType="1"/>
              </p:cNvSpPr>
              <p:nvPr/>
            </p:nvSpPr>
            <p:spPr bwMode="auto">
              <a:xfrm>
                <a:off x="5897563" y="5816600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53" name="Line 52"/>
              <p:cNvSpPr>
                <a:spLocks noChangeShapeType="1"/>
              </p:cNvSpPr>
              <p:nvPr/>
            </p:nvSpPr>
            <p:spPr bwMode="auto">
              <a:xfrm>
                <a:off x="5911851" y="5834063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54" name="Line 53"/>
              <p:cNvSpPr>
                <a:spLocks noChangeShapeType="1"/>
              </p:cNvSpPr>
              <p:nvPr/>
            </p:nvSpPr>
            <p:spPr bwMode="auto">
              <a:xfrm>
                <a:off x="5927726" y="5853113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55" name="Line 54"/>
              <p:cNvSpPr>
                <a:spLocks noChangeShapeType="1"/>
              </p:cNvSpPr>
              <p:nvPr/>
            </p:nvSpPr>
            <p:spPr bwMode="auto">
              <a:xfrm>
                <a:off x="5942013" y="5872163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56" name="Line 55"/>
              <p:cNvSpPr>
                <a:spLocks noChangeShapeType="1"/>
              </p:cNvSpPr>
              <p:nvPr/>
            </p:nvSpPr>
            <p:spPr bwMode="auto">
              <a:xfrm>
                <a:off x="5956301" y="5891213"/>
                <a:ext cx="15875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57" name="Line 56"/>
              <p:cNvSpPr>
                <a:spLocks noChangeShapeType="1"/>
              </p:cNvSpPr>
              <p:nvPr/>
            </p:nvSpPr>
            <p:spPr bwMode="auto">
              <a:xfrm>
                <a:off x="5972176" y="591185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58" name="Line 57"/>
              <p:cNvSpPr>
                <a:spLocks noChangeShapeType="1"/>
              </p:cNvSpPr>
              <p:nvPr/>
            </p:nvSpPr>
            <p:spPr bwMode="auto">
              <a:xfrm>
                <a:off x="5986463" y="593090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59" name="Line 58"/>
              <p:cNvSpPr>
                <a:spLocks noChangeShapeType="1"/>
              </p:cNvSpPr>
              <p:nvPr/>
            </p:nvSpPr>
            <p:spPr bwMode="auto">
              <a:xfrm>
                <a:off x="6000751" y="5949950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60" name="Line 59"/>
              <p:cNvSpPr>
                <a:spLocks noChangeShapeType="1"/>
              </p:cNvSpPr>
              <p:nvPr/>
            </p:nvSpPr>
            <p:spPr bwMode="auto">
              <a:xfrm>
                <a:off x="6015038" y="5970588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61" name="Line 60"/>
              <p:cNvSpPr>
                <a:spLocks noChangeShapeType="1"/>
              </p:cNvSpPr>
              <p:nvPr/>
            </p:nvSpPr>
            <p:spPr bwMode="auto">
              <a:xfrm>
                <a:off x="6029326" y="5989638"/>
                <a:ext cx="15875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62" name="Line 61"/>
              <p:cNvSpPr>
                <a:spLocks noChangeShapeType="1"/>
              </p:cNvSpPr>
              <p:nvPr/>
            </p:nvSpPr>
            <p:spPr bwMode="auto">
              <a:xfrm>
                <a:off x="6045201" y="601027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63" name="Line 62"/>
              <p:cNvSpPr>
                <a:spLocks noChangeShapeType="1"/>
              </p:cNvSpPr>
              <p:nvPr/>
            </p:nvSpPr>
            <p:spPr bwMode="auto">
              <a:xfrm>
                <a:off x="6059488" y="602932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64" name="Line 63"/>
              <p:cNvSpPr>
                <a:spLocks noChangeShapeType="1"/>
              </p:cNvSpPr>
              <p:nvPr/>
            </p:nvSpPr>
            <p:spPr bwMode="auto">
              <a:xfrm>
                <a:off x="6073776" y="6048375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65" name="Line 64"/>
              <p:cNvSpPr>
                <a:spLocks noChangeShapeType="1"/>
              </p:cNvSpPr>
              <p:nvPr/>
            </p:nvSpPr>
            <p:spPr bwMode="auto">
              <a:xfrm>
                <a:off x="6089651" y="606742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66" name="Line 65"/>
              <p:cNvSpPr>
                <a:spLocks noChangeShapeType="1"/>
              </p:cNvSpPr>
              <p:nvPr/>
            </p:nvSpPr>
            <p:spPr bwMode="auto">
              <a:xfrm>
                <a:off x="6103938" y="6086475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67" name="Line 66"/>
              <p:cNvSpPr>
                <a:spLocks noChangeShapeType="1"/>
              </p:cNvSpPr>
              <p:nvPr/>
            </p:nvSpPr>
            <p:spPr bwMode="auto">
              <a:xfrm>
                <a:off x="6118226" y="6103938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68" name="Line 67"/>
              <p:cNvSpPr>
                <a:spLocks noChangeShapeType="1"/>
              </p:cNvSpPr>
              <p:nvPr/>
            </p:nvSpPr>
            <p:spPr bwMode="auto">
              <a:xfrm>
                <a:off x="6132513" y="6121400"/>
                <a:ext cx="15875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69" name="Line 68"/>
              <p:cNvSpPr>
                <a:spLocks noChangeShapeType="1"/>
              </p:cNvSpPr>
              <p:nvPr/>
            </p:nvSpPr>
            <p:spPr bwMode="auto">
              <a:xfrm>
                <a:off x="6148388" y="6138863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70" name="Line 69"/>
              <p:cNvSpPr>
                <a:spLocks noChangeShapeType="1"/>
              </p:cNvSpPr>
              <p:nvPr/>
            </p:nvSpPr>
            <p:spPr bwMode="auto">
              <a:xfrm>
                <a:off x="6162676" y="6154738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71" name="Line 70"/>
              <p:cNvSpPr>
                <a:spLocks noChangeShapeType="1"/>
              </p:cNvSpPr>
              <p:nvPr/>
            </p:nvSpPr>
            <p:spPr bwMode="auto">
              <a:xfrm>
                <a:off x="6176963" y="6169025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72" name="Line 71"/>
              <p:cNvSpPr>
                <a:spLocks noChangeShapeType="1"/>
              </p:cNvSpPr>
              <p:nvPr/>
            </p:nvSpPr>
            <p:spPr bwMode="auto">
              <a:xfrm>
                <a:off x="6191251" y="6184900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73" name="Line 72"/>
              <p:cNvSpPr>
                <a:spLocks noChangeShapeType="1"/>
              </p:cNvSpPr>
              <p:nvPr/>
            </p:nvSpPr>
            <p:spPr bwMode="auto">
              <a:xfrm>
                <a:off x="6205538" y="6197600"/>
                <a:ext cx="15875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74" name="Line 73"/>
              <p:cNvSpPr>
                <a:spLocks noChangeShapeType="1"/>
              </p:cNvSpPr>
              <p:nvPr/>
            </p:nvSpPr>
            <p:spPr bwMode="auto">
              <a:xfrm>
                <a:off x="6221413" y="6210300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75" name="Line 74"/>
              <p:cNvSpPr>
                <a:spLocks noChangeShapeType="1"/>
              </p:cNvSpPr>
              <p:nvPr/>
            </p:nvSpPr>
            <p:spPr bwMode="auto">
              <a:xfrm>
                <a:off x="6235701" y="6221413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76" name="Line 75"/>
              <p:cNvSpPr>
                <a:spLocks noChangeShapeType="1"/>
              </p:cNvSpPr>
              <p:nvPr/>
            </p:nvSpPr>
            <p:spPr bwMode="auto">
              <a:xfrm>
                <a:off x="6249988" y="6232525"/>
                <a:ext cx="15875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77" name="Line 76"/>
              <p:cNvSpPr>
                <a:spLocks noChangeShapeType="1"/>
              </p:cNvSpPr>
              <p:nvPr/>
            </p:nvSpPr>
            <p:spPr bwMode="auto">
              <a:xfrm>
                <a:off x="6265863" y="6242050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78" name="Line 77"/>
              <p:cNvSpPr>
                <a:spLocks noChangeShapeType="1"/>
              </p:cNvSpPr>
              <p:nvPr/>
            </p:nvSpPr>
            <p:spPr bwMode="auto">
              <a:xfrm>
                <a:off x="6280151" y="6249988"/>
                <a:ext cx="14288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79" name="Line 78"/>
              <p:cNvSpPr>
                <a:spLocks noChangeShapeType="1"/>
              </p:cNvSpPr>
              <p:nvPr/>
            </p:nvSpPr>
            <p:spPr bwMode="auto">
              <a:xfrm>
                <a:off x="6294438" y="6256338"/>
                <a:ext cx="14288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80" name="Line 79"/>
              <p:cNvSpPr>
                <a:spLocks noChangeShapeType="1"/>
              </p:cNvSpPr>
              <p:nvPr/>
            </p:nvSpPr>
            <p:spPr bwMode="auto">
              <a:xfrm>
                <a:off x="6308726" y="6262688"/>
                <a:ext cx="15875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81" name="Line 80"/>
              <p:cNvSpPr>
                <a:spLocks noChangeShapeType="1"/>
              </p:cNvSpPr>
              <p:nvPr/>
            </p:nvSpPr>
            <p:spPr bwMode="auto">
              <a:xfrm>
                <a:off x="6324601" y="6267450"/>
                <a:ext cx="14288" cy="31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82" name="Line 81"/>
              <p:cNvSpPr>
                <a:spLocks noChangeShapeType="1"/>
              </p:cNvSpPr>
              <p:nvPr/>
            </p:nvSpPr>
            <p:spPr bwMode="auto">
              <a:xfrm>
                <a:off x="6338888" y="6270625"/>
                <a:ext cx="14288" cy="31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83" name="Line 82"/>
              <p:cNvSpPr>
                <a:spLocks noChangeShapeType="1"/>
              </p:cNvSpPr>
              <p:nvPr/>
            </p:nvSpPr>
            <p:spPr bwMode="auto">
              <a:xfrm>
                <a:off x="6353176" y="6273800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84" name="Line 83"/>
              <p:cNvSpPr>
                <a:spLocks noChangeShapeType="1"/>
              </p:cNvSpPr>
              <p:nvPr/>
            </p:nvSpPr>
            <p:spPr bwMode="auto">
              <a:xfrm flipV="1">
                <a:off x="6367463" y="6273800"/>
                <a:ext cx="15875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85" name="Line 84"/>
              <p:cNvSpPr>
                <a:spLocks noChangeShapeType="1"/>
              </p:cNvSpPr>
              <p:nvPr/>
            </p:nvSpPr>
            <p:spPr bwMode="auto">
              <a:xfrm flipV="1">
                <a:off x="6383338" y="6272213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86" name="Line 85"/>
              <p:cNvSpPr>
                <a:spLocks noChangeShapeType="1"/>
              </p:cNvSpPr>
              <p:nvPr/>
            </p:nvSpPr>
            <p:spPr bwMode="auto">
              <a:xfrm flipV="1">
                <a:off x="6397626" y="6269038"/>
                <a:ext cx="14288" cy="31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87" name="Line 86"/>
              <p:cNvSpPr>
                <a:spLocks noChangeShapeType="1"/>
              </p:cNvSpPr>
              <p:nvPr/>
            </p:nvSpPr>
            <p:spPr bwMode="auto">
              <a:xfrm flipV="1">
                <a:off x="6411913" y="6264275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88" name="Line 87"/>
              <p:cNvSpPr>
                <a:spLocks noChangeShapeType="1"/>
              </p:cNvSpPr>
              <p:nvPr/>
            </p:nvSpPr>
            <p:spPr bwMode="auto">
              <a:xfrm flipV="1">
                <a:off x="6426201" y="6259513"/>
                <a:ext cx="15875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89" name="Line 88"/>
              <p:cNvSpPr>
                <a:spLocks noChangeShapeType="1"/>
              </p:cNvSpPr>
              <p:nvPr/>
            </p:nvSpPr>
            <p:spPr bwMode="auto">
              <a:xfrm flipV="1">
                <a:off x="6442076" y="6253163"/>
                <a:ext cx="14288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90" name="Line 89"/>
              <p:cNvSpPr>
                <a:spLocks noChangeShapeType="1"/>
              </p:cNvSpPr>
              <p:nvPr/>
            </p:nvSpPr>
            <p:spPr bwMode="auto">
              <a:xfrm flipV="1">
                <a:off x="6456363" y="6245225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91" name="Line 90"/>
              <p:cNvSpPr>
                <a:spLocks noChangeShapeType="1"/>
              </p:cNvSpPr>
              <p:nvPr/>
            </p:nvSpPr>
            <p:spPr bwMode="auto">
              <a:xfrm flipV="1">
                <a:off x="6470651" y="6237288"/>
                <a:ext cx="15875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92" name="Line 91"/>
              <p:cNvSpPr>
                <a:spLocks noChangeShapeType="1"/>
              </p:cNvSpPr>
              <p:nvPr/>
            </p:nvSpPr>
            <p:spPr bwMode="auto">
              <a:xfrm flipV="1">
                <a:off x="6486526" y="6226175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93" name="Line 92"/>
              <p:cNvSpPr>
                <a:spLocks noChangeShapeType="1"/>
              </p:cNvSpPr>
              <p:nvPr/>
            </p:nvSpPr>
            <p:spPr bwMode="auto">
              <a:xfrm flipV="1">
                <a:off x="6500813" y="6215063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94" name="Line 93"/>
              <p:cNvSpPr>
                <a:spLocks noChangeShapeType="1"/>
              </p:cNvSpPr>
              <p:nvPr/>
            </p:nvSpPr>
            <p:spPr bwMode="auto">
              <a:xfrm flipV="1">
                <a:off x="6515101" y="6203950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95" name="Line 94"/>
              <p:cNvSpPr>
                <a:spLocks noChangeShapeType="1"/>
              </p:cNvSpPr>
              <p:nvPr/>
            </p:nvSpPr>
            <p:spPr bwMode="auto">
              <a:xfrm flipV="1">
                <a:off x="6529388" y="6191250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96" name="Line 95"/>
              <p:cNvSpPr>
                <a:spLocks noChangeShapeType="1"/>
              </p:cNvSpPr>
              <p:nvPr/>
            </p:nvSpPr>
            <p:spPr bwMode="auto">
              <a:xfrm flipV="1">
                <a:off x="6543676" y="6176963"/>
                <a:ext cx="15875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97" name="Line 96"/>
              <p:cNvSpPr>
                <a:spLocks noChangeShapeType="1"/>
              </p:cNvSpPr>
              <p:nvPr/>
            </p:nvSpPr>
            <p:spPr bwMode="auto">
              <a:xfrm flipV="1">
                <a:off x="6559551" y="6162675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98" name="Line 97"/>
              <p:cNvSpPr>
                <a:spLocks noChangeShapeType="1"/>
              </p:cNvSpPr>
              <p:nvPr/>
            </p:nvSpPr>
            <p:spPr bwMode="auto">
              <a:xfrm flipV="1">
                <a:off x="6573838" y="6146800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99" name="Line 98"/>
              <p:cNvSpPr>
                <a:spLocks noChangeShapeType="1"/>
              </p:cNvSpPr>
              <p:nvPr/>
            </p:nvSpPr>
            <p:spPr bwMode="auto">
              <a:xfrm flipV="1">
                <a:off x="6588126" y="6129338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00" name="Line 99"/>
              <p:cNvSpPr>
                <a:spLocks noChangeShapeType="1"/>
              </p:cNvSpPr>
              <p:nvPr/>
            </p:nvSpPr>
            <p:spPr bwMode="auto">
              <a:xfrm flipV="1">
                <a:off x="6602413" y="6113463"/>
                <a:ext cx="15875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01" name="Line 100"/>
              <p:cNvSpPr>
                <a:spLocks noChangeShapeType="1"/>
              </p:cNvSpPr>
              <p:nvPr/>
            </p:nvSpPr>
            <p:spPr bwMode="auto">
              <a:xfrm flipV="1">
                <a:off x="6618288" y="6094413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02" name="Line 101"/>
              <p:cNvSpPr>
                <a:spLocks noChangeShapeType="1"/>
              </p:cNvSpPr>
              <p:nvPr/>
            </p:nvSpPr>
            <p:spPr bwMode="auto">
              <a:xfrm flipV="1">
                <a:off x="6632576" y="6076950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03" name="Line 102"/>
              <p:cNvSpPr>
                <a:spLocks noChangeShapeType="1"/>
              </p:cNvSpPr>
              <p:nvPr/>
            </p:nvSpPr>
            <p:spPr bwMode="auto">
              <a:xfrm flipV="1">
                <a:off x="6646863" y="6057900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04" name="Line 103"/>
              <p:cNvSpPr>
                <a:spLocks noChangeShapeType="1"/>
              </p:cNvSpPr>
              <p:nvPr/>
            </p:nvSpPr>
            <p:spPr bwMode="auto">
              <a:xfrm flipV="1">
                <a:off x="6662738" y="603885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05" name="Line 104"/>
              <p:cNvSpPr>
                <a:spLocks noChangeShapeType="1"/>
              </p:cNvSpPr>
              <p:nvPr/>
            </p:nvSpPr>
            <p:spPr bwMode="auto">
              <a:xfrm flipV="1">
                <a:off x="6677026" y="601980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06" name="Line 105"/>
              <p:cNvSpPr>
                <a:spLocks noChangeShapeType="1"/>
              </p:cNvSpPr>
              <p:nvPr/>
            </p:nvSpPr>
            <p:spPr bwMode="auto">
              <a:xfrm flipV="1">
                <a:off x="6691313" y="600075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07" name="Line 106"/>
              <p:cNvSpPr>
                <a:spLocks noChangeShapeType="1"/>
              </p:cNvSpPr>
              <p:nvPr/>
            </p:nvSpPr>
            <p:spPr bwMode="auto">
              <a:xfrm flipV="1">
                <a:off x="6705601" y="5980113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908" name="Line 24"/>
              <p:cNvSpPr>
                <a:spLocks noChangeShapeType="1"/>
              </p:cNvSpPr>
              <p:nvPr/>
            </p:nvSpPr>
            <p:spPr bwMode="auto">
              <a:xfrm flipV="1">
                <a:off x="5500688" y="5694363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6" name="Group 112"/>
            <p:cNvGrpSpPr>
              <a:grpSpLocks/>
            </p:cNvGrpSpPr>
            <p:nvPr/>
          </p:nvGrpSpPr>
          <p:grpSpPr bwMode="auto">
            <a:xfrm>
              <a:off x="2775857" y="3575964"/>
              <a:ext cx="5301343" cy="653141"/>
              <a:chOff x="5281613" y="5646738"/>
              <a:chExt cx="1438276" cy="628649"/>
            </a:xfrm>
          </p:grpSpPr>
          <p:sp>
            <p:nvSpPr>
              <p:cNvPr id="67713" name="Line 9"/>
              <p:cNvSpPr>
                <a:spLocks noChangeShapeType="1"/>
              </p:cNvSpPr>
              <p:nvPr/>
            </p:nvSpPr>
            <p:spPr bwMode="auto">
              <a:xfrm flipV="1">
                <a:off x="5281613" y="5940425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14" name="Line 10"/>
              <p:cNvSpPr>
                <a:spLocks noChangeShapeType="1"/>
              </p:cNvSpPr>
              <p:nvPr/>
            </p:nvSpPr>
            <p:spPr bwMode="auto">
              <a:xfrm flipV="1">
                <a:off x="5295901" y="592137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15" name="Line 11"/>
              <p:cNvSpPr>
                <a:spLocks noChangeShapeType="1"/>
              </p:cNvSpPr>
              <p:nvPr/>
            </p:nvSpPr>
            <p:spPr bwMode="auto">
              <a:xfrm flipV="1">
                <a:off x="5310188" y="5900738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16" name="Line 12"/>
              <p:cNvSpPr>
                <a:spLocks noChangeShapeType="1"/>
              </p:cNvSpPr>
              <p:nvPr/>
            </p:nvSpPr>
            <p:spPr bwMode="auto">
              <a:xfrm flipV="1">
                <a:off x="5324476" y="5881688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17" name="Line 13"/>
              <p:cNvSpPr>
                <a:spLocks noChangeShapeType="1"/>
              </p:cNvSpPr>
              <p:nvPr/>
            </p:nvSpPr>
            <p:spPr bwMode="auto">
              <a:xfrm flipV="1">
                <a:off x="5338763" y="5862638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18" name="Line 14"/>
              <p:cNvSpPr>
                <a:spLocks noChangeShapeType="1"/>
              </p:cNvSpPr>
              <p:nvPr/>
            </p:nvSpPr>
            <p:spPr bwMode="auto">
              <a:xfrm flipV="1">
                <a:off x="5354638" y="5845175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19" name="Line 15"/>
              <p:cNvSpPr>
                <a:spLocks noChangeShapeType="1"/>
              </p:cNvSpPr>
              <p:nvPr/>
            </p:nvSpPr>
            <p:spPr bwMode="auto">
              <a:xfrm flipV="1">
                <a:off x="5368926" y="582612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20" name="Line 16"/>
              <p:cNvSpPr>
                <a:spLocks noChangeShapeType="1"/>
              </p:cNvSpPr>
              <p:nvPr/>
            </p:nvSpPr>
            <p:spPr bwMode="auto">
              <a:xfrm flipV="1">
                <a:off x="5383213" y="5808663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21" name="Line 17"/>
              <p:cNvSpPr>
                <a:spLocks noChangeShapeType="1"/>
              </p:cNvSpPr>
              <p:nvPr/>
            </p:nvSpPr>
            <p:spPr bwMode="auto">
              <a:xfrm flipV="1">
                <a:off x="5397501" y="5791200"/>
                <a:ext cx="15875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22" name="Line 18"/>
              <p:cNvSpPr>
                <a:spLocks noChangeShapeType="1"/>
              </p:cNvSpPr>
              <p:nvPr/>
            </p:nvSpPr>
            <p:spPr bwMode="auto">
              <a:xfrm flipV="1">
                <a:off x="5413376" y="5775325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23" name="Line 19"/>
              <p:cNvSpPr>
                <a:spLocks noChangeShapeType="1"/>
              </p:cNvSpPr>
              <p:nvPr/>
            </p:nvSpPr>
            <p:spPr bwMode="auto">
              <a:xfrm flipV="1">
                <a:off x="5427663" y="5759450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24" name="Line 20"/>
              <p:cNvSpPr>
                <a:spLocks noChangeShapeType="1"/>
              </p:cNvSpPr>
              <p:nvPr/>
            </p:nvSpPr>
            <p:spPr bwMode="auto">
              <a:xfrm flipV="1">
                <a:off x="5441951" y="5745163"/>
                <a:ext cx="15875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25" name="Line 21"/>
              <p:cNvSpPr>
                <a:spLocks noChangeShapeType="1"/>
              </p:cNvSpPr>
              <p:nvPr/>
            </p:nvSpPr>
            <p:spPr bwMode="auto">
              <a:xfrm flipV="1">
                <a:off x="5457826" y="5730875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26" name="Line 22"/>
              <p:cNvSpPr>
                <a:spLocks noChangeShapeType="1"/>
              </p:cNvSpPr>
              <p:nvPr/>
            </p:nvSpPr>
            <p:spPr bwMode="auto">
              <a:xfrm flipV="1">
                <a:off x="5472113" y="571817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27" name="Line 23"/>
              <p:cNvSpPr>
                <a:spLocks noChangeShapeType="1"/>
              </p:cNvSpPr>
              <p:nvPr/>
            </p:nvSpPr>
            <p:spPr bwMode="auto">
              <a:xfrm flipV="1">
                <a:off x="5486401" y="570547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28" name="Line 24"/>
              <p:cNvSpPr>
                <a:spLocks noChangeShapeType="1"/>
              </p:cNvSpPr>
              <p:nvPr/>
            </p:nvSpPr>
            <p:spPr bwMode="auto">
              <a:xfrm flipV="1">
                <a:off x="5500688" y="5694363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29" name="Line 25"/>
              <p:cNvSpPr>
                <a:spLocks noChangeShapeType="1"/>
              </p:cNvSpPr>
              <p:nvPr/>
            </p:nvSpPr>
            <p:spPr bwMode="auto">
              <a:xfrm flipV="1">
                <a:off x="5514976" y="5684838"/>
                <a:ext cx="15875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30" name="Line 26"/>
              <p:cNvSpPr>
                <a:spLocks noChangeShapeType="1"/>
              </p:cNvSpPr>
              <p:nvPr/>
            </p:nvSpPr>
            <p:spPr bwMode="auto">
              <a:xfrm flipV="1">
                <a:off x="5530851" y="5675313"/>
                <a:ext cx="14288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31" name="Line 27"/>
              <p:cNvSpPr>
                <a:spLocks noChangeShapeType="1"/>
              </p:cNvSpPr>
              <p:nvPr/>
            </p:nvSpPr>
            <p:spPr bwMode="auto">
              <a:xfrm flipV="1">
                <a:off x="5545138" y="5667375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32" name="Line 28"/>
              <p:cNvSpPr>
                <a:spLocks noChangeShapeType="1"/>
              </p:cNvSpPr>
              <p:nvPr/>
            </p:nvSpPr>
            <p:spPr bwMode="auto">
              <a:xfrm flipV="1">
                <a:off x="5559426" y="5661025"/>
                <a:ext cx="15875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33" name="Line 29"/>
              <p:cNvSpPr>
                <a:spLocks noChangeShapeType="1"/>
              </p:cNvSpPr>
              <p:nvPr/>
            </p:nvSpPr>
            <p:spPr bwMode="auto">
              <a:xfrm flipV="1">
                <a:off x="5575301" y="5656263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34" name="Line 30"/>
              <p:cNvSpPr>
                <a:spLocks noChangeShapeType="1"/>
              </p:cNvSpPr>
              <p:nvPr/>
            </p:nvSpPr>
            <p:spPr bwMode="auto">
              <a:xfrm flipV="1">
                <a:off x="5589588" y="5651500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35" name="Line 31"/>
              <p:cNvSpPr>
                <a:spLocks noChangeShapeType="1"/>
              </p:cNvSpPr>
              <p:nvPr/>
            </p:nvSpPr>
            <p:spPr bwMode="auto">
              <a:xfrm flipV="1">
                <a:off x="5603876" y="5649913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36" name="Line 32"/>
              <p:cNvSpPr>
                <a:spLocks noChangeShapeType="1"/>
              </p:cNvSpPr>
              <p:nvPr/>
            </p:nvSpPr>
            <p:spPr bwMode="auto">
              <a:xfrm flipV="1">
                <a:off x="5618163" y="5648325"/>
                <a:ext cx="15875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37" name="Line 33"/>
              <p:cNvSpPr>
                <a:spLocks noChangeShapeType="1"/>
              </p:cNvSpPr>
              <p:nvPr/>
            </p:nvSpPr>
            <p:spPr bwMode="auto">
              <a:xfrm flipV="1">
                <a:off x="5634038" y="5646738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38" name="Line 34"/>
              <p:cNvSpPr>
                <a:spLocks noChangeShapeType="1"/>
              </p:cNvSpPr>
              <p:nvPr/>
            </p:nvSpPr>
            <p:spPr bwMode="auto">
              <a:xfrm>
                <a:off x="5648326" y="5646738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39" name="Line 35"/>
              <p:cNvSpPr>
                <a:spLocks noChangeShapeType="1"/>
              </p:cNvSpPr>
              <p:nvPr/>
            </p:nvSpPr>
            <p:spPr bwMode="auto">
              <a:xfrm>
                <a:off x="5662613" y="5648325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40" name="Line 36"/>
              <p:cNvSpPr>
                <a:spLocks noChangeShapeType="1"/>
              </p:cNvSpPr>
              <p:nvPr/>
            </p:nvSpPr>
            <p:spPr bwMode="auto">
              <a:xfrm>
                <a:off x="5676901" y="5649913"/>
                <a:ext cx="15875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41" name="Line 37"/>
              <p:cNvSpPr>
                <a:spLocks noChangeShapeType="1"/>
              </p:cNvSpPr>
              <p:nvPr/>
            </p:nvSpPr>
            <p:spPr bwMode="auto">
              <a:xfrm>
                <a:off x="5692776" y="5654675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42" name="Line 38"/>
              <p:cNvSpPr>
                <a:spLocks noChangeShapeType="1"/>
              </p:cNvSpPr>
              <p:nvPr/>
            </p:nvSpPr>
            <p:spPr bwMode="auto">
              <a:xfrm>
                <a:off x="5707063" y="5659438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43" name="Line 39"/>
              <p:cNvSpPr>
                <a:spLocks noChangeShapeType="1"/>
              </p:cNvSpPr>
              <p:nvPr/>
            </p:nvSpPr>
            <p:spPr bwMode="auto">
              <a:xfrm>
                <a:off x="5721351" y="5664200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44" name="Line 40"/>
              <p:cNvSpPr>
                <a:spLocks noChangeShapeType="1"/>
              </p:cNvSpPr>
              <p:nvPr/>
            </p:nvSpPr>
            <p:spPr bwMode="auto">
              <a:xfrm>
                <a:off x="5735638" y="5672138"/>
                <a:ext cx="15875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45" name="Line 41"/>
              <p:cNvSpPr>
                <a:spLocks noChangeShapeType="1"/>
              </p:cNvSpPr>
              <p:nvPr/>
            </p:nvSpPr>
            <p:spPr bwMode="auto">
              <a:xfrm>
                <a:off x="5751513" y="5680075"/>
                <a:ext cx="14288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46" name="Line 42"/>
              <p:cNvSpPr>
                <a:spLocks noChangeShapeType="1"/>
              </p:cNvSpPr>
              <p:nvPr/>
            </p:nvSpPr>
            <p:spPr bwMode="auto">
              <a:xfrm>
                <a:off x="5765801" y="5689600"/>
                <a:ext cx="14288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47" name="Line 43"/>
              <p:cNvSpPr>
                <a:spLocks noChangeShapeType="1"/>
              </p:cNvSpPr>
              <p:nvPr/>
            </p:nvSpPr>
            <p:spPr bwMode="auto">
              <a:xfrm>
                <a:off x="5780088" y="569912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48" name="Line 44"/>
              <p:cNvSpPr>
                <a:spLocks noChangeShapeType="1"/>
              </p:cNvSpPr>
              <p:nvPr/>
            </p:nvSpPr>
            <p:spPr bwMode="auto">
              <a:xfrm>
                <a:off x="5794376" y="5711825"/>
                <a:ext cx="15875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49" name="Line 45"/>
              <p:cNvSpPr>
                <a:spLocks noChangeShapeType="1"/>
              </p:cNvSpPr>
              <p:nvPr/>
            </p:nvSpPr>
            <p:spPr bwMode="auto">
              <a:xfrm>
                <a:off x="5810251" y="572452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50" name="Line 46"/>
              <p:cNvSpPr>
                <a:spLocks noChangeShapeType="1"/>
              </p:cNvSpPr>
              <p:nvPr/>
            </p:nvSpPr>
            <p:spPr bwMode="auto">
              <a:xfrm>
                <a:off x="5824538" y="5737225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51" name="Line 47"/>
              <p:cNvSpPr>
                <a:spLocks noChangeShapeType="1"/>
              </p:cNvSpPr>
              <p:nvPr/>
            </p:nvSpPr>
            <p:spPr bwMode="auto">
              <a:xfrm>
                <a:off x="5838826" y="5751513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52" name="Line 48"/>
              <p:cNvSpPr>
                <a:spLocks noChangeShapeType="1"/>
              </p:cNvSpPr>
              <p:nvPr/>
            </p:nvSpPr>
            <p:spPr bwMode="auto">
              <a:xfrm>
                <a:off x="5853113" y="5767388"/>
                <a:ext cx="15875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53" name="Line 49"/>
              <p:cNvSpPr>
                <a:spLocks noChangeShapeType="1"/>
              </p:cNvSpPr>
              <p:nvPr/>
            </p:nvSpPr>
            <p:spPr bwMode="auto">
              <a:xfrm>
                <a:off x="5868988" y="5783263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54" name="Line 50"/>
              <p:cNvSpPr>
                <a:spLocks noChangeShapeType="1"/>
              </p:cNvSpPr>
              <p:nvPr/>
            </p:nvSpPr>
            <p:spPr bwMode="auto">
              <a:xfrm>
                <a:off x="5883276" y="5799138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55" name="Line 51"/>
              <p:cNvSpPr>
                <a:spLocks noChangeShapeType="1"/>
              </p:cNvSpPr>
              <p:nvPr/>
            </p:nvSpPr>
            <p:spPr bwMode="auto">
              <a:xfrm>
                <a:off x="5897563" y="5816600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56" name="Line 52"/>
              <p:cNvSpPr>
                <a:spLocks noChangeShapeType="1"/>
              </p:cNvSpPr>
              <p:nvPr/>
            </p:nvSpPr>
            <p:spPr bwMode="auto">
              <a:xfrm>
                <a:off x="5911851" y="5834063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57" name="Line 53"/>
              <p:cNvSpPr>
                <a:spLocks noChangeShapeType="1"/>
              </p:cNvSpPr>
              <p:nvPr/>
            </p:nvSpPr>
            <p:spPr bwMode="auto">
              <a:xfrm>
                <a:off x="5927726" y="5853113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58" name="Line 54"/>
              <p:cNvSpPr>
                <a:spLocks noChangeShapeType="1"/>
              </p:cNvSpPr>
              <p:nvPr/>
            </p:nvSpPr>
            <p:spPr bwMode="auto">
              <a:xfrm>
                <a:off x="5942013" y="5872163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59" name="Line 55"/>
              <p:cNvSpPr>
                <a:spLocks noChangeShapeType="1"/>
              </p:cNvSpPr>
              <p:nvPr/>
            </p:nvSpPr>
            <p:spPr bwMode="auto">
              <a:xfrm>
                <a:off x="5956301" y="5891213"/>
                <a:ext cx="15875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60" name="Line 56"/>
              <p:cNvSpPr>
                <a:spLocks noChangeShapeType="1"/>
              </p:cNvSpPr>
              <p:nvPr/>
            </p:nvSpPr>
            <p:spPr bwMode="auto">
              <a:xfrm>
                <a:off x="5972176" y="591185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61" name="Line 57"/>
              <p:cNvSpPr>
                <a:spLocks noChangeShapeType="1"/>
              </p:cNvSpPr>
              <p:nvPr/>
            </p:nvSpPr>
            <p:spPr bwMode="auto">
              <a:xfrm>
                <a:off x="5986463" y="593090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62" name="Line 58"/>
              <p:cNvSpPr>
                <a:spLocks noChangeShapeType="1"/>
              </p:cNvSpPr>
              <p:nvPr/>
            </p:nvSpPr>
            <p:spPr bwMode="auto">
              <a:xfrm>
                <a:off x="6000751" y="5949950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63" name="Line 59"/>
              <p:cNvSpPr>
                <a:spLocks noChangeShapeType="1"/>
              </p:cNvSpPr>
              <p:nvPr/>
            </p:nvSpPr>
            <p:spPr bwMode="auto">
              <a:xfrm>
                <a:off x="6015038" y="5970588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64" name="Line 60"/>
              <p:cNvSpPr>
                <a:spLocks noChangeShapeType="1"/>
              </p:cNvSpPr>
              <p:nvPr/>
            </p:nvSpPr>
            <p:spPr bwMode="auto">
              <a:xfrm>
                <a:off x="6029326" y="5989638"/>
                <a:ext cx="15875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65" name="Line 61"/>
              <p:cNvSpPr>
                <a:spLocks noChangeShapeType="1"/>
              </p:cNvSpPr>
              <p:nvPr/>
            </p:nvSpPr>
            <p:spPr bwMode="auto">
              <a:xfrm>
                <a:off x="6045201" y="601027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66" name="Line 62"/>
              <p:cNvSpPr>
                <a:spLocks noChangeShapeType="1"/>
              </p:cNvSpPr>
              <p:nvPr/>
            </p:nvSpPr>
            <p:spPr bwMode="auto">
              <a:xfrm>
                <a:off x="6059488" y="602932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67" name="Line 63"/>
              <p:cNvSpPr>
                <a:spLocks noChangeShapeType="1"/>
              </p:cNvSpPr>
              <p:nvPr/>
            </p:nvSpPr>
            <p:spPr bwMode="auto">
              <a:xfrm>
                <a:off x="6073776" y="6048375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68" name="Line 64"/>
              <p:cNvSpPr>
                <a:spLocks noChangeShapeType="1"/>
              </p:cNvSpPr>
              <p:nvPr/>
            </p:nvSpPr>
            <p:spPr bwMode="auto">
              <a:xfrm>
                <a:off x="6089651" y="606742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69" name="Line 65"/>
              <p:cNvSpPr>
                <a:spLocks noChangeShapeType="1"/>
              </p:cNvSpPr>
              <p:nvPr/>
            </p:nvSpPr>
            <p:spPr bwMode="auto">
              <a:xfrm>
                <a:off x="6103938" y="6086475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70" name="Line 66"/>
              <p:cNvSpPr>
                <a:spLocks noChangeShapeType="1"/>
              </p:cNvSpPr>
              <p:nvPr/>
            </p:nvSpPr>
            <p:spPr bwMode="auto">
              <a:xfrm>
                <a:off x="6118226" y="6103938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71" name="Line 67"/>
              <p:cNvSpPr>
                <a:spLocks noChangeShapeType="1"/>
              </p:cNvSpPr>
              <p:nvPr/>
            </p:nvSpPr>
            <p:spPr bwMode="auto">
              <a:xfrm>
                <a:off x="6132513" y="6121400"/>
                <a:ext cx="15875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72" name="Line 68"/>
              <p:cNvSpPr>
                <a:spLocks noChangeShapeType="1"/>
              </p:cNvSpPr>
              <p:nvPr/>
            </p:nvSpPr>
            <p:spPr bwMode="auto">
              <a:xfrm>
                <a:off x="6148388" y="6138863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73" name="Line 69"/>
              <p:cNvSpPr>
                <a:spLocks noChangeShapeType="1"/>
              </p:cNvSpPr>
              <p:nvPr/>
            </p:nvSpPr>
            <p:spPr bwMode="auto">
              <a:xfrm>
                <a:off x="6162676" y="6154738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74" name="Line 70"/>
              <p:cNvSpPr>
                <a:spLocks noChangeShapeType="1"/>
              </p:cNvSpPr>
              <p:nvPr/>
            </p:nvSpPr>
            <p:spPr bwMode="auto">
              <a:xfrm>
                <a:off x="6176963" y="6169025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75" name="Line 71"/>
              <p:cNvSpPr>
                <a:spLocks noChangeShapeType="1"/>
              </p:cNvSpPr>
              <p:nvPr/>
            </p:nvSpPr>
            <p:spPr bwMode="auto">
              <a:xfrm>
                <a:off x="6191251" y="6184900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76" name="Line 72"/>
              <p:cNvSpPr>
                <a:spLocks noChangeShapeType="1"/>
              </p:cNvSpPr>
              <p:nvPr/>
            </p:nvSpPr>
            <p:spPr bwMode="auto">
              <a:xfrm>
                <a:off x="6205538" y="6197600"/>
                <a:ext cx="15875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77" name="Line 73"/>
              <p:cNvSpPr>
                <a:spLocks noChangeShapeType="1"/>
              </p:cNvSpPr>
              <p:nvPr/>
            </p:nvSpPr>
            <p:spPr bwMode="auto">
              <a:xfrm>
                <a:off x="6221413" y="6210300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78" name="Line 74"/>
              <p:cNvSpPr>
                <a:spLocks noChangeShapeType="1"/>
              </p:cNvSpPr>
              <p:nvPr/>
            </p:nvSpPr>
            <p:spPr bwMode="auto">
              <a:xfrm>
                <a:off x="6235701" y="6221413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79" name="Line 75"/>
              <p:cNvSpPr>
                <a:spLocks noChangeShapeType="1"/>
              </p:cNvSpPr>
              <p:nvPr/>
            </p:nvSpPr>
            <p:spPr bwMode="auto">
              <a:xfrm>
                <a:off x="6249988" y="6232525"/>
                <a:ext cx="15875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80" name="Line 76"/>
              <p:cNvSpPr>
                <a:spLocks noChangeShapeType="1"/>
              </p:cNvSpPr>
              <p:nvPr/>
            </p:nvSpPr>
            <p:spPr bwMode="auto">
              <a:xfrm>
                <a:off x="6265863" y="6242050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81" name="Line 77"/>
              <p:cNvSpPr>
                <a:spLocks noChangeShapeType="1"/>
              </p:cNvSpPr>
              <p:nvPr/>
            </p:nvSpPr>
            <p:spPr bwMode="auto">
              <a:xfrm>
                <a:off x="6280151" y="6249988"/>
                <a:ext cx="14288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82" name="Line 78"/>
              <p:cNvSpPr>
                <a:spLocks noChangeShapeType="1"/>
              </p:cNvSpPr>
              <p:nvPr/>
            </p:nvSpPr>
            <p:spPr bwMode="auto">
              <a:xfrm>
                <a:off x="6294438" y="6256338"/>
                <a:ext cx="14288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83" name="Line 79"/>
              <p:cNvSpPr>
                <a:spLocks noChangeShapeType="1"/>
              </p:cNvSpPr>
              <p:nvPr/>
            </p:nvSpPr>
            <p:spPr bwMode="auto">
              <a:xfrm>
                <a:off x="6308726" y="6262688"/>
                <a:ext cx="15875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84" name="Line 80"/>
              <p:cNvSpPr>
                <a:spLocks noChangeShapeType="1"/>
              </p:cNvSpPr>
              <p:nvPr/>
            </p:nvSpPr>
            <p:spPr bwMode="auto">
              <a:xfrm>
                <a:off x="6324601" y="6267450"/>
                <a:ext cx="14288" cy="31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85" name="Line 81"/>
              <p:cNvSpPr>
                <a:spLocks noChangeShapeType="1"/>
              </p:cNvSpPr>
              <p:nvPr/>
            </p:nvSpPr>
            <p:spPr bwMode="auto">
              <a:xfrm>
                <a:off x="6338888" y="6270625"/>
                <a:ext cx="14288" cy="31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86" name="Line 82"/>
              <p:cNvSpPr>
                <a:spLocks noChangeShapeType="1"/>
              </p:cNvSpPr>
              <p:nvPr/>
            </p:nvSpPr>
            <p:spPr bwMode="auto">
              <a:xfrm>
                <a:off x="6353176" y="6273800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87" name="Line 83"/>
              <p:cNvSpPr>
                <a:spLocks noChangeShapeType="1"/>
              </p:cNvSpPr>
              <p:nvPr/>
            </p:nvSpPr>
            <p:spPr bwMode="auto">
              <a:xfrm flipV="1">
                <a:off x="6367463" y="6273800"/>
                <a:ext cx="15875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88" name="Line 84"/>
              <p:cNvSpPr>
                <a:spLocks noChangeShapeType="1"/>
              </p:cNvSpPr>
              <p:nvPr/>
            </p:nvSpPr>
            <p:spPr bwMode="auto">
              <a:xfrm flipV="1">
                <a:off x="6383338" y="6272213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89" name="Line 85"/>
              <p:cNvSpPr>
                <a:spLocks noChangeShapeType="1"/>
              </p:cNvSpPr>
              <p:nvPr/>
            </p:nvSpPr>
            <p:spPr bwMode="auto">
              <a:xfrm flipV="1">
                <a:off x="6397626" y="6269038"/>
                <a:ext cx="14288" cy="31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90" name="Line 86"/>
              <p:cNvSpPr>
                <a:spLocks noChangeShapeType="1"/>
              </p:cNvSpPr>
              <p:nvPr/>
            </p:nvSpPr>
            <p:spPr bwMode="auto">
              <a:xfrm flipV="1">
                <a:off x="6411913" y="6264275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91" name="Line 87"/>
              <p:cNvSpPr>
                <a:spLocks noChangeShapeType="1"/>
              </p:cNvSpPr>
              <p:nvPr/>
            </p:nvSpPr>
            <p:spPr bwMode="auto">
              <a:xfrm flipV="1">
                <a:off x="6426201" y="6259513"/>
                <a:ext cx="15875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92" name="Line 88"/>
              <p:cNvSpPr>
                <a:spLocks noChangeShapeType="1"/>
              </p:cNvSpPr>
              <p:nvPr/>
            </p:nvSpPr>
            <p:spPr bwMode="auto">
              <a:xfrm flipV="1">
                <a:off x="6442076" y="6253163"/>
                <a:ext cx="14288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93" name="Line 89"/>
              <p:cNvSpPr>
                <a:spLocks noChangeShapeType="1"/>
              </p:cNvSpPr>
              <p:nvPr/>
            </p:nvSpPr>
            <p:spPr bwMode="auto">
              <a:xfrm flipV="1">
                <a:off x="6456363" y="6245225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94" name="Line 90"/>
              <p:cNvSpPr>
                <a:spLocks noChangeShapeType="1"/>
              </p:cNvSpPr>
              <p:nvPr/>
            </p:nvSpPr>
            <p:spPr bwMode="auto">
              <a:xfrm flipV="1">
                <a:off x="6470651" y="6237288"/>
                <a:ext cx="15875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95" name="Line 91"/>
              <p:cNvSpPr>
                <a:spLocks noChangeShapeType="1"/>
              </p:cNvSpPr>
              <p:nvPr/>
            </p:nvSpPr>
            <p:spPr bwMode="auto">
              <a:xfrm flipV="1">
                <a:off x="6486526" y="6226175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96" name="Line 92"/>
              <p:cNvSpPr>
                <a:spLocks noChangeShapeType="1"/>
              </p:cNvSpPr>
              <p:nvPr/>
            </p:nvSpPr>
            <p:spPr bwMode="auto">
              <a:xfrm flipV="1">
                <a:off x="6500813" y="6215063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97" name="Line 93"/>
              <p:cNvSpPr>
                <a:spLocks noChangeShapeType="1"/>
              </p:cNvSpPr>
              <p:nvPr/>
            </p:nvSpPr>
            <p:spPr bwMode="auto">
              <a:xfrm flipV="1">
                <a:off x="6515101" y="6203950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98" name="Line 94"/>
              <p:cNvSpPr>
                <a:spLocks noChangeShapeType="1"/>
              </p:cNvSpPr>
              <p:nvPr/>
            </p:nvSpPr>
            <p:spPr bwMode="auto">
              <a:xfrm flipV="1">
                <a:off x="6529388" y="6191250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99" name="Line 95"/>
              <p:cNvSpPr>
                <a:spLocks noChangeShapeType="1"/>
              </p:cNvSpPr>
              <p:nvPr/>
            </p:nvSpPr>
            <p:spPr bwMode="auto">
              <a:xfrm flipV="1">
                <a:off x="6543676" y="6176963"/>
                <a:ext cx="15875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00" name="Line 96"/>
              <p:cNvSpPr>
                <a:spLocks noChangeShapeType="1"/>
              </p:cNvSpPr>
              <p:nvPr/>
            </p:nvSpPr>
            <p:spPr bwMode="auto">
              <a:xfrm flipV="1">
                <a:off x="6559551" y="6162675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01" name="Line 97"/>
              <p:cNvSpPr>
                <a:spLocks noChangeShapeType="1"/>
              </p:cNvSpPr>
              <p:nvPr/>
            </p:nvSpPr>
            <p:spPr bwMode="auto">
              <a:xfrm flipV="1">
                <a:off x="6573838" y="6146800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02" name="Line 98"/>
              <p:cNvSpPr>
                <a:spLocks noChangeShapeType="1"/>
              </p:cNvSpPr>
              <p:nvPr/>
            </p:nvSpPr>
            <p:spPr bwMode="auto">
              <a:xfrm flipV="1">
                <a:off x="6588126" y="6129338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03" name="Line 99"/>
              <p:cNvSpPr>
                <a:spLocks noChangeShapeType="1"/>
              </p:cNvSpPr>
              <p:nvPr/>
            </p:nvSpPr>
            <p:spPr bwMode="auto">
              <a:xfrm flipV="1">
                <a:off x="6602413" y="6113463"/>
                <a:ext cx="15875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04" name="Line 100"/>
              <p:cNvSpPr>
                <a:spLocks noChangeShapeType="1"/>
              </p:cNvSpPr>
              <p:nvPr/>
            </p:nvSpPr>
            <p:spPr bwMode="auto">
              <a:xfrm flipV="1">
                <a:off x="6618288" y="6094413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05" name="Line 101"/>
              <p:cNvSpPr>
                <a:spLocks noChangeShapeType="1"/>
              </p:cNvSpPr>
              <p:nvPr/>
            </p:nvSpPr>
            <p:spPr bwMode="auto">
              <a:xfrm flipV="1">
                <a:off x="6632576" y="6076950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06" name="Line 102"/>
              <p:cNvSpPr>
                <a:spLocks noChangeShapeType="1"/>
              </p:cNvSpPr>
              <p:nvPr/>
            </p:nvSpPr>
            <p:spPr bwMode="auto">
              <a:xfrm flipV="1">
                <a:off x="6646863" y="6057900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07" name="Line 103"/>
              <p:cNvSpPr>
                <a:spLocks noChangeShapeType="1"/>
              </p:cNvSpPr>
              <p:nvPr/>
            </p:nvSpPr>
            <p:spPr bwMode="auto">
              <a:xfrm flipV="1">
                <a:off x="6662738" y="603885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08" name="Line 104"/>
              <p:cNvSpPr>
                <a:spLocks noChangeShapeType="1"/>
              </p:cNvSpPr>
              <p:nvPr/>
            </p:nvSpPr>
            <p:spPr bwMode="auto">
              <a:xfrm flipV="1">
                <a:off x="6677026" y="601980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09" name="Line 105"/>
              <p:cNvSpPr>
                <a:spLocks noChangeShapeType="1"/>
              </p:cNvSpPr>
              <p:nvPr/>
            </p:nvSpPr>
            <p:spPr bwMode="auto">
              <a:xfrm flipV="1">
                <a:off x="6691313" y="600075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810" name="Line 106"/>
              <p:cNvSpPr>
                <a:spLocks noChangeShapeType="1"/>
              </p:cNvSpPr>
              <p:nvPr/>
            </p:nvSpPr>
            <p:spPr bwMode="auto">
              <a:xfrm flipV="1">
                <a:off x="6705601" y="5980113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7" name="Group 112"/>
            <p:cNvGrpSpPr>
              <a:grpSpLocks/>
            </p:cNvGrpSpPr>
            <p:nvPr/>
          </p:nvGrpSpPr>
          <p:grpSpPr bwMode="auto">
            <a:xfrm>
              <a:off x="2843590" y="5201561"/>
              <a:ext cx="3235477" cy="653141"/>
              <a:chOff x="5281613" y="5646738"/>
              <a:chExt cx="1438276" cy="628649"/>
            </a:xfrm>
          </p:grpSpPr>
          <p:sp>
            <p:nvSpPr>
              <p:cNvPr id="67615" name="Line 9"/>
              <p:cNvSpPr>
                <a:spLocks noChangeShapeType="1"/>
              </p:cNvSpPr>
              <p:nvPr/>
            </p:nvSpPr>
            <p:spPr bwMode="auto">
              <a:xfrm flipV="1">
                <a:off x="5281613" y="5940425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16" name="Line 10"/>
              <p:cNvSpPr>
                <a:spLocks noChangeShapeType="1"/>
              </p:cNvSpPr>
              <p:nvPr/>
            </p:nvSpPr>
            <p:spPr bwMode="auto">
              <a:xfrm flipV="1">
                <a:off x="5295901" y="592137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17" name="Line 11"/>
              <p:cNvSpPr>
                <a:spLocks noChangeShapeType="1"/>
              </p:cNvSpPr>
              <p:nvPr/>
            </p:nvSpPr>
            <p:spPr bwMode="auto">
              <a:xfrm flipV="1">
                <a:off x="5310188" y="5900738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18" name="Line 12"/>
              <p:cNvSpPr>
                <a:spLocks noChangeShapeType="1"/>
              </p:cNvSpPr>
              <p:nvPr/>
            </p:nvSpPr>
            <p:spPr bwMode="auto">
              <a:xfrm flipV="1">
                <a:off x="5324476" y="5881688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19" name="Line 13"/>
              <p:cNvSpPr>
                <a:spLocks noChangeShapeType="1"/>
              </p:cNvSpPr>
              <p:nvPr/>
            </p:nvSpPr>
            <p:spPr bwMode="auto">
              <a:xfrm flipV="1">
                <a:off x="5338763" y="5862638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20" name="Line 14"/>
              <p:cNvSpPr>
                <a:spLocks noChangeShapeType="1"/>
              </p:cNvSpPr>
              <p:nvPr/>
            </p:nvSpPr>
            <p:spPr bwMode="auto">
              <a:xfrm flipV="1">
                <a:off x="5354638" y="5845175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21" name="Line 15"/>
              <p:cNvSpPr>
                <a:spLocks noChangeShapeType="1"/>
              </p:cNvSpPr>
              <p:nvPr/>
            </p:nvSpPr>
            <p:spPr bwMode="auto">
              <a:xfrm flipV="1">
                <a:off x="5368926" y="582612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22" name="Line 16"/>
              <p:cNvSpPr>
                <a:spLocks noChangeShapeType="1"/>
              </p:cNvSpPr>
              <p:nvPr/>
            </p:nvSpPr>
            <p:spPr bwMode="auto">
              <a:xfrm flipV="1">
                <a:off x="5383213" y="5808663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23" name="Line 17"/>
              <p:cNvSpPr>
                <a:spLocks noChangeShapeType="1"/>
              </p:cNvSpPr>
              <p:nvPr/>
            </p:nvSpPr>
            <p:spPr bwMode="auto">
              <a:xfrm flipV="1">
                <a:off x="5397501" y="5791200"/>
                <a:ext cx="15875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24" name="Line 18"/>
              <p:cNvSpPr>
                <a:spLocks noChangeShapeType="1"/>
              </p:cNvSpPr>
              <p:nvPr/>
            </p:nvSpPr>
            <p:spPr bwMode="auto">
              <a:xfrm flipV="1">
                <a:off x="5413376" y="5775325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25" name="Line 19"/>
              <p:cNvSpPr>
                <a:spLocks noChangeShapeType="1"/>
              </p:cNvSpPr>
              <p:nvPr/>
            </p:nvSpPr>
            <p:spPr bwMode="auto">
              <a:xfrm flipV="1">
                <a:off x="5427663" y="5759450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26" name="Line 20"/>
              <p:cNvSpPr>
                <a:spLocks noChangeShapeType="1"/>
              </p:cNvSpPr>
              <p:nvPr/>
            </p:nvSpPr>
            <p:spPr bwMode="auto">
              <a:xfrm flipV="1">
                <a:off x="5441951" y="5745163"/>
                <a:ext cx="15875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27" name="Line 21"/>
              <p:cNvSpPr>
                <a:spLocks noChangeShapeType="1"/>
              </p:cNvSpPr>
              <p:nvPr/>
            </p:nvSpPr>
            <p:spPr bwMode="auto">
              <a:xfrm flipV="1">
                <a:off x="5457826" y="5730875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28" name="Line 22"/>
              <p:cNvSpPr>
                <a:spLocks noChangeShapeType="1"/>
              </p:cNvSpPr>
              <p:nvPr/>
            </p:nvSpPr>
            <p:spPr bwMode="auto">
              <a:xfrm flipV="1">
                <a:off x="5472113" y="571817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29" name="Line 23"/>
              <p:cNvSpPr>
                <a:spLocks noChangeShapeType="1"/>
              </p:cNvSpPr>
              <p:nvPr/>
            </p:nvSpPr>
            <p:spPr bwMode="auto">
              <a:xfrm flipV="1">
                <a:off x="5486401" y="570547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30" name="Line 24"/>
              <p:cNvSpPr>
                <a:spLocks noChangeShapeType="1"/>
              </p:cNvSpPr>
              <p:nvPr/>
            </p:nvSpPr>
            <p:spPr bwMode="auto">
              <a:xfrm flipV="1">
                <a:off x="5500688" y="5694363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31" name="Line 25"/>
              <p:cNvSpPr>
                <a:spLocks noChangeShapeType="1"/>
              </p:cNvSpPr>
              <p:nvPr/>
            </p:nvSpPr>
            <p:spPr bwMode="auto">
              <a:xfrm flipV="1">
                <a:off x="5514976" y="5684838"/>
                <a:ext cx="15875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32" name="Line 26"/>
              <p:cNvSpPr>
                <a:spLocks noChangeShapeType="1"/>
              </p:cNvSpPr>
              <p:nvPr/>
            </p:nvSpPr>
            <p:spPr bwMode="auto">
              <a:xfrm flipV="1">
                <a:off x="5530851" y="5675313"/>
                <a:ext cx="14288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33" name="Line 27"/>
              <p:cNvSpPr>
                <a:spLocks noChangeShapeType="1"/>
              </p:cNvSpPr>
              <p:nvPr/>
            </p:nvSpPr>
            <p:spPr bwMode="auto">
              <a:xfrm flipV="1">
                <a:off x="5545138" y="5667375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34" name="Line 28"/>
              <p:cNvSpPr>
                <a:spLocks noChangeShapeType="1"/>
              </p:cNvSpPr>
              <p:nvPr/>
            </p:nvSpPr>
            <p:spPr bwMode="auto">
              <a:xfrm flipV="1">
                <a:off x="5559426" y="5661025"/>
                <a:ext cx="15875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35" name="Line 29"/>
              <p:cNvSpPr>
                <a:spLocks noChangeShapeType="1"/>
              </p:cNvSpPr>
              <p:nvPr/>
            </p:nvSpPr>
            <p:spPr bwMode="auto">
              <a:xfrm flipV="1">
                <a:off x="5575301" y="5656263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36" name="Line 30"/>
              <p:cNvSpPr>
                <a:spLocks noChangeShapeType="1"/>
              </p:cNvSpPr>
              <p:nvPr/>
            </p:nvSpPr>
            <p:spPr bwMode="auto">
              <a:xfrm flipV="1">
                <a:off x="5589588" y="5651500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37" name="Line 31"/>
              <p:cNvSpPr>
                <a:spLocks noChangeShapeType="1"/>
              </p:cNvSpPr>
              <p:nvPr/>
            </p:nvSpPr>
            <p:spPr bwMode="auto">
              <a:xfrm flipV="1">
                <a:off x="5603876" y="5649913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38" name="Line 32"/>
              <p:cNvSpPr>
                <a:spLocks noChangeShapeType="1"/>
              </p:cNvSpPr>
              <p:nvPr/>
            </p:nvSpPr>
            <p:spPr bwMode="auto">
              <a:xfrm flipV="1">
                <a:off x="5618163" y="5648325"/>
                <a:ext cx="15875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39" name="Line 33"/>
              <p:cNvSpPr>
                <a:spLocks noChangeShapeType="1"/>
              </p:cNvSpPr>
              <p:nvPr/>
            </p:nvSpPr>
            <p:spPr bwMode="auto">
              <a:xfrm flipV="1">
                <a:off x="5634038" y="5646738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40" name="Line 34"/>
              <p:cNvSpPr>
                <a:spLocks noChangeShapeType="1"/>
              </p:cNvSpPr>
              <p:nvPr/>
            </p:nvSpPr>
            <p:spPr bwMode="auto">
              <a:xfrm>
                <a:off x="5648326" y="5646738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41" name="Line 35"/>
              <p:cNvSpPr>
                <a:spLocks noChangeShapeType="1"/>
              </p:cNvSpPr>
              <p:nvPr/>
            </p:nvSpPr>
            <p:spPr bwMode="auto">
              <a:xfrm>
                <a:off x="5662613" y="5648325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42" name="Line 36"/>
              <p:cNvSpPr>
                <a:spLocks noChangeShapeType="1"/>
              </p:cNvSpPr>
              <p:nvPr/>
            </p:nvSpPr>
            <p:spPr bwMode="auto">
              <a:xfrm>
                <a:off x="5676901" y="5649913"/>
                <a:ext cx="15875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43" name="Line 37"/>
              <p:cNvSpPr>
                <a:spLocks noChangeShapeType="1"/>
              </p:cNvSpPr>
              <p:nvPr/>
            </p:nvSpPr>
            <p:spPr bwMode="auto">
              <a:xfrm>
                <a:off x="5692776" y="5654675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44" name="Line 38"/>
              <p:cNvSpPr>
                <a:spLocks noChangeShapeType="1"/>
              </p:cNvSpPr>
              <p:nvPr/>
            </p:nvSpPr>
            <p:spPr bwMode="auto">
              <a:xfrm>
                <a:off x="5707063" y="5659438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45" name="Line 39"/>
              <p:cNvSpPr>
                <a:spLocks noChangeShapeType="1"/>
              </p:cNvSpPr>
              <p:nvPr/>
            </p:nvSpPr>
            <p:spPr bwMode="auto">
              <a:xfrm>
                <a:off x="5721351" y="5664200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46" name="Line 40"/>
              <p:cNvSpPr>
                <a:spLocks noChangeShapeType="1"/>
              </p:cNvSpPr>
              <p:nvPr/>
            </p:nvSpPr>
            <p:spPr bwMode="auto">
              <a:xfrm>
                <a:off x="5735638" y="5672138"/>
                <a:ext cx="15875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47" name="Line 41"/>
              <p:cNvSpPr>
                <a:spLocks noChangeShapeType="1"/>
              </p:cNvSpPr>
              <p:nvPr/>
            </p:nvSpPr>
            <p:spPr bwMode="auto">
              <a:xfrm>
                <a:off x="5751513" y="5680075"/>
                <a:ext cx="14288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48" name="Line 42"/>
              <p:cNvSpPr>
                <a:spLocks noChangeShapeType="1"/>
              </p:cNvSpPr>
              <p:nvPr/>
            </p:nvSpPr>
            <p:spPr bwMode="auto">
              <a:xfrm>
                <a:off x="5765801" y="5689600"/>
                <a:ext cx="14288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49" name="Line 43"/>
              <p:cNvSpPr>
                <a:spLocks noChangeShapeType="1"/>
              </p:cNvSpPr>
              <p:nvPr/>
            </p:nvSpPr>
            <p:spPr bwMode="auto">
              <a:xfrm>
                <a:off x="5780088" y="569912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50" name="Line 44"/>
              <p:cNvSpPr>
                <a:spLocks noChangeShapeType="1"/>
              </p:cNvSpPr>
              <p:nvPr/>
            </p:nvSpPr>
            <p:spPr bwMode="auto">
              <a:xfrm>
                <a:off x="5794376" y="5711825"/>
                <a:ext cx="15875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51" name="Line 45"/>
              <p:cNvSpPr>
                <a:spLocks noChangeShapeType="1"/>
              </p:cNvSpPr>
              <p:nvPr/>
            </p:nvSpPr>
            <p:spPr bwMode="auto">
              <a:xfrm>
                <a:off x="5810251" y="5724525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52" name="Line 46"/>
              <p:cNvSpPr>
                <a:spLocks noChangeShapeType="1"/>
              </p:cNvSpPr>
              <p:nvPr/>
            </p:nvSpPr>
            <p:spPr bwMode="auto">
              <a:xfrm>
                <a:off x="5824538" y="5737225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53" name="Line 47"/>
              <p:cNvSpPr>
                <a:spLocks noChangeShapeType="1"/>
              </p:cNvSpPr>
              <p:nvPr/>
            </p:nvSpPr>
            <p:spPr bwMode="auto">
              <a:xfrm>
                <a:off x="5838826" y="5751513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54" name="Line 48"/>
              <p:cNvSpPr>
                <a:spLocks noChangeShapeType="1"/>
              </p:cNvSpPr>
              <p:nvPr/>
            </p:nvSpPr>
            <p:spPr bwMode="auto">
              <a:xfrm>
                <a:off x="5853113" y="5767388"/>
                <a:ext cx="15875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55" name="Line 49"/>
              <p:cNvSpPr>
                <a:spLocks noChangeShapeType="1"/>
              </p:cNvSpPr>
              <p:nvPr/>
            </p:nvSpPr>
            <p:spPr bwMode="auto">
              <a:xfrm>
                <a:off x="5868988" y="5783263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56" name="Line 50"/>
              <p:cNvSpPr>
                <a:spLocks noChangeShapeType="1"/>
              </p:cNvSpPr>
              <p:nvPr/>
            </p:nvSpPr>
            <p:spPr bwMode="auto">
              <a:xfrm>
                <a:off x="5883276" y="5799138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57" name="Line 51"/>
              <p:cNvSpPr>
                <a:spLocks noChangeShapeType="1"/>
              </p:cNvSpPr>
              <p:nvPr/>
            </p:nvSpPr>
            <p:spPr bwMode="auto">
              <a:xfrm>
                <a:off x="5897563" y="5816600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58" name="Line 52"/>
              <p:cNvSpPr>
                <a:spLocks noChangeShapeType="1"/>
              </p:cNvSpPr>
              <p:nvPr/>
            </p:nvSpPr>
            <p:spPr bwMode="auto">
              <a:xfrm>
                <a:off x="5911851" y="5834063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59" name="Line 53"/>
              <p:cNvSpPr>
                <a:spLocks noChangeShapeType="1"/>
              </p:cNvSpPr>
              <p:nvPr/>
            </p:nvSpPr>
            <p:spPr bwMode="auto">
              <a:xfrm>
                <a:off x="5927726" y="5853113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60" name="Line 54"/>
              <p:cNvSpPr>
                <a:spLocks noChangeShapeType="1"/>
              </p:cNvSpPr>
              <p:nvPr/>
            </p:nvSpPr>
            <p:spPr bwMode="auto">
              <a:xfrm>
                <a:off x="5942013" y="5872163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61" name="Line 55"/>
              <p:cNvSpPr>
                <a:spLocks noChangeShapeType="1"/>
              </p:cNvSpPr>
              <p:nvPr/>
            </p:nvSpPr>
            <p:spPr bwMode="auto">
              <a:xfrm>
                <a:off x="5956301" y="5891213"/>
                <a:ext cx="15875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62" name="Line 56"/>
              <p:cNvSpPr>
                <a:spLocks noChangeShapeType="1"/>
              </p:cNvSpPr>
              <p:nvPr/>
            </p:nvSpPr>
            <p:spPr bwMode="auto">
              <a:xfrm>
                <a:off x="5972176" y="591185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63" name="Line 57"/>
              <p:cNvSpPr>
                <a:spLocks noChangeShapeType="1"/>
              </p:cNvSpPr>
              <p:nvPr/>
            </p:nvSpPr>
            <p:spPr bwMode="auto">
              <a:xfrm>
                <a:off x="5986463" y="593090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64" name="Line 58"/>
              <p:cNvSpPr>
                <a:spLocks noChangeShapeType="1"/>
              </p:cNvSpPr>
              <p:nvPr/>
            </p:nvSpPr>
            <p:spPr bwMode="auto">
              <a:xfrm>
                <a:off x="6000751" y="5949950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65" name="Line 59"/>
              <p:cNvSpPr>
                <a:spLocks noChangeShapeType="1"/>
              </p:cNvSpPr>
              <p:nvPr/>
            </p:nvSpPr>
            <p:spPr bwMode="auto">
              <a:xfrm>
                <a:off x="6015038" y="5970588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66" name="Line 60"/>
              <p:cNvSpPr>
                <a:spLocks noChangeShapeType="1"/>
              </p:cNvSpPr>
              <p:nvPr/>
            </p:nvSpPr>
            <p:spPr bwMode="auto">
              <a:xfrm>
                <a:off x="6029326" y="5989638"/>
                <a:ext cx="15875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67" name="Line 61"/>
              <p:cNvSpPr>
                <a:spLocks noChangeShapeType="1"/>
              </p:cNvSpPr>
              <p:nvPr/>
            </p:nvSpPr>
            <p:spPr bwMode="auto">
              <a:xfrm>
                <a:off x="6045201" y="601027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68" name="Line 62"/>
              <p:cNvSpPr>
                <a:spLocks noChangeShapeType="1"/>
              </p:cNvSpPr>
              <p:nvPr/>
            </p:nvSpPr>
            <p:spPr bwMode="auto">
              <a:xfrm>
                <a:off x="6059488" y="602932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69" name="Line 63"/>
              <p:cNvSpPr>
                <a:spLocks noChangeShapeType="1"/>
              </p:cNvSpPr>
              <p:nvPr/>
            </p:nvSpPr>
            <p:spPr bwMode="auto">
              <a:xfrm>
                <a:off x="6073776" y="6048375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70" name="Line 64"/>
              <p:cNvSpPr>
                <a:spLocks noChangeShapeType="1"/>
              </p:cNvSpPr>
              <p:nvPr/>
            </p:nvSpPr>
            <p:spPr bwMode="auto">
              <a:xfrm>
                <a:off x="6089651" y="6067425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71" name="Line 65"/>
              <p:cNvSpPr>
                <a:spLocks noChangeShapeType="1"/>
              </p:cNvSpPr>
              <p:nvPr/>
            </p:nvSpPr>
            <p:spPr bwMode="auto">
              <a:xfrm>
                <a:off x="6103938" y="6086475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72" name="Line 66"/>
              <p:cNvSpPr>
                <a:spLocks noChangeShapeType="1"/>
              </p:cNvSpPr>
              <p:nvPr/>
            </p:nvSpPr>
            <p:spPr bwMode="auto">
              <a:xfrm>
                <a:off x="6118226" y="6103938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73" name="Line 67"/>
              <p:cNvSpPr>
                <a:spLocks noChangeShapeType="1"/>
              </p:cNvSpPr>
              <p:nvPr/>
            </p:nvSpPr>
            <p:spPr bwMode="auto">
              <a:xfrm>
                <a:off x="6132513" y="6121400"/>
                <a:ext cx="15875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74" name="Line 68"/>
              <p:cNvSpPr>
                <a:spLocks noChangeShapeType="1"/>
              </p:cNvSpPr>
              <p:nvPr/>
            </p:nvSpPr>
            <p:spPr bwMode="auto">
              <a:xfrm>
                <a:off x="6148388" y="6138863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75" name="Line 69"/>
              <p:cNvSpPr>
                <a:spLocks noChangeShapeType="1"/>
              </p:cNvSpPr>
              <p:nvPr/>
            </p:nvSpPr>
            <p:spPr bwMode="auto">
              <a:xfrm>
                <a:off x="6162676" y="6154738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76" name="Line 70"/>
              <p:cNvSpPr>
                <a:spLocks noChangeShapeType="1"/>
              </p:cNvSpPr>
              <p:nvPr/>
            </p:nvSpPr>
            <p:spPr bwMode="auto">
              <a:xfrm>
                <a:off x="6176963" y="6169025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77" name="Line 71"/>
              <p:cNvSpPr>
                <a:spLocks noChangeShapeType="1"/>
              </p:cNvSpPr>
              <p:nvPr/>
            </p:nvSpPr>
            <p:spPr bwMode="auto">
              <a:xfrm>
                <a:off x="6191251" y="6184900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78" name="Line 72"/>
              <p:cNvSpPr>
                <a:spLocks noChangeShapeType="1"/>
              </p:cNvSpPr>
              <p:nvPr/>
            </p:nvSpPr>
            <p:spPr bwMode="auto">
              <a:xfrm>
                <a:off x="6205538" y="6197600"/>
                <a:ext cx="15875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79" name="Line 73"/>
              <p:cNvSpPr>
                <a:spLocks noChangeShapeType="1"/>
              </p:cNvSpPr>
              <p:nvPr/>
            </p:nvSpPr>
            <p:spPr bwMode="auto">
              <a:xfrm>
                <a:off x="6221413" y="6210300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80" name="Line 74"/>
              <p:cNvSpPr>
                <a:spLocks noChangeShapeType="1"/>
              </p:cNvSpPr>
              <p:nvPr/>
            </p:nvSpPr>
            <p:spPr bwMode="auto">
              <a:xfrm>
                <a:off x="6235701" y="6221413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81" name="Line 75"/>
              <p:cNvSpPr>
                <a:spLocks noChangeShapeType="1"/>
              </p:cNvSpPr>
              <p:nvPr/>
            </p:nvSpPr>
            <p:spPr bwMode="auto">
              <a:xfrm>
                <a:off x="6249988" y="6232525"/>
                <a:ext cx="15875" cy="952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82" name="Line 76"/>
              <p:cNvSpPr>
                <a:spLocks noChangeShapeType="1"/>
              </p:cNvSpPr>
              <p:nvPr/>
            </p:nvSpPr>
            <p:spPr bwMode="auto">
              <a:xfrm>
                <a:off x="6265863" y="6242050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83" name="Line 77"/>
              <p:cNvSpPr>
                <a:spLocks noChangeShapeType="1"/>
              </p:cNvSpPr>
              <p:nvPr/>
            </p:nvSpPr>
            <p:spPr bwMode="auto">
              <a:xfrm>
                <a:off x="6280151" y="6249988"/>
                <a:ext cx="14288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84" name="Line 78"/>
              <p:cNvSpPr>
                <a:spLocks noChangeShapeType="1"/>
              </p:cNvSpPr>
              <p:nvPr/>
            </p:nvSpPr>
            <p:spPr bwMode="auto">
              <a:xfrm>
                <a:off x="6294438" y="6256338"/>
                <a:ext cx="14288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85" name="Line 79"/>
              <p:cNvSpPr>
                <a:spLocks noChangeShapeType="1"/>
              </p:cNvSpPr>
              <p:nvPr/>
            </p:nvSpPr>
            <p:spPr bwMode="auto">
              <a:xfrm>
                <a:off x="6308726" y="6262688"/>
                <a:ext cx="15875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86" name="Line 80"/>
              <p:cNvSpPr>
                <a:spLocks noChangeShapeType="1"/>
              </p:cNvSpPr>
              <p:nvPr/>
            </p:nvSpPr>
            <p:spPr bwMode="auto">
              <a:xfrm>
                <a:off x="6324601" y="6267450"/>
                <a:ext cx="14288" cy="31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87" name="Line 81"/>
              <p:cNvSpPr>
                <a:spLocks noChangeShapeType="1"/>
              </p:cNvSpPr>
              <p:nvPr/>
            </p:nvSpPr>
            <p:spPr bwMode="auto">
              <a:xfrm>
                <a:off x="6338888" y="6270625"/>
                <a:ext cx="14288" cy="31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88" name="Line 82"/>
              <p:cNvSpPr>
                <a:spLocks noChangeShapeType="1"/>
              </p:cNvSpPr>
              <p:nvPr/>
            </p:nvSpPr>
            <p:spPr bwMode="auto">
              <a:xfrm>
                <a:off x="6353176" y="6273800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89" name="Line 83"/>
              <p:cNvSpPr>
                <a:spLocks noChangeShapeType="1"/>
              </p:cNvSpPr>
              <p:nvPr/>
            </p:nvSpPr>
            <p:spPr bwMode="auto">
              <a:xfrm flipV="1">
                <a:off x="6367463" y="6273800"/>
                <a:ext cx="15875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90" name="Line 84"/>
              <p:cNvSpPr>
                <a:spLocks noChangeShapeType="1"/>
              </p:cNvSpPr>
              <p:nvPr/>
            </p:nvSpPr>
            <p:spPr bwMode="auto">
              <a:xfrm flipV="1">
                <a:off x="6383338" y="6272213"/>
                <a:ext cx="14288" cy="15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91" name="Line 85"/>
              <p:cNvSpPr>
                <a:spLocks noChangeShapeType="1"/>
              </p:cNvSpPr>
              <p:nvPr/>
            </p:nvSpPr>
            <p:spPr bwMode="auto">
              <a:xfrm flipV="1">
                <a:off x="6397626" y="6269038"/>
                <a:ext cx="14288" cy="31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92" name="Line 86"/>
              <p:cNvSpPr>
                <a:spLocks noChangeShapeType="1"/>
              </p:cNvSpPr>
              <p:nvPr/>
            </p:nvSpPr>
            <p:spPr bwMode="auto">
              <a:xfrm flipV="1">
                <a:off x="6411913" y="6264275"/>
                <a:ext cx="14288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93" name="Line 87"/>
              <p:cNvSpPr>
                <a:spLocks noChangeShapeType="1"/>
              </p:cNvSpPr>
              <p:nvPr/>
            </p:nvSpPr>
            <p:spPr bwMode="auto">
              <a:xfrm flipV="1">
                <a:off x="6426201" y="6259513"/>
                <a:ext cx="15875" cy="47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94" name="Line 88"/>
              <p:cNvSpPr>
                <a:spLocks noChangeShapeType="1"/>
              </p:cNvSpPr>
              <p:nvPr/>
            </p:nvSpPr>
            <p:spPr bwMode="auto">
              <a:xfrm flipV="1">
                <a:off x="6442076" y="6253163"/>
                <a:ext cx="14288" cy="63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95" name="Line 89"/>
              <p:cNvSpPr>
                <a:spLocks noChangeShapeType="1"/>
              </p:cNvSpPr>
              <p:nvPr/>
            </p:nvSpPr>
            <p:spPr bwMode="auto">
              <a:xfrm flipV="1">
                <a:off x="6456363" y="6245225"/>
                <a:ext cx="14288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96" name="Line 90"/>
              <p:cNvSpPr>
                <a:spLocks noChangeShapeType="1"/>
              </p:cNvSpPr>
              <p:nvPr/>
            </p:nvSpPr>
            <p:spPr bwMode="auto">
              <a:xfrm flipV="1">
                <a:off x="6470651" y="6237288"/>
                <a:ext cx="15875" cy="79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97" name="Line 91"/>
              <p:cNvSpPr>
                <a:spLocks noChangeShapeType="1"/>
              </p:cNvSpPr>
              <p:nvPr/>
            </p:nvSpPr>
            <p:spPr bwMode="auto">
              <a:xfrm flipV="1">
                <a:off x="6486526" y="6226175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98" name="Line 92"/>
              <p:cNvSpPr>
                <a:spLocks noChangeShapeType="1"/>
              </p:cNvSpPr>
              <p:nvPr/>
            </p:nvSpPr>
            <p:spPr bwMode="auto">
              <a:xfrm flipV="1">
                <a:off x="6500813" y="6215063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699" name="Line 93"/>
              <p:cNvSpPr>
                <a:spLocks noChangeShapeType="1"/>
              </p:cNvSpPr>
              <p:nvPr/>
            </p:nvSpPr>
            <p:spPr bwMode="auto">
              <a:xfrm flipV="1">
                <a:off x="6515101" y="6203950"/>
                <a:ext cx="14288" cy="1111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00" name="Line 94"/>
              <p:cNvSpPr>
                <a:spLocks noChangeShapeType="1"/>
              </p:cNvSpPr>
              <p:nvPr/>
            </p:nvSpPr>
            <p:spPr bwMode="auto">
              <a:xfrm flipV="1">
                <a:off x="6529388" y="6191250"/>
                <a:ext cx="14288" cy="1270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01" name="Line 95"/>
              <p:cNvSpPr>
                <a:spLocks noChangeShapeType="1"/>
              </p:cNvSpPr>
              <p:nvPr/>
            </p:nvSpPr>
            <p:spPr bwMode="auto">
              <a:xfrm flipV="1">
                <a:off x="6543676" y="6176963"/>
                <a:ext cx="15875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02" name="Line 96"/>
              <p:cNvSpPr>
                <a:spLocks noChangeShapeType="1"/>
              </p:cNvSpPr>
              <p:nvPr/>
            </p:nvSpPr>
            <p:spPr bwMode="auto">
              <a:xfrm flipV="1">
                <a:off x="6559551" y="6162675"/>
                <a:ext cx="14288" cy="1428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03" name="Line 97"/>
              <p:cNvSpPr>
                <a:spLocks noChangeShapeType="1"/>
              </p:cNvSpPr>
              <p:nvPr/>
            </p:nvSpPr>
            <p:spPr bwMode="auto">
              <a:xfrm flipV="1">
                <a:off x="6573838" y="6146800"/>
                <a:ext cx="14288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04" name="Line 98"/>
              <p:cNvSpPr>
                <a:spLocks noChangeShapeType="1"/>
              </p:cNvSpPr>
              <p:nvPr/>
            </p:nvSpPr>
            <p:spPr bwMode="auto">
              <a:xfrm flipV="1">
                <a:off x="6588126" y="6129338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05" name="Line 99"/>
              <p:cNvSpPr>
                <a:spLocks noChangeShapeType="1"/>
              </p:cNvSpPr>
              <p:nvPr/>
            </p:nvSpPr>
            <p:spPr bwMode="auto">
              <a:xfrm flipV="1">
                <a:off x="6602413" y="6113463"/>
                <a:ext cx="15875" cy="15875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06" name="Line 100"/>
              <p:cNvSpPr>
                <a:spLocks noChangeShapeType="1"/>
              </p:cNvSpPr>
              <p:nvPr/>
            </p:nvSpPr>
            <p:spPr bwMode="auto">
              <a:xfrm flipV="1">
                <a:off x="6618288" y="6094413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07" name="Line 101"/>
              <p:cNvSpPr>
                <a:spLocks noChangeShapeType="1"/>
              </p:cNvSpPr>
              <p:nvPr/>
            </p:nvSpPr>
            <p:spPr bwMode="auto">
              <a:xfrm flipV="1">
                <a:off x="6632576" y="6076950"/>
                <a:ext cx="14288" cy="17462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08" name="Line 102"/>
              <p:cNvSpPr>
                <a:spLocks noChangeShapeType="1"/>
              </p:cNvSpPr>
              <p:nvPr/>
            </p:nvSpPr>
            <p:spPr bwMode="auto">
              <a:xfrm flipV="1">
                <a:off x="6646863" y="6057900"/>
                <a:ext cx="15875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09" name="Line 103"/>
              <p:cNvSpPr>
                <a:spLocks noChangeShapeType="1"/>
              </p:cNvSpPr>
              <p:nvPr/>
            </p:nvSpPr>
            <p:spPr bwMode="auto">
              <a:xfrm flipV="1">
                <a:off x="6662738" y="603885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10" name="Line 104"/>
              <p:cNvSpPr>
                <a:spLocks noChangeShapeType="1"/>
              </p:cNvSpPr>
              <p:nvPr/>
            </p:nvSpPr>
            <p:spPr bwMode="auto">
              <a:xfrm flipV="1">
                <a:off x="6677026" y="601980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11" name="Line 105"/>
              <p:cNvSpPr>
                <a:spLocks noChangeShapeType="1"/>
              </p:cNvSpPr>
              <p:nvPr/>
            </p:nvSpPr>
            <p:spPr bwMode="auto">
              <a:xfrm flipV="1">
                <a:off x="6691313" y="6000750"/>
                <a:ext cx="14288" cy="19050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67712" name="Line 106"/>
              <p:cNvSpPr>
                <a:spLocks noChangeShapeType="1"/>
              </p:cNvSpPr>
              <p:nvPr/>
            </p:nvSpPr>
            <p:spPr bwMode="auto">
              <a:xfrm flipV="1">
                <a:off x="6705601" y="5980113"/>
                <a:ext cx="14288" cy="20637"/>
              </a:xfrm>
              <a:prstGeom prst="line">
                <a:avLst/>
              </a:prstGeom>
              <a:noFill/>
              <a:ln w="28575">
                <a:solidFill>
                  <a:srgbClr val="00004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cxnSp>
          <p:nvCxnSpPr>
            <p:cNvPr id="320" name="Straight Arrow Connector 319"/>
            <p:cNvCxnSpPr/>
            <p:nvPr/>
          </p:nvCxnSpPr>
          <p:spPr>
            <a:xfrm flipV="1">
              <a:off x="6803470" y="3859682"/>
              <a:ext cx="1240724" cy="13669"/>
            </a:xfrm>
            <a:prstGeom prst="straightConnector1">
              <a:avLst/>
            </a:prstGeom>
            <a:ln w="25400">
              <a:solidFill>
                <a:schemeClr val="bg1">
                  <a:lumMod val="50000"/>
                </a:schemeClr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Arrow Connector 327"/>
            <p:cNvCxnSpPr/>
            <p:nvPr/>
          </p:nvCxnSpPr>
          <p:spPr>
            <a:xfrm flipV="1">
              <a:off x="6215086" y="5535624"/>
              <a:ext cx="744009" cy="0"/>
            </a:xfrm>
            <a:prstGeom prst="straightConnector1">
              <a:avLst/>
            </a:prstGeom>
            <a:ln w="25400">
              <a:solidFill>
                <a:schemeClr val="bg1">
                  <a:lumMod val="50000"/>
                </a:schemeClr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67587" name="Object 3"/>
            <p:cNvGraphicFramePr>
              <a:graphicFrameLocks noChangeAspect="1"/>
            </p:cNvGraphicFramePr>
            <p:nvPr/>
          </p:nvGraphicFramePr>
          <p:xfrm>
            <a:off x="4597400" y="4379913"/>
            <a:ext cx="461963" cy="684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266400" imgH="393480" progId="Equation.3">
                    <p:embed/>
                  </p:oleObj>
                </mc:Choice>
                <mc:Fallback>
                  <p:oleObj name="Equation" r:id="rId11" imgW="266400" imgH="393480" progId="Equation.3">
                    <p:embed/>
                    <p:pic>
                      <p:nvPicPr>
                        <p:cNvPr id="67587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97400" y="4379913"/>
                          <a:ext cx="461963" cy="6842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24" name="Straight Arrow Connector 323"/>
            <p:cNvCxnSpPr/>
            <p:nvPr/>
          </p:nvCxnSpPr>
          <p:spPr>
            <a:xfrm>
              <a:off x="2804161" y="6109765"/>
              <a:ext cx="4308425" cy="19139"/>
            </a:xfrm>
            <a:prstGeom prst="straightConnector1">
              <a:avLst/>
            </a:prstGeom>
            <a:ln w="25400">
              <a:solidFill>
                <a:srgbClr val="FF0000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Arrow Connector 313"/>
            <p:cNvCxnSpPr/>
            <p:nvPr/>
          </p:nvCxnSpPr>
          <p:spPr>
            <a:xfrm flipV="1">
              <a:off x="2650670" y="4384610"/>
              <a:ext cx="4240206" cy="30073"/>
            </a:xfrm>
            <a:prstGeom prst="straightConnector1">
              <a:avLst/>
            </a:prstGeom>
            <a:ln w="25400">
              <a:solidFill>
                <a:srgbClr val="FF0000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223.7.3</a:t>
            </a:r>
          </a:p>
        </p:txBody>
      </p:sp>
      <p:sp>
        <p:nvSpPr>
          <p:cNvPr id="798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Sound that produces standing wave frequencies that are not related by integer multiples is called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Atonal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Noise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Circle of 5ths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Guns n Roses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Can’t tell</a:t>
            </a:r>
          </a:p>
        </p:txBody>
      </p:sp>
      <p:sp>
        <p:nvSpPr>
          <p:cNvPr id="798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67075D8-6D99-4CDD-B335-536597771E2C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Organ Pipe by rtlines - Wooden Organ Pip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1371600"/>
            <a:ext cx="5334000" cy="40111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5793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9"/>
          <p:cNvGrpSpPr>
            <a:grpSpLocks/>
          </p:cNvGrpSpPr>
          <p:nvPr/>
        </p:nvGrpSpPr>
        <p:grpSpPr bwMode="auto">
          <a:xfrm>
            <a:off x="0" y="2049463"/>
            <a:ext cx="9144000" cy="3649662"/>
            <a:chOff x="0" y="680348"/>
            <a:chExt cx="9144000" cy="2887930"/>
          </a:xfrm>
        </p:grpSpPr>
        <p:grpSp>
          <p:nvGrpSpPr>
            <p:cNvPr id="3" name="Group 34"/>
            <p:cNvGrpSpPr>
              <a:grpSpLocks/>
            </p:cNvGrpSpPr>
            <p:nvPr/>
          </p:nvGrpSpPr>
          <p:grpSpPr bwMode="auto">
            <a:xfrm>
              <a:off x="0" y="680348"/>
              <a:ext cx="9144000" cy="2813965"/>
              <a:chOff x="849086" y="680349"/>
              <a:chExt cx="5987279" cy="1721972"/>
            </a:xfrm>
          </p:grpSpPr>
          <p:sp>
            <p:nvSpPr>
              <p:cNvPr id="4" name="Rectangle 3"/>
              <p:cNvSpPr/>
              <p:nvPr/>
            </p:nvSpPr>
            <p:spPr>
              <a:xfrm>
                <a:off x="849086" y="688036"/>
                <a:ext cx="391876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5" name="Rectangle 4"/>
              <p:cNvSpPr/>
              <p:nvPr/>
            </p:nvSpPr>
            <p:spPr>
              <a:xfrm>
                <a:off x="1244080" y="688036"/>
                <a:ext cx="391876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632837" y="688036"/>
                <a:ext cx="391876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22635" y="688036"/>
                <a:ext cx="391875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2416589" y="688036"/>
                <a:ext cx="391876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810544" y="688036"/>
                <a:ext cx="391875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3200340" y="688036"/>
                <a:ext cx="391876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3590137" y="688036"/>
                <a:ext cx="391875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977855" y="688036"/>
                <a:ext cx="391876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4372849" y="688036"/>
                <a:ext cx="391876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4762646" y="688036"/>
                <a:ext cx="391875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5152443" y="688036"/>
                <a:ext cx="391876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5545358" y="688036"/>
                <a:ext cx="391876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5940352" y="688036"/>
                <a:ext cx="391876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6329109" y="688036"/>
                <a:ext cx="391876" cy="1714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1109990" y="680349"/>
                <a:ext cx="261943" cy="1044659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491471" y="680349"/>
                <a:ext cx="260904" cy="1044659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2291854" y="680349"/>
                <a:ext cx="260904" cy="1044659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2672296" y="680349"/>
                <a:ext cx="261943" cy="1044659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3069369" y="680349"/>
                <a:ext cx="261943" cy="1044659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3859357" y="680349"/>
                <a:ext cx="260904" cy="1044659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4239799" y="680349"/>
                <a:ext cx="261943" cy="1044659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040181" y="680349"/>
                <a:ext cx="260904" cy="1044659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5421663" y="680349"/>
                <a:ext cx="260904" cy="1044659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5818736" y="680349"/>
                <a:ext cx="260904" cy="1044659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6575461" y="680349"/>
                <a:ext cx="260904" cy="1044659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sp>
          <p:nvSpPr>
            <p:cNvPr id="633859" name="TextBox 33"/>
            <p:cNvSpPr txBox="1">
              <a:spLocks noChangeArrowheads="1"/>
            </p:cNvSpPr>
            <p:nvPr/>
          </p:nvSpPr>
          <p:spPr bwMode="auto">
            <a:xfrm rot="-5400000">
              <a:off x="3842468" y="2728785"/>
              <a:ext cx="1273106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/>
                <a:t>C  261.626Hz</a:t>
              </a:r>
            </a:p>
          </p:txBody>
        </p:sp>
        <p:sp>
          <p:nvSpPr>
            <p:cNvPr id="633860" name="TextBox 35"/>
            <p:cNvSpPr txBox="1">
              <a:spLocks noChangeArrowheads="1"/>
            </p:cNvSpPr>
            <p:nvPr/>
          </p:nvSpPr>
          <p:spPr bwMode="auto">
            <a:xfrm rot="-5400000">
              <a:off x="4426925" y="2728785"/>
              <a:ext cx="129073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/>
                <a:t>D  293.665Hz</a:t>
              </a:r>
            </a:p>
          </p:txBody>
        </p:sp>
        <p:sp>
          <p:nvSpPr>
            <p:cNvPr id="633861" name="TextBox 36"/>
            <p:cNvSpPr txBox="1">
              <a:spLocks noChangeArrowheads="1"/>
            </p:cNvSpPr>
            <p:nvPr/>
          </p:nvSpPr>
          <p:spPr bwMode="auto">
            <a:xfrm rot="-5400000">
              <a:off x="5000363" y="2728785"/>
              <a:ext cx="1265091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/>
                <a:t>E  329.628Hz</a:t>
              </a:r>
            </a:p>
          </p:txBody>
        </p:sp>
        <p:sp>
          <p:nvSpPr>
            <p:cNvPr id="633862" name="TextBox 37"/>
            <p:cNvSpPr txBox="1">
              <a:spLocks noChangeArrowheads="1"/>
            </p:cNvSpPr>
            <p:nvPr/>
          </p:nvSpPr>
          <p:spPr bwMode="auto">
            <a:xfrm rot="-5400000">
              <a:off x="5613170" y="2728785"/>
              <a:ext cx="125867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/>
                <a:t>F  349.228Hz</a:t>
              </a:r>
            </a:p>
          </p:txBody>
        </p:sp>
        <p:sp>
          <p:nvSpPr>
            <p:cNvPr id="633863" name="TextBox 38"/>
            <p:cNvSpPr txBox="1">
              <a:spLocks noChangeArrowheads="1"/>
            </p:cNvSpPr>
            <p:nvPr/>
          </p:nvSpPr>
          <p:spPr bwMode="auto">
            <a:xfrm rot="-5400000">
              <a:off x="6205149" y="2728785"/>
              <a:ext cx="12939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/>
                <a:t>G  391.995Hz</a:t>
              </a:r>
            </a:p>
          </p:txBody>
        </p:sp>
        <p:sp>
          <p:nvSpPr>
            <p:cNvPr id="633864" name="TextBox 39"/>
            <p:cNvSpPr txBox="1">
              <a:spLocks noChangeArrowheads="1"/>
            </p:cNvSpPr>
            <p:nvPr/>
          </p:nvSpPr>
          <p:spPr bwMode="auto">
            <a:xfrm rot="16200000">
              <a:off x="6852656" y="2795576"/>
              <a:ext cx="1120181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/>
                <a:t>A  440.000Hz</a:t>
              </a:r>
            </a:p>
          </p:txBody>
        </p:sp>
        <p:sp>
          <p:nvSpPr>
            <p:cNvPr id="633865" name="TextBox 40"/>
            <p:cNvSpPr txBox="1">
              <a:spLocks noChangeArrowheads="1"/>
            </p:cNvSpPr>
            <p:nvPr/>
          </p:nvSpPr>
          <p:spPr bwMode="auto">
            <a:xfrm rot="-5400000">
              <a:off x="226039" y="2728785"/>
              <a:ext cx="129073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/>
                <a:t>D  146.832Hz</a:t>
              </a:r>
            </a:p>
          </p:txBody>
        </p:sp>
        <p:sp>
          <p:nvSpPr>
            <p:cNvPr id="633866" name="TextBox 41"/>
            <p:cNvSpPr txBox="1">
              <a:spLocks noChangeArrowheads="1"/>
            </p:cNvSpPr>
            <p:nvPr/>
          </p:nvSpPr>
          <p:spPr bwMode="auto">
            <a:xfrm rot="-5400000">
              <a:off x="832135" y="2728785"/>
              <a:ext cx="1265091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/>
                <a:t>E  164.814Hz</a:t>
              </a:r>
            </a:p>
          </p:txBody>
        </p:sp>
        <p:sp>
          <p:nvSpPr>
            <p:cNvPr id="633867" name="TextBox 42"/>
            <p:cNvSpPr txBox="1">
              <a:spLocks noChangeArrowheads="1"/>
            </p:cNvSpPr>
            <p:nvPr/>
          </p:nvSpPr>
          <p:spPr bwMode="auto">
            <a:xfrm rot="-5400000">
              <a:off x="1444940" y="2728785"/>
              <a:ext cx="125867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/>
                <a:t>F  174.614Hz</a:t>
              </a:r>
            </a:p>
          </p:txBody>
        </p:sp>
        <p:sp>
          <p:nvSpPr>
            <p:cNvPr id="633868" name="TextBox 43"/>
            <p:cNvSpPr txBox="1">
              <a:spLocks noChangeArrowheads="1"/>
            </p:cNvSpPr>
            <p:nvPr/>
          </p:nvSpPr>
          <p:spPr bwMode="auto">
            <a:xfrm rot="-5400000">
              <a:off x="1964678" y="2728785"/>
              <a:ext cx="1340433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/>
                <a:t>G   195.998Hz</a:t>
              </a:r>
            </a:p>
          </p:txBody>
        </p:sp>
        <p:sp>
          <p:nvSpPr>
            <p:cNvPr id="633869" name="TextBox 44"/>
            <p:cNvSpPr txBox="1">
              <a:spLocks noChangeArrowheads="1"/>
            </p:cNvSpPr>
            <p:nvPr/>
          </p:nvSpPr>
          <p:spPr bwMode="auto">
            <a:xfrm rot="-5400000">
              <a:off x="2628183" y="2728785"/>
              <a:ext cx="1282724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/>
                <a:t>A  220.000Hz</a:t>
              </a:r>
            </a:p>
          </p:txBody>
        </p:sp>
        <p:sp>
          <p:nvSpPr>
            <p:cNvPr id="633870" name="TextBox 45"/>
            <p:cNvSpPr txBox="1">
              <a:spLocks noChangeArrowheads="1"/>
            </p:cNvSpPr>
            <p:nvPr/>
          </p:nvSpPr>
          <p:spPr bwMode="auto">
            <a:xfrm rot="-5400000">
              <a:off x="3248620" y="2728785"/>
              <a:ext cx="1276312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/>
                <a:t>B  246.942Hz</a:t>
              </a:r>
            </a:p>
          </p:txBody>
        </p:sp>
        <p:sp>
          <p:nvSpPr>
            <p:cNvPr id="633871" name="TextBox 47"/>
            <p:cNvSpPr txBox="1">
              <a:spLocks noChangeArrowheads="1"/>
            </p:cNvSpPr>
            <p:nvPr/>
          </p:nvSpPr>
          <p:spPr bwMode="auto">
            <a:xfrm rot="-5400000">
              <a:off x="4248247" y="1212741"/>
              <a:ext cx="107112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277.183Hz</a:t>
              </a:r>
            </a:p>
          </p:txBody>
        </p:sp>
        <p:sp>
          <p:nvSpPr>
            <p:cNvPr id="633872" name="TextBox 48"/>
            <p:cNvSpPr txBox="1">
              <a:spLocks noChangeArrowheads="1"/>
            </p:cNvSpPr>
            <p:nvPr/>
          </p:nvSpPr>
          <p:spPr bwMode="auto">
            <a:xfrm rot="-5400000">
              <a:off x="4808861" y="1212741"/>
              <a:ext cx="107112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311.127Hz</a:t>
              </a:r>
            </a:p>
          </p:txBody>
        </p:sp>
        <p:sp>
          <p:nvSpPr>
            <p:cNvPr id="633873" name="TextBox 50"/>
            <p:cNvSpPr txBox="1">
              <a:spLocks noChangeArrowheads="1"/>
            </p:cNvSpPr>
            <p:nvPr/>
          </p:nvSpPr>
          <p:spPr bwMode="auto">
            <a:xfrm rot="-5400000">
              <a:off x="6028074" y="1212741"/>
              <a:ext cx="107112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369.994Hz</a:t>
              </a:r>
            </a:p>
          </p:txBody>
        </p:sp>
        <p:sp>
          <p:nvSpPr>
            <p:cNvPr id="633874" name="TextBox 51"/>
            <p:cNvSpPr txBox="1">
              <a:spLocks noChangeArrowheads="1"/>
            </p:cNvSpPr>
            <p:nvPr/>
          </p:nvSpPr>
          <p:spPr bwMode="auto">
            <a:xfrm rot="-5400000">
              <a:off x="6588699" y="1212741"/>
              <a:ext cx="107112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415.305Hz</a:t>
              </a:r>
            </a:p>
          </p:txBody>
        </p:sp>
        <p:sp>
          <p:nvSpPr>
            <p:cNvPr id="633875" name="TextBox 52"/>
            <p:cNvSpPr txBox="1">
              <a:spLocks noChangeArrowheads="1"/>
            </p:cNvSpPr>
            <p:nvPr/>
          </p:nvSpPr>
          <p:spPr bwMode="auto">
            <a:xfrm rot="-5400000">
              <a:off x="47362" y="1212741"/>
              <a:ext cx="107112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138.591Hz</a:t>
              </a:r>
            </a:p>
          </p:txBody>
        </p:sp>
        <p:sp>
          <p:nvSpPr>
            <p:cNvPr id="633876" name="TextBox 53"/>
            <p:cNvSpPr txBox="1">
              <a:spLocks noChangeArrowheads="1"/>
            </p:cNvSpPr>
            <p:nvPr/>
          </p:nvSpPr>
          <p:spPr bwMode="auto">
            <a:xfrm rot="-5400000">
              <a:off x="640634" y="1212741"/>
              <a:ext cx="107112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155.563Hz</a:t>
              </a:r>
            </a:p>
          </p:txBody>
        </p:sp>
        <p:sp>
          <p:nvSpPr>
            <p:cNvPr id="633877" name="TextBox 55"/>
            <p:cNvSpPr txBox="1">
              <a:spLocks noChangeArrowheads="1"/>
            </p:cNvSpPr>
            <p:nvPr/>
          </p:nvSpPr>
          <p:spPr bwMode="auto">
            <a:xfrm rot="-5400000">
              <a:off x="1810847" y="1212741"/>
              <a:ext cx="107112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184.997Hz</a:t>
              </a:r>
            </a:p>
          </p:txBody>
        </p:sp>
        <p:sp>
          <p:nvSpPr>
            <p:cNvPr id="633878" name="TextBox 56"/>
            <p:cNvSpPr txBox="1">
              <a:spLocks noChangeArrowheads="1"/>
            </p:cNvSpPr>
            <p:nvPr/>
          </p:nvSpPr>
          <p:spPr bwMode="auto">
            <a:xfrm rot="-5400000">
              <a:off x="2338818" y="1212741"/>
              <a:ext cx="107112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207.652Hz</a:t>
              </a:r>
            </a:p>
          </p:txBody>
        </p:sp>
        <p:sp>
          <p:nvSpPr>
            <p:cNvPr id="633879" name="TextBox 57"/>
            <p:cNvSpPr txBox="1">
              <a:spLocks noChangeArrowheads="1"/>
            </p:cNvSpPr>
            <p:nvPr/>
          </p:nvSpPr>
          <p:spPr bwMode="auto">
            <a:xfrm rot="-5400000">
              <a:off x="3062729" y="1212741"/>
              <a:ext cx="107112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233.082Hz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6" name="Rectangle 1735"/>
          <p:cNvSpPr/>
          <p:nvPr/>
        </p:nvSpPr>
        <p:spPr>
          <a:xfrm>
            <a:off x="2589213" y="3433763"/>
            <a:ext cx="3935412" cy="1379537"/>
          </a:xfrm>
          <a:prstGeom prst="rect">
            <a:avLst/>
          </a:prstGeom>
          <a:solidFill>
            <a:srgbClr val="FF000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611313" y="2735263"/>
            <a:ext cx="217487" cy="2743200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6" name="Group 1351"/>
          <p:cNvGrpSpPr>
            <a:grpSpLocks/>
          </p:cNvGrpSpPr>
          <p:nvPr/>
        </p:nvGrpSpPr>
        <p:grpSpPr bwMode="auto">
          <a:xfrm>
            <a:off x="7321550" y="2733675"/>
            <a:ext cx="220663" cy="2754313"/>
            <a:chOff x="7095445" y="1578246"/>
            <a:chExt cx="219755" cy="2754875"/>
          </a:xfrm>
        </p:grpSpPr>
        <p:sp>
          <p:nvSpPr>
            <p:cNvPr id="3" name="Rectangle 2"/>
            <p:cNvSpPr/>
            <p:nvPr/>
          </p:nvSpPr>
          <p:spPr>
            <a:xfrm>
              <a:off x="7095445" y="1578246"/>
              <a:ext cx="219755" cy="1241678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" name="Rectangle 3"/>
            <p:cNvSpPr/>
            <p:nvPr/>
          </p:nvSpPr>
          <p:spPr>
            <a:xfrm>
              <a:off x="7095445" y="2819924"/>
              <a:ext cx="219755" cy="30645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>
              <a:off x="7095445" y="3126375"/>
              <a:ext cx="219755" cy="1206746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635908" name="Rectangle 5"/>
          <p:cNvSpPr>
            <a:spLocks noChangeArrowheads="1"/>
          </p:cNvSpPr>
          <p:nvPr/>
        </p:nvSpPr>
        <p:spPr bwMode="auto">
          <a:xfrm>
            <a:off x="1839913" y="3481388"/>
            <a:ext cx="19050" cy="1587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en-US">
              <a:cs typeface="Arial" charset="0"/>
            </a:endParaRPr>
          </a:p>
        </p:txBody>
      </p:sp>
      <p:sp>
        <p:nvSpPr>
          <p:cNvPr id="635909" name="Rectangle 6"/>
          <p:cNvSpPr>
            <a:spLocks noChangeArrowheads="1"/>
          </p:cNvSpPr>
          <p:nvPr/>
        </p:nvSpPr>
        <p:spPr bwMode="auto">
          <a:xfrm>
            <a:off x="1839913" y="3481388"/>
            <a:ext cx="19050" cy="1587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en-US">
              <a:cs typeface="Arial" charset="0"/>
            </a:endParaRPr>
          </a:p>
        </p:txBody>
      </p:sp>
      <p:sp>
        <p:nvSpPr>
          <p:cNvPr id="635910" name="Rectangle 7"/>
          <p:cNvSpPr>
            <a:spLocks noChangeArrowheads="1"/>
          </p:cNvSpPr>
          <p:nvPr/>
        </p:nvSpPr>
        <p:spPr bwMode="auto">
          <a:xfrm>
            <a:off x="1839913" y="3481388"/>
            <a:ext cx="19050" cy="1587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en-US">
              <a:cs typeface="Arial" charset="0"/>
            </a:endParaRPr>
          </a:p>
        </p:txBody>
      </p:sp>
      <p:cxnSp>
        <p:nvCxnSpPr>
          <p:cNvPr id="1738" name="Straight Arrow Connector 1737"/>
          <p:cNvCxnSpPr/>
          <p:nvPr/>
        </p:nvCxnSpPr>
        <p:spPr>
          <a:xfrm rot="5400000">
            <a:off x="1650207" y="3177381"/>
            <a:ext cx="1441450" cy="185737"/>
          </a:xfrm>
          <a:prstGeom prst="straightConnector1">
            <a:avLst/>
          </a:prstGeom>
          <a:ln>
            <a:solidFill>
              <a:srgbClr val="4D4D4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912" name="TextBox 1740"/>
          <p:cNvSpPr txBox="1">
            <a:spLocks noChangeArrowheads="1"/>
          </p:cNvSpPr>
          <p:nvPr/>
        </p:nvSpPr>
        <p:spPr bwMode="auto">
          <a:xfrm>
            <a:off x="4181475" y="5492750"/>
            <a:ext cx="1114425" cy="460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i="1"/>
              <a:t>Mirrors</a:t>
            </a:r>
          </a:p>
        </p:txBody>
      </p:sp>
      <p:sp>
        <p:nvSpPr>
          <p:cNvPr id="1743" name="Freeform 1742"/>
          <p:cNvSpPr/>
          <p:nvPr/>
        </p:nvSpPr>
        <p:spPr>
          <a:xfrm>
            <a:off x="1860550" y="5556250"/>
            <a:ext cx="2293938" cy="185738"/>
          </a:xfrm>
          <a:custGeom>
            <a:avLst/>
            <a:gdLst>
              <a:gd name="connsiteX0" fmla="*/ 2293749 w 2293749"/>
              <a:gd name="connsiteY0" fmla="*/ 185980 h 185980"/>
              <a:gd name="connsiteX1" fmla="*/ 805912 w 2293749"/>
              <a:gd name="connsiteY1" fmla="*/ 170482 h 185980"/>
              <a:gd name="connsiteX2" fmla="*/ 0 w 2293749"/>
              <a:gd name="connsiteY2" fmla="*/ 0 h 185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93749" h="185980">
                <a:moveTo>
                  <a:pt x="2293749" y="185980"/>
                </a:moveTo>
                <a:lnTo>
                  <a:pt x="805912" y="170482"/>
                </a:lnTo>
                <a:cubicBezTo>
                  <a:pt x="423621" y="139485"/>
                  <a:pt x="211810" y="69742"/>
                  <a:pt x="0" y="0"/>
                </a:cubicBezTo>
              </a:path>
            </a:pathLst>
          </a:custGeom>
          <a:noFill/>
          <a:ln>
            <a:solidFill>
              <a:srgbClr val="4D4D4D"/>
            </a:solidFill>
            <a:headEnd type="none" w="lg" len="lg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744" name="Freeform 1743"/>
          <p:cNvSpPr/>
          <p:nvPr/>
        </p:nvSpPr>
        <p:spPr>
          <a:xfrm flipH="1">
            <a:off x="5362575" y="5554663"/>
            <a:ext cx="1890713" cy="219075"/>
          </a:xfrm>
          <a:custGeom>
            <a:avLst/>
            <a:gdLst>
              <a:gd name="connsiteX0" fmla="*/ 2293749 w 2293749"/>
              <a:gd name="connsiteY0" fmla="*/ 185980 h 185980"/>
              <a:gd name="connsiteX1" fmla="*/ 805912 w 2293749"/>
              <a:gd name="connsiteY1" fmla="*/ 170482 h 185980"/>
              <a:gd name="connsiteX2" fmla="*/ 0 w 2293749"/>
              <a:gd name="connsiteY2" fmla="*/ 0 h 185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93749" h="185980">
                <a:moveTo>
                  <a:pt x="2293749" y="185980"/>
                </a:moveTo>
                <a:lnTo>
                  <a:pt x="805912" y="170482"/>
                </a:lnTo>
                <a:cubicBezTo>
                  <a:pt x="423621" y="139485"/>
                  <a:pt x="211810" y="69742"/>
                  <a:pt x="0" y="0"/>
                </a:cubicBezTo>
              </a:path>
            </a:pathLst>
          </a:custGeom>
          <a:noFill/>
          <a:ln>
            <a:solidFill>
              <a:srgbClr val="4D4D4D"/>
            </a:solidFill>
            <a:headEnd type="none" w="lg" len="lg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35915" name="TextBox 1745"/>
          <p:cNvSpPr txBox="1">
            <a:spLocks noChangeArrowheads="1"/>
          </p:cNvSpPr>
          <p:nvPr/>
        </p:nvSpPr>
        <p:spPr bwMode="auto">
          <a:xfrm>
            <a:off x="1408113" y="1633538"/>
            <a:ext cx="3225800" cy="830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400" i="1"/>
              <a:t>A flash from a light bulb gets the wave started</a:t>
            </a:r>
          </a:p>
        </p:txBody>
      </p:sp>
      <p:sp>
        <p:nvSpPr>
          <p:cNvPr id="1751" name="Explosion 1 1750"/>
          <p:cNvSpPr/>
          <p:nvPr/>
        </p:nvSpPr>
        <p:spPr>
          <a:xfrm>
            <a:off x="1890713" y="3821113"/>
            <a:ext cx="650875" cy="681037"/>
          </a:xfrm>
          <a:prstGeom prst="irregularSeal1">
            <a:avLst/>
          </a:prstGeom>
          <a:solidFill>
            <a:srgbClr val="F6684C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7" name="Group 1751"/>
          <p:cNvGrpSpPr>
            <a:grpSpLocks/>
          </p:cNvGrpSpPr>
          <p:nvPr/>
        </p:nvGrpSpPr>
        <p:grpSpPr bwMode="auto">
          <a:xfrm>
            <a:off x="2400300" y="4003675"/>
            <a:ext cx="1830388" cy="279400"/>
            <a:chOff x="3441733" y="5039131"/>
            <a:chExt cx="1828999" cy="741977"/>
          </a:xfrm>
        </p:grpSpPr>
        <p:sp>
          <p:nvSpPr>
            <p:cNvPr id="636481" name="Line 8"/>
            <p:cNvSpPr>
              <a:spLocks noChangeShapeType="1"/>
            </p:cNvSpPr>
            <p:nvPr/>
          </p:nvSpPr>
          <p:spPr bwMode="auto">
            <a:xfrm flipV="1">
              <a:off x="3441733" y="537947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82" name="Line 9"/>
            <p:cNvSpPr>
              <a:spLocks noChangeShapeType="1"/>
            </p:cNvSpPr>
            <p:nvPr/>
          </p:nvSpPr>
          <p:spPr bwMode="auto">
            <a:xfrm flipV="1">
              <a:off x="3451258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83" name="Line 10"/>
            <p:cNvSpPr>
              <a:spLocks noChangeShapeType="1"/>
            </p:cNvSpPr>
            <p:nvPr/>
          </p:nvSpPr>
          <p:spPr bwMode="auto">
            <a:xfrm flipV="1">
              <a:off x="3460783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84" name="Line 11"/>
            <p:cNvSpPr>
              <a:spLocks noChangeShapeType="1"/>
            </p:cNvSpPr>
            <p:nvPr/>
          </p:nvSpPr>
          <p:spPr bwMode="auto">
            <a:xfrm flipV="1">
              <a:off x="3470308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85" name="Line 12"/>
            <p:cNvSpPr>
              <a:spLocks noChangeShapeType="1"/>
            </p:cNvSpPr>
            <p:nvPr/>
          </p:nvSpPr>
          <p:spPr bwMode="auto">
            <a:xfrm flipV="1">
              <a:off x="3479833" y="524612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86" name="Line 13"/>
            <p:cNvSpPr>
              <a:spLocks noChangeShapeType="1"/>
            </p:cNvSpPr>
            <p:nvPr/>
          </p:nvSpPr>
          <p:spPr bwMode="auto">
            <a:xfrm flipV="1">
              <a:off x="3489358" y="521595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87" name="Line 14"/>
            <p:cNvSpPr>
              <a:spLocks noChangeShapeType="1"/>
            </p:cNvSpPr>
            <p:nvPr/>
          </p:nvSpPr>
          <p:spPr bwMode="auto">
            <a:xfrm flipV="1">
              <a:off x="3497296" y="5187383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88" name="Line 15"/>
            <p:cNvSpPr>
              <a:spLocks noChangeShapeType="1"/>
            </p:cNvSpPr>
            <p:nvPr/>
          </p:nvSpPr>
          <p:spPr bwMode="auto">
            <a:xfrm flipV="1">
              <a:off x="3506821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89" name="Line 16"/>
            <p:cNvSpPr>
              <a:spLocks noChangeShapeType="1"/>
            </p:cNvSpPr>
            <p:nvPr/>
          </p:nvSpPr>
          <p:spPr bwMode="auto">
            <a:xfrm flipV="1">
              <a:off x="3516346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90" name="Line 17"/>
            <p:cNvSpPr>
              <a:spLocks noChangeShapeType="1"/>
            </p:cNvSpPr>
            <p:nvPr/>
          </p:nvSpPr>
          <p:spPr bwMode="auto">
            <a:xfrm flipV="1">
              <a:off x="3525871" y="5114358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91" name="Line 18"/>
            <p:cNvSpPr>
              <a:spLocks noChangeShapeType="1"/>
            </p:cNvSpPr>
            <p:nvPr/>
          </p:nvSpPr>
          <p:spPr bwMode="auto">
            <a:xfrm flipV="1">
              <a:off x="3535396" y="5095308"/>
              <a:ext cx="7938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92" name="Line 19"/>
            <p:cNvSpPr>
              <a:spLocks noChangeShapeType="1"/>
            </p:cNvSpPr>
            <p:nvPr/>
          </p:nvSpPr>
          <p:spPr bwMode="auto">
            <a:xfrm flipV="1">
              <a:off x="3543333" y="5079433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93" name="Line 20"/>
            <p:cNvSpPr>
              <a:spLocks noChangeShapeType="1"/>
            </p:cNvSpPr>
            <p:nvPr/>
          </p:nvSpPr>
          <p:spPr bwMode="auto">
            <a:xfrm flipV="1">
              <a:off x="3552858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94" name="Line 21"/>
            <p:cNvSpPr>
              <a:spLocks noChangeShapeType="1"/>
            </p:cNvSpPr>
            <p:nvPr/>
          </p:nvSpPr>
          <p:spPr bwMode="auto">
            <a:xfrm flipV="1">
              <a:off x="3562383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95" name="Line 22"/>
            <p:cNvSpPr>
              <a:spLocks noChangeShapeType="1"/>
            </p:cNvSpPr>
            <p:nvPr/>
          </p:nvSpPr>
          <p:spPr bwMode="auto">
            <a:xfrm flipV="1">
              <a:off x="3571908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96" name="Line 23"/>
            <p:cNvSpPr>
              <a:spLocks noChangeShapeType="1"/>
            </p:cNvSpPr>
            <p:nvPr/>
          </p:nvSpPr>
          <p:spPr bwMode="auto">
            <a:xfrm flipV="1">
              <a:off x="3581433" y="5047683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97" name="Line 24"/>
            <p:cNvSpPr>
              <a:spLocks noChangeShapeType="1"/>
            </p:cNvSpPr>
            <p:nvPr/>
          </p:nvSpPr>
          <p:spPr bwMode="auto">
            <a:xfrm>
              <a:off x="3590958" y="5047683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98" name="Line 25"/>
            <p:cNvSpPr>
              <a:spLocks noChangeShapeType="1"/>
            </p:cNvSpPr>
            <p:nvPr/>
          </p:nvSpPr>
          <p:spPr bwMode="auto">
            <a:xfrm>
              <a:off x="3598896" y="5047683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99" name="Line 26"/>
            <p:cNvSpPr>
              <a:spLocks noChangeShapeType="1"/>
            </p:cNvSpPr>
            <p:nvPr/>
          </p:nvSpPr>
          <p:spPr bwMode="auto">
            <a:xfrm>
              <a:off x="3608421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00" name="Line 27"/>
            <p:cNvSpPr>
              <a:spLocks noChangeShapeType="1"/>
            </p:cNvSpPr>
            <p:nvPr/>
          </p:nvSpPr>
          <p:spPr bwMode="auto">
            <a:xfrm>
              <a:off x="3617946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01" name="Line 28"/>
            <p:cNvSpPr>
              <a:spLocks noChangeShapeType="1"/>
            </p:cNvSpPr>
            <p:nvPr/>
          </p:nvSpPr>
          <p:spPr bwMode="auto">
            <a:xfrm>
              <a:off x="3627471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02" name="Line 29"/>
            <p:cNvSpPr>
              <a:spLocks noChangeShapeType="1"/>
            </p:cNvSpPr>
            <p:nvPr/>
          </p:nvSpPr>
          <p:spPr bwMode="auto">
            <a:xfrm>
              <a:off x="3636996" y="5079433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03" name="Line 30"/>
            <p:cNvSpPr>
              <a:spLocks noChangeShapeType="1"/>
            </p:cNvSpPr>
            <p:nvPr/>
          </p:nvSpPr>
          <p:spPr bwMode="auto">
            <a:xfrm>
              <a:off x="3644933" y="5095308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04" name="Line 31"/>
            <p:cNvSpPr>
              <a:spLocks noChangeShapeType="1"/>
            </p:cNvSpPr>
            <p:nvPr/>
          </p:nvSpPr>
          <p:spPr bwMode="auto">
            <a:xfrm>
              <a:off x="3654458" y="5114358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05" name="Line 32"/>
            <p:cNvSpPr>
              <a:spLocks noChangeShapeType="1"/>
            </p:cNvSpPr>
            <p:nvPr/>
          </p:nvSpPr>
          <p:spPr bwMode="auto">
            <a:xfrm>
              <a:off x="3663983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06" name="Line 33"/>
            <p:cNvSpPr>
              <a:spLocks noChangeShapeType="1"/>
            </p:cNvSpPr>
            <p:nvPr/>
          </p:nvSpPr>
          <p:spPr bwMode="auto">
            <a:xfrm>
              <a:off x="3673508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07" name="Line 34"/>
            <p:cNvSpPr>
              <a:spLocks noChangeShapeType="1"/>
            </p:cNvSpPr>
            <p:nvPr/>
          </p:nvSpPr>
          <p:spPr bwMode="auto">
            <a:xfrm>
              <a:off x="3683033" y="5187383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08" name="Line 35"/>
            <p:cNvSpPr>
              <a:spLocks noChangeShapeType="1"/>
            </p:cNvSpPr>
            <p:nvPr/>
          </p:nvSpPr>
          <p:spPr bwMode="auto">
            <a:xfrm>
              <a:off x="3692558" y="521595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09" name="Line 36"/>
            <p:cNvSpPr>
              <a:spLocks noChangeShapeType="1"/>
            </p:cNvSpPr>
            <p:nvPr/>
          </p:nvSpPr>
          <p:spPr bwMode="auto">
            <a:xfrm>
              <a:off x="3700496" y="524612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10" name="Line 37"/>
            <p:cNvSpPr>
              <a:spLocks noChangeShapeType="1"/>
            </p:cNvSpPr>
            <p:nvPr/>
          </p:nvSpPr>
          <p:spPr bwMode="auto">
            <a:xfrm>
              <a:off x="3710021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11" name="Line 38"/>
            <p:cNvSpPr>
              <a:spLocks noChangeShapeType="1"/>
            </p:cNvSpPr>
            <p:nvPr/>
          </p:nvSpPr>
          <p:spPr bwMode="auto">
            <a:xfrm>
              <a:off x="3719546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12" name="Line 39"/>
            <p:cNvSpPr>
              <a:spLocks noChangeShapeType="1"/>
            </p:cNvSpPr>
            <p:nvPr/>
          </p:nvSpPr>
          <p:spPr bwMode="auto">
            <a:xfrm>
              <a:off x="3729071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13" name="Line 40"/>
            <p:cNvSpPr>
              <a:spLocks noChangeShapeType="1"/>
            </p:cNvSpPr>
            <p:nvPr/>
          </p:nvSpPr>
          <p:spPr bwMode="auto">
            <a:xfrm>
              <a:off x="3738596" y="5379470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14" name="Line 41"/>
            <p:cNvSpPr>
              <a:spLocks noChangeShapeType="1"/>
            </p:cNvSpPr>
            <p:nvPr/>
          </p:nvSpPr>
          <p:spPr bwMode="auto">
            <a:xfrm>
              <a:off x="3746533" y="54143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15" name="Line 42"/>
            <p:cNvSpPr>
              <a:spLocks noChangeShapeType="1"/>
            </p:cNvSpPr>
            <p:nvPr/>
          </p:nvSpPr>
          <p:spPr bwMode="auto">
            <a:xfrm>
              <a:off x="3756058" y="5447733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16" name="Line 43"/>
            <p:cNvSpPr>
              <a:spLocks noChangeShapeType="1"/>
            </p:cNvSpPr>
            <p:nvPr/>
          </p:nvSpPr>
          <p:spPr bwMode="auto">
            <a:xfrm>
              <a:off x="3765583" y="5482658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17" name="Line 44"/>
            <p:cNvSpPr>
              <a:spLocks noChangeShapeType="1"/>
            </p:cNvSpPr>
            <p:nvPr/>
          </p:nvSpPr>
          <p:spPr bwMode="auto">
            <a:xfrm>
              <a:off x="3775108" y="55159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18" name="Line 45"/>
            <p:cNvSpPr>
              <a:spLocks noChangeShapeType="1"/>
            </p:cNvSpPr>
            <p:nvPr/>
          </p:nvSpPr>
          <p:spPr bwMode="auto">
            <a:xfrm>
              <a:off x="3784633" y="5549333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19" name="Line 46"/>
            <p:cNvSpPr>
              <a:spLocks noChangeShapeType="1"/>
            </p:cNvSpPr>
            <p:nvPr/>
          </p:nvSpPr>
          <p:spPr bwMode="auto">
            <a:xfrm>
              <a:off x="3794158" y="558108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20" name="Line 47"/>
            <p:cNvSpPr>
              <a:spLocks noChangeShapeType="1"/>
            </p:cNvSpPr>
            <p:nvPr/>
          </p:nvSpPr>
          <p:spPr bwMode="auto">
            <a:xfrm>
              <a:off x="3802096" y="5611245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21" name="Line 48"/>
            <p:cNvSpPr>
              <a:spLocks noChangeShapeType="1"/>
            </p:cNvSpPr>
            <p:nvPr/>
          </p:nvSpPr>
          <p:spPr bwMode="auto">
            <a:xfrm>
              <a:off x="3811621" y="5639820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22" name="Line 49"/>
            <p:cNvSpPr>
              <a:spLocks noChangeShapeType="1"/>
            </p:cNvSpPr>
            <p:nvPr/>
          </p:nvSpPr>
          <p:spPr bwMode="auto">
            <a:xfrm>
              <a:off x="3821146" y="566680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23" name="Line 50"/>
            <p:cNvSpPr>
              <a:spLocks noChangeShapeType="1"/>
            </p:cNvSpPr>
            <p:nvPr/>
          </p:nvSpPr>
          <p:spPr bwMode="auto">
            <a:xfrm>
              <a:off x="3830671" y="5690620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24" name="Line 51"/>
            <p:cNvSpPr>
              <a:spLocks noChangeShapeType="1"/>
            </p:cNvSpPr>
            <p:nvPr/>
          </p:nvSpPr>
          <p:spPr bwMode="auto">
            <a:xfrm>
              <a:off x="3840196" y="5712845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25" name="Line 52"/>
            <p:cNvSpPr>
              <a:spLocks noChangeShapeType="1"/>
            </p:cNvSpPr>
            <p:nvPr/>
          </p:nvSpPr>
          <p:spPr bwMode="auto">
            <a:xfrm>
              <a:off x="3848133" y="573030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26" name="Line 53"/>
            <p:cNvSpPr>
              <a:spLocks noChangeShapeType="1"/>
            </p:cNvSpPr>
            <p:nvPr/>
          </p:nvSpPr>
          <p:spPr bwMode="auto">
            <a:xfrm>
              <a:off x="3857658" y="5747770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27" name="Line 54"/>
            <p:cNvSpPr>
              <a:spLocks noChangeShapeType="1"/>
            </p:cNvSpPr>
            <p:nvPr/>
          </p:nvSpPr>
          <p:spPr bwMode="auto">
            <a:xfrm>
              <a:off x="3867183" y="5760470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28" name="Line 55"/>
            <p:cNvSpPr>
              <a:spLocks noChangeShapeType="1"/>
            </p:cNvSpPr>
            <p:nvPr/>
          </p:nvSpPr>
          <p:spPr bwMode="auto">
            <a:xfrm>
              <a:off x="3876708" y="5769995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29" name="Line 56"/>
            <p:cNvSpPr>
              <a:spLocks noChangeShapeType="1"/>
            </p:cNvSpPr>
            <p:nvPr/>
          </p:nvSpPr>
          <p:spPr bwMode="auto">
            <a:xfrm>
              <a:off x="3886233" y="5776345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30" name="Line 57"/>
            <p:cNvSpPr>
              <a:spLocks noChangeShapeType="1"/>
            </p:cNvSpPr>
            <p:nvPr/>
          </p:nvSpPr>
          <p:spPr bwMode="auto">
            <a:xfrm>
              <a:off x="3895758" y="5779520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31" name="Line 58"/>
            <p:cNvSpPr>
              <a:spLocks noChangeShapeType="1"/>
            </p:cNvSpPr>
            <p:nvPr/>
          </p:nvSpPr>
          <p:spPr bwMode="auto">
            <a:xfrm flipV="1">
              <a:off x="3903696" y="5776345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32" name="Line 59"/>
            <p:cNvSpPr>
              <a:spLocks noChangeShapeType="1"/>
            </p:cNvSpPr>
            <p:nvPr/>
          </p:nvSpPr>
          <p:spPr bwMode="auto">
            <a:xfrm flipV="1">
              <a:off x="3913221" y="5769995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33" name="Line 60"/>
            <p:cNvSpPr>
              <a:spLocks noChangeShapeType="1"/>
            </p:cNvSpPr>
            <p:nvPr/>
          </p:nvSpPr>
          <p:spPr bwMode="auto">
            <a:xfrm flipV="1">
              <a:off x="3922746" y="5760470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34" name="Line 61"/>
            <p:cNvSpPr>
              <a:spLocks noChangeShapeType="1"/>
            </p:cNvSpPr>
            <p:nvPr/>
          </p:nvSpPr>
          <p:spPr bwMode="auto">
            <a:xfrm flipV="1">
              <a:off x="3932271" y="5747770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35" name="Line 62"/>
            <p:cNvSpPr>
              <a:spLocks noChangeShapeType="1"/>
            </p:cNvSpPr>
            <p:nvPr/>
          </p:nvSpPr>
          <p:spPr bwMode="auto">
            <a:xfrm flipV="1">
              <a:off x="3941796" y="573030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36" name="Line 63"/>
            <p:cNvSpPr>
              <a:spLocks noChangeShapeType="1"/>
            </p:cNvSpPr>
            <p:nvPr/>
          </p:nvSpPr>
          <p:spPr bwMode="auto">
            <a:xfrm flipV="1">
              <a:off x="3951321" y="5712845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37" name="Line 64"/>
            <p:cNvSpPr>
              <a:spLocks noChangeShapeType="1"/>
            </p:cNvSpPr>
            <p:nvPr/>
          </p:nvSpPr>
          <p:spPr bwMode="auto">
            <a:xfrm flipV="1">
              <a:off x="3959258" y="5690620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38" name="Line 65"/>
            <p:cNvSpPr>
              <a:spLocks noChangeShapeType="1"/>
            </p:cNvSpPr>
            <p:nvPr/>
          </p:nvSpPr>
          <p:spPr bwMode="auto">
            <a:xfrm flipV="1">
              <a:off x="3968783" y="566680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39" name="Line 66"/>
            <p:cNvSpPr>
              <a:spLocks noChangeShapeType="1"/>
            </p:cNvSpPr>
            <p:nvPr/>
          </p:nvSpPr>
          <p:spPr bwMode="auto">
            <a:xfrm flipV="1">
              <a:off x="3978308" y="5639820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40" name="Line 67"/>
            <p:cNvSpPr>
              <a:spLocks noChangeShapeType="1"/>
            </p:cNvSpPr>
            <p:nvPr/>
          </p:nvSpPr>
          <p:spPr bwMode="auto">
            <a:xfrm flipV="1">
              <a:off x="3987833" y="5611245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41" name="Line 68"/>
            <p:cNvSpPr>
              <a:spLocks noChangeShapeType="1"/>
            </p:cNvSpPr>
            <p:nvPr/>
          </p:nvSpPr>
          <p:spPr bwMode="auto">
            <a:xfrm flipV="1">
              <a:off x="3997358" y="558108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42" name="Line 69"/>
            <p:cNvSpPr>
              <a:spLocks noChangeShapeType="1"/>
            </p:cNvSpPr>
            <p:nvPr/>
          </p:nvSpPr>
          <p:spPr bwMode="auto">
            <a:xfrm flipV="1">
              <a:off x="4005296" y="5549333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43" name="Line 70"/>
            <p:cNvSpPr>
              <a:spLocks noChangeShapeType="1"/>
            </p:cNvSpPr>
            <p:nvPr/>
          </p:nvSpPr>
          <p:spPr bwMode="auto">
            <a:xfrm flipV="1">
              <a:off x="4014821" y="55159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44" name="Line 71"/>
            <p:cNvSpPr>
              <a:spLocks noChangeShapeType="1"/>
            </p:cNvSpPr>
            <p:nvPr/>
          </p:nvSpPr>
          <p:spPr bwMode="auto">
            <a:xfrm flipV="1">
              <a:off x="4024346" y="5482658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45" name="Line 72"/>
            <p:cNvSpPr>
              <a:spLocks noChangeShapeType="1"/>
            </p:cNvSpPr>
            <p:nvPr/>
          </p:nvSpPr>
          <p:spPr bwMode="auto">
            <a:xfrm flipV="1">
              <a:off x="4033871" y="5447733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46" name="Line 73"/>
            <p:cNvSpPr>
              <a:spLocks noChangeShapeType="1"/>
            </p:cNvSpPr>
            <p:nvPr/>
          </p:nvSpPr>
          <p:spPr bwMode="auto">
            <a:xfrm flipV="1">
              <a:off x="4043396" y="54143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47" name="Line 74"/>
            <p:cNvSpPr>
              <a:spLocks noChangeShapeType="1"/>
            </p:cNvSpPr>
            <p:nvPr/>
          </p:nvSpPr>
          <p:spPr bwMode="auto">
            <a:xfrm flipV="1">
              <a:off x="4052921" y="5379470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48" name="Line 75"/>
            <p:cNvSpPr>
              <a:spLocks noChangeShapeType="1"/>
            </p:cNvSpPr>
            <p:nvPr/>
          </p:nvSpPr>
          <p:spPr bwMode="auto">
            <a:xfrm flipV="1">
              <a:off x="4060858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49" name="Line 76"/>
            <p:cNvSpPr>
              <a:spLocks noChangeShapeType="1"/>
            </p:cNvSpPr>
            <p:nvPr/>
          </p:nvSpPr>
          <p:spPr bwMode="auto">
            <a:xfrm flipV="1">
              <a:off x="4070383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50" name="Line 77"/>
            <p:cNvSpPr>
              <a:spLocks noChangeShapeType="1"/>
            </p:cNvSpPr>
            <p:nvPr/>
          </p:nvSpPr>
          <p:spPr bwMode="auto">
            <a:xfrm flipV="1">
              <a:off x="4079908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51" name="Line 78"/>
            <p:cNvSpPr>
              <a:spLocks noChangeShapeType="1"/>
            </p:cNvSpPr>
            <p:nvPr/>
          </p:nvSpPr>
          <p:spPr bwMode="auto">
            <a:xfrm flipV="1">
              <a:off x="4089433" y="524612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52" name="Line 79"/>
            <p:cNvSpPr>
              <a:spLocks noChangeShapeType="1"/>
            </p:cNvSpPr>
            <p:nvPr/>
          </p:nvSpPr>
          <p:spPr bwMode="auto">
            <a:xfrm flipV="1">
              <a:off x="4098958" y="521595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53" name="Line 80"/>
            <p:cNvSpPr>
              <a:spLocks noChangeShapeType="1"/>
            </p:cNvSpPr>
            <p:nvPr/>
          </p:nvSpPr>
          <p:spPr bwMode="auto">
            <a:xfrm flipV="1">
              <a:off x="4108483" y="5187383"/>
              <a:ext cx="7938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54" name="Line 81"/>
            <p:cNvSpPr>
              <a:spLocks noChangeShapeType="1"/>
            </p:cNvSpPr>
            <p:nvPr/>
          </p:nvSpPr>
          <p:spPr bwMode="auto">
            <a:xfrm flipV="1">
              <a:off x="4116421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55" name="Line 82"/>
            <p:cNvSpPr>
              <a:spLocks noChangeShapeType="1"/>
            </p:cNvSpPr>
            <p:nvPr/>
          </p:nvSpPr>
          <p:spPr bwMode="auto">
            <a:xfrm flipV="1">
              <a:off x="4125946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56" name="Line 83"/>
            <p:cNvSpPr>
              <a:spLocks noChangeShapeType="1"/>
            </p:cNvSpPr>
            <p:nvPr/>
          </p:nvSpPr>
          <p:spPr bwMode="auto">
            <a:xfrm flipV="1">
              <a:off x="4135471" y="5114358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57" name="Line 84"/>
            <p:cNvSpPr>
              <a:spLocks noChangeShapeType="1"/>
            </p:cNvSpPr>
            <p:nvPr/>
          </p:nvSpPr>
          <p:spPr bwMode="auto">
            <a:xfrm flipV="1">
              <a:off x="4144996" y="5095308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58" name="Line 85"/>
            <p:cNvSpPr>
              <a:spLocks noChangeShapeType="1"/>
            </p:cNvSpPr>
            <p:nvPr/>
          </p:nvSpPr>
          <p:spPr bwMode="auto">
            <a:xfrm flipV="1">
              <a:off x="4154521" y="5079433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59" name="Line 86"/>
            <p:cNvSpPr>
              <a:spLocks noChangeShapeType="1"/>
            </p:cNvSpPr>
            <p:nvPr/>
          </p:nvSpPr>
          <p:spPr bwMode="auto">
            <a:xfrm flipV="1">
              <a:off x="4162458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60" name="Line 87"/>
            <p:cNvSpPr>
              <a:spLocks noChangeShapeType="1"/>
            </p:cNvSpPr>
            <p:nvPr/>
          </p:nvSpPr>
          <p:spPr bwMode="auto">
            <a:xfrm flipV="1">
              <a:off x="4171983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61" name="Line 88"/>
            <p:cNvSpPr>
              <a:spLocks noChangeShapeType="1"/>
            </p:cNvSpPr>
            <p:nvPr/>
          </p:nvSpPr>
          <p:spPr bwMode="auto">
            <a:xfrm flipV="1">
              <a:off x="4181508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62" name="Line 89"/>
            <p:cNvSpPr>
              <a:spLocks noChangeShapeType="1"/>
            </p:cNvSpPr>
            <p:nvPr/>
          </p:nvSpPr>
          <p:spPr bwMode="auto">
            <a:xfrm flipV="1">
              <a:off x="4191033" y="5047683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63" name="Line 90"/>
            <p:cNvSpPr>
              <a:spLocks noChangeShapeType="1"/>
            </p:cNvSpPr>
            <p:nvPr/>
          </p:nvSpPr>
          <p:spPr bwMode="auto">
            <a:xfrm>
              <a:off x="4200558" y="5047683"/>
              <a:ext cx="9525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64" name="Line 91"/>
            <p:cNvSpPr>
              <a:spLocks noChangeShapeType="1"/>
            </p:cNvSpPr>
            <p:nvPr/>
          </p:nvSpPr>
          <p:spPr bwMode="auto">
            <a:xfrm>
              <a:off x="4210083" y="5047683"/>
              <a:ext cx="7938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65" name="Line 92"/>
            <p:cNvSpPr>
              <a:spLocks noChangeShapeType="1"/>
            </p:cNvSpPr>
            <p:nvPr/>
          </p:nvSpPr>
          <p:spPr bwMode="auto">
            <a:xfrm>
              <a:off x="4218021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66" name="Line 93"/>
            <p:cNvSpPr>
              <a:spLocks noChangeShapeType="1"/>
            </p:cNvSpPr>
            <p:nvPr/>
          </p:nvSpPr>
          <p:spPr bwMode="auto">
            <a:xfrm>
              <a:off x="4227546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67" name="Line 94"/>
            <p:cNvSpPr>
              <a:spLocks noChangeShapeType="1"/>
            </p:cNvSpPr>
            <p:nvPr/>
          </p:nvSpPr>
          <p:spPr bwMode="auto">
            <a:xfrm>
              <a:off x="4237071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68" name="Line 95"/>
            <p:cNvSpPr>
              <a:spLocks noChangeShapeType="1"/>
            </p:cNvSpPr>
            <p:nvPr/>
          </p:nvSpPr>
          <p:spPr bwMode="auto">
            <a:xfrm>
              <a:off x="4246596" y="5079433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69" name="Line 96"/>
            <p:cNvSpPr>
              <a:spLocks noChangeShapeType="1"/>
            </p:cNvSpPr>
            <p:nvPr/>
          </p:nvSpPr>
          <p:spPr bwMode="auto">
            <a:xfrm>
              <a:off x="4256121" y="5095308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70" name="Line 97"/>
            <p:cNvSpPr>
              <a:spLocks noChangeShapeType="1"/>
            </p:cNvSpPr>
            <p:nvPr/>
          </p:nvSpPr>
          <p:spPr bwMode="auto">
            <a:xfrm>
              <a:off x="4265646" y="5114358"/>
              <a:ext cx="7938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71" name="Line 98"/>
            <p:cNvSpPr>
              <a:spLocks noChangeShapeType="1"/>
            </p:cNvSpPr>
            <p:nvPr/>
          </p:nvSpPr>
          <p:spPr bwMode="auto">
            <a:xfrm>
              <a:off x="4273583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72" name="Line 99"/>
            <p:cNvSpPr>
              <a:spLocks noChangeShapeType="1"/>
            </p:cNvSpPr>
            <p:nvPr/>
          </p:nvSpPr>
          <p:spPr bwMode="auto">
            <a:xfrm>
              <a:off x="4283108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73" name="Line 100"/>
            <p:cNvSpPr>
              <a:spLocks noChangeShapeType="1"/>
            </p:cNvSpPr>
            <p:nvPr/>
          </p:nvSpPr>
          <p:spPr bwMode="auto">
            <a:xfrm>
              <a:off x="4292633" y="5187383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74" name="Line 101"/>
            <p:cNvSpPr>
              <a:spLocks noChangeShapeType="1"/>
            </p:cNvSpPr>
            <p:nvPr/>
          </p:nvSpPr>
          <p:spPr bwMode="auto">
            <a:xfrm>
              <a:off x="4302158" y="521595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75" name="Line 102"/>
            <p:cNvSpPr>
              <a:spLocks noChangeShapeType="1"/>
            </p:cNvSpPr>
            <p:nvPr/>
          </p:nvSpPr>
          <p:spPr bwMode="auto">
            <a:xfrm>
              <a:off x="4311683" y="5246120"/>
              <a:ext cx="7938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76" name="Line 103"/>
            <p:cNvSpPr>
              <a:spLocks noChangeShapeType="1"/>
            </p:cNvSpPr>
            <p:nvPr/>
          </p:nvSpPr>
          <p:spPr bwMode="auto">
            <a:xfrm>
              <a:off x="4319621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77" name="Line 104"/>
            <p:cNvSpPr>
              <a:spLocks noChangeShapeType="1"/>
            </p:cNvSpPr>
            <p:nvPr/>
          </p:nvSpPr>
          <p:spPr bwMode="auto">
            <a:xfrm>
              <a:off x="4329146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78" name="Line 105"/>
            <p:cNvSpPr>
              <a:spLocks noChangeShapeType="1"/>
            </p:cNvSpPr>
            <p:nvPr/>
          </p:nvSpPr>
          <p:spPr bwMode="auto">
            <a:xfrm>
              <a:off x="4338671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79" name="Line 106"/>
            <p:cNvSpPr>
              <a:spLocks noChangeShapeType="1"/>
            </p:cNvSpPr>
            <p:nvPr/>
          </p:nvSpPr>
          <p:spPr bwMode="auto">
            <a:xfrm>
              <a:off x="4348196" y="537947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80" name="Line 8"/>
            <p:cNvSpPr>
              <a:spLocks noChangeShapeType="1"/>
            </p:cNvSpPr>
            <p:nvPr/>
          </p:nvSpPr>
          <p:spPr bwMode="auto">
            <a:xfrm>
              <a:off x="4354744" y="540584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81" name="Line 9"/>
            <p:cNvSpPr>
              <a:spLocks noChangeShapeType="1"/>
            </p:cNvSpPr>
            <p:nvPr/>
          </p:nvSpPr>
          <p:spPr bwMode="auto">
            <a:xfrm>
              <a:off x="4364269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82" name="Line 10"/>
            <p:cNvSpPr>
              <a:spLocks noChangeShapeType="1"/>
            </p:cNvSpPr>
            <p:nvPr/>
          </p:nvSpPr>
          <p:spPr bwMode="auto">
            <a:xfrm>
              <a:off x="4373794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83" name="Line 11"/>
            <p:cNvSpPr>
              <a:spLocks noChangeShapeType="1"/>
            </p:cNvSpPr>
            <p:nvPr/>
          </p:nvSpPr>
          <p:spPr bwMode="auto">
            <a:xfrm>
              <a:off x="4383319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84" name="Line 12"/>
            <p:cNvSpPr>
              <a:spLocks noChangeShapeType="1"/>
            </p:cNvSpPr>
            <p:nvPr/>
          </p:nvSpPr>
          <p:spPr bwMode="auto">
            <a:xfrm>
              <a:off x="4392844" y="554236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85" name="Line 13"/>
            <p:cNvSpPr>
              <a:spLocks noChangeShapeType="1"/>
            </p:cNvSpPr>
            <p:nvPr/>
          </p:nvSpPr>
          <p:spPr bwMode="auto">
            <a:xfrm>
              <a:off x="4402369" y="557411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86" name="Line 14"/>
            <p:cNvSpPr>
              <a:spLocks noChangeShapeType="1"/>
            </p:cNvSpPr>
            <p:nvPr/>
          </p:nvSpPr>
          <p:spPr bwMode="auto">
            <a:xfrm>
              <a:off x="4410307" y="5604281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87" name="Line 15"/>
            <p:cNvSpPr>
              <a:spLocks noChangeShapeType="1"/>
            </p:cNvSpPr>
            <p:nvPr/>
          </p:nvSpPr>
          <p:spPr bwMode="auto">
            <a:xfrm>
              <a:off x="4419832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88" name="Line 16"/>
            <p:cNvSpPr>
              <a:spLocks noChangeShapeType="1"/>
            </p:cNvSpPr>
            <p:nvPr/>
          </p:nvSpPr>
          <p:spPr bwMode="auto">
            <a:xfrm>
              <a:off x="4429357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89" name="Line 17"/>
            <p:cNvSpPr>
              <a:spLocks noChangeShapeType="1"/>
            </p:cNvSpPr>
            <p:nvPr/>
          </p:nvSpPr>
          <p:spPr bwMode="auto">
            <a:xfrm>
              <a:off x="4438882" y="5683656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90" name="Line 18"/>
            <p:cNvSpPr>
              <a:spLocks noChangeShapeType="1"/>
            </p:cNvSpPr>
            <p:nvPr/>
          </p:nvSpPr>
          <p:spPr bwMode="auto">
            <a:xfrm>
              <a:off x="4448407" y="5705881"/>
              <a:ext cx="7938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91" name="Line 19"/>
            <p:cNvSpPr>
              <a:spLocks noChangeShapeType="1"/>
            </p:cNvSpPr>
            <p:nvPr/>
          </p:nvSpPr>
          <p:spPr bwMode="auto">
            <a:xfrm>
              <a:off x="4456344" y="5724931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92" name="Line 20"/>
            <p:cNvSpPr>
              <a:spLocks noChangeShapeType="1"/>
            </p:cNvSpPr>
            <p:nvPr/>
          </p:nvSpPr>
          <p:spPr bwMode="auto">
            <a:xfrm>
              <a:off x="4465869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93" name="Line 21"/>
            <p:cNvSpPr>
              <a:spLocks noChangeShapeType="1"/>
            </p:cNvSpPr>
            <p:nvPr/>
          </p:nvSpPr>
          <p:spPr bwMode="auto">
            <a:xfrm>
              <a:off x="4475394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94" name="Line 22"/>
            <p:cNvSpPr>
              <a:spLocks noChangeShapeType="1"/>
            </p:cNvSpPr>
            <p:nvPr/>
          </p:nvSpPr>
          <p:spPr bwMode="auto">
            <a:xfrm>
              <a:off x="4484919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95" name="Line 23"/>
            <p:cNvSpPr>
              <a:spLocks noChangeShapeType="1"/>
            </p:cNvSpPr>
            <p:nvPr/>
          </p:nvSpPr>
          <p:spPr bwMode="auto">
            <a:xfrm>
              <a:off x="4494444" y="5769381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96" name="Line 24"/>
            <p:cNvSpPr>
              <a:spLocks noChangeShapeType="1"/>
            </p:cNvSpPr>
            <p:nvPr/>
          </p:nvSpPr>
          <p:spPr bwMode="auto">
            <a:xfrm flipV="1">
              <a:off x="4503969" y="5770968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97" name="Line 25"/>
            <p:cNvSpPr>
              <a:spLocks noChangeShapeType="1"/>
            </p:cNvSpPr>
            <p:nvPr/>
          </p:nvSpPr>
          <p:spPr bwMode="auto">
            <a:xfrm flipV="1">
              <a:off x="4511907" y="5769381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98" name="Line 26"/>
            <p:cNvSpPr>
              <a:spLocks noChangeShapeType="1"/>
            </p:cNvSpPr>
            <p:nvPr/>
          </p:nvSpPr>
          <p:spPr bwMode="auto">
            <a:xfrm flipV="1">
              <a:off x="4521432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599" name="Line 27"/>
            <p:cNvSpPr>
              <a:spLocks noChangeShapeType="1"/>
            </p:cNvSpPr>
            <p:nvPr/>
          </p:nvSpPr>
          <p:spPr bwMode="auto">
            <a:xfrm flipV="1">
              <a:off x="4530957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00" name="Line 28"/>
            <p:cNvSpPr>
              <a:spLocks noChangeShapeType="1"/>
            </p:cNvSpPr>
            <p:nvPr/>
          </p:nvSpPr>
          <p:spPr bwMode="auto">
            <a:xfrm flipV="1">
              <a:off x="4540482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01" name="Line 29"/>
            <p:cNvSpPr>
              <a:spLocks noChangeShapeType="1"/>
            </p:cNvSpPr>
            <p:nvPr/>
          </p:nvSpPr>
          <p:spPr bwMode="auto">
            <a:xfrm flipV="1">
              <a:off x="4550007" y="5724931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02" name="Line 30"/>
            <p:cNvSpPr>
              <a:spLocks noChangeShapeType="1"/>
            </p:cNvSpPr>
            <p:nvPr/>
          </p:nvSpPr>
          <p:spPr bwMode="auto">
            <a:xfrm flipV="1">
              <a:off x="4557944" y="5705881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03" name="Line 31"/>
            <p:cNvSpPr>
              <a:spLocks noChangeShapeType="1"/>
            </p:cNvSpPr>
            <p:nvPr/>
          </p:nvSpPr>
          <p:spPr bwMode="auto">
            <a:xfrm flipV="1">
              <a:off x="4567469" y="5683656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04" name="Line 32"/>
            <p:cNvSpPr>
              <a:spLocks noChangeShapeType="1"/>
            </p:cNvSpPr>
            <p:nvPr/>
          </p:nvSpPr>
          <p:spPr bwMode="auto">
            <a:xfrm flipV="1">
              <a:off x="4576994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05" name="Line 33"/>
            <p:cNvSpPr>
              <a:spLocks noChangeShapeType="1"/>
            </p:cNvSpPr>
            <p:nvPr/>
          </p:nvSpPr>
          <p:spPr bwMode="auto">
            <a:xfrm flipV="1">
              <a:off x="4586519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06" name="Line 34"/>
            <p:cNvSpPr>
              <a:spLocks noChangeShapeType="1"/>
            </p:cNvSpPr>
            <p:nvPr/>
          </p:nvSpPr>
          <p:spPr bwMode="auto">
            <a:xfrm flipV="1">
              <a:off x="4596044" y="5604281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07" name="Line 35"/>
            <p:cNvSpPr>
              <a:spLocks noChangeShapeType="1"/>
            </p:cNvSpPr>
            <p:nvPr/>
          </p:nvSpPr>
          <p:spPr bwMode="auto">
            <a:xfrm flipV="1">
              <a:off x="4605569" y="557411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08" name="Line 36"/>
            <p:cNvSpPr>
              <a:spLocks noChangeShapeType="1"/>
            </p:cNvSpPr>
            <p:nvPr/>
          </p:nvSpPr>
          <p:spPr bwMode="auto">
            <a:xfrm flipV="1">
              <a:off x="4613507" y="554236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09" name="Line 37"/>
            <p:cNvSpPr>
              <a:spLocks noChangeShapeType="1"/>
            </p:cNvSpPr>
            <p:nvPr/>
          </p:nvSpPr>
          <p:spPr bwMode="auto">
            <a:xfrm flipV="1">
              <a:off x="4623032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10" name="Line 38"/>
            <p:cNvSpPr>
              <a:spLocks noChangeShapeType="1"/>
            </p:cNvSpPr>
            <p:nvPr/>
          </p:nvSpPr>
          <p:spPr bwMode="auto">
            <a:xfrm flipV="1">
              <a:off x="4632557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11" name="Line 39"/>
            <p:cNvSpPr>
              <a:spLocks noChangeShapeType="1"/>
            </p:cNvSpPr>
            <p:nvPr/>
          </p:nvSpPr>
          <p:spPr bwMode="auto">
            <a:xfrm flipV="1">
              <a:off x="4642082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12" name="Line 40"/>
            <p:cNvSpPr>
              <a:spLocks noChangeShapeType="1"/>
            </p:cNvSpPr>
            <p:nvPr/>
          </p:nvSpPr>
          <p:spPr bwMode="auto">
            <a:xfrm flipV="1">
              <a:off x="4651607" y="5405844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13" name="Line 41"/>
            <p:cNvSpPr>
              <a:spLocks noChangeShapeType="1"/>
            </p:cNvSpPr>
            <p:nvPr/>
          </p:nvSpPr>
          <p:spPr bwMode="auto">
            <a:xfrm flipV="1">
              <a:off x="4659544" y="53725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14" name="Line 42"/>
            <p:cNvSpPr>
              <a:spLocks noChangeShapeType="1"/>
            </p:cNvSpPr>
            <p:nvPr/>
          </p:nvSpPr>
          <p:spPr bwMode="auto">
            <a:xfrm flipV="1">
              <a:off x="4669069" y="5337581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15" name="Line 43"/>
            <p:cNvSpPr>
              <a:spLocks noChangeShapeType="1"/>
            </p:cNvSpPr>
            <p:nvPr/>
          </p:nvSpPr>
          <p:spPr bwMode="auto">
            <a:xfrm flipV="1">
              <a:off x="4678594" y="5304243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16" name="Line 44"/>
            <p:cNvSpPr>
              <a:spLocks noChangeShapeType="1"/>
            </p:cNvSpPr>
            <p:nvPr/>
          </p:nvSpPr>
          <p:spPr bwMode="auto">
            <a:xfrm flipV="1">
              <a:off x="4688119" y="52709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17" name="Line 45"/>
            <p:cNvSpPr>
              <a:spLocks noChangeShapeType="1"/>
            </p:cNvSpPr>
            <p:nvPr/>
          </p:nvSpPr>
          <p:spPr bwMode="auto">
            <a:xfrm flipV="1">
              <a:off x="4697644" y="5239156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18" name="Line 46"/>
            <p:cNvSpPr>
              <a:spLocks noChangeShapeType="1"/>
            </p:cNvSpPr>
            <p:nvPr/>
          </p:nvSpPr>
          <p:spPr bwMode="auto">
            <a:xfrm flipV="1">
              <a:off x="4707169" y="520899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19" name="Line 47"/>
            <p:cNvSpPr>
              <a:spLocks noChangeShapeType="1"/>
            </p:cNvSpPr>
            <p:nvPr/>
          </p:nvSpPr>
          <p:spPr bwMode="auto">
            <a:xfrm flipV="1">
              <a:off x="4715107" y="5180419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20" name="Line 48"/>
            <p:cNvSpPr>
              <a:spLocks noChangeShapeType="1"/>
            </p:cNvSpPr>
            <p:nvPr/>
          </p:nvSpPr>
          <p:spPr bwMode="auto">
            <a:xfrm flipV="1">
              <a:off x="4724632" y="5153431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21" name="Line 49"/>
            <p:cNvSpPr>
              <a:spLocks noChangeShapeType="1"/>
            </p:cNvSpPr>
            <p:nvPr/>
          </p:nvSpPr>
          <p:spPr bwMode="auto">
            <a:xfrm flipV="1">
              <a:off x="4734157" y="512961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22" name="Line 50"/>
            <p:cNvSpPr>
              <a:spLocks noChangeShapeType="1"/>
            </p:cNvSpPr>
            <p:nvPr/>
          </p:nvSpPr>
          <p:spPr bwMode="auto">
            <a:xfrm flipV="1">
              <a:off x="4743682" y="5107394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23" name="Line 51"/>
            <p:cNvSpPr>
              <a:spLocks noChangeShapeType="1"/>
            </p:cNvSpPr>
            <p:nvPr/>
          </p:nvSpPr>
          <p:spPr bwMode="auto">
            <a:xfrm flipV="1">
              <a:off x="4753207" y="5089931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24" name="Line 52"/>
            <p:cNvSpPr>
              <a:spLocks noChangeShapeType="1"/>
            </p:cNvSpPr>
            <p:nvPr/>
          </p:nvSpPr>
          <p:spPr bwMode="auto">
            <a:xfrm flipV="1">
              <a:off x="4761144" y="507246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25" name="Line 53"/>
            <p:cNvSpPr>
              <a:spLocks noChangeShapeType="1"/>
            </p:cNvSpPr>
            <p:nvPr/>
          </p:nvSpPr>
          <p:spPr bwMode="auto">
            <a:xfrm flipV="1">
              <a:off x="4770669" y="5059769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26" name="Line 54"/>
            <p:cNvSpPr>
              <a:spLocks noChangeShapeType="1"/>
            </p:cNvSpPr>
            <p:nvPr/>
          </p:nvSpPr>
          <p:spPr bwMode="auto">
            <a:xfrm flipV="1">
              <a:off x="4780194" y="5050244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27" name="Line 55"/>
            <p:cNvSpPr>
              <a:spLocks noChangeShapeType="1"/>
            </p:cNvSpPr>
            <p:nvPr/>
          </p:nvSpPr>
          <p:spPr bwMode="auto">
            <a:xfrm flipV="1">
              <a:off x="4789719" y="5043894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28" name="Line 56"/>
            <p:cNvSpPr>
              <a:spLocks noChangeShapeType="1"/>
            </p:cNvSpPr>
            <p:nvPr/>
          </p:nvSpPr>
          <p:spPr bwMode="auto">
            <a:xfrm flipV="1">
              <a:off x="4799244" y="5040719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29" name="Line 57"/>
            <p:cNvSpPr>
              <a:spLocks noChangeShapeType="1"/>
            </p:cNvSpPr>
            <p:nvPr/>
          </p:nvSpPr>
          <p:spPr bwMode="auto">
            <a:xfrm flipV="1">
              <a:off x="4808769" y="5039131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30" name="Line 58"/>
            <p:cNvSpPr>
              <a:spLocks noChangeShapeType="1"/>
            </p:cNvSpPr>
            <p:nvPr/>
          </p:nvSpPr>
          <p:spPr bwMode="auto">
            <a:xfrm>
              <a:off x="4816707" y="5040719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31" name="Line 59"/>
            <p:cNvSpPr>
              <a:spLocks noChangeShapeType="1"/>
            </p:cNvSpPr>
            <p:nvPr/>
          </p:nvSpPr>
          <p:spPr bwMode="auto">
            <a:xfrm>
              <a:off x="4826232" y="5043894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32" name="Line 60"/>
            <p:cNvSpPr>
              <a:spLocks noChangeShapeType="1"/>
            </p:cNvSpPr>
            <p:nvPr/>
          </p:nvSpPr>
          <p:spPr bwMode="auto">
            <a:xfrm>
              <a:off x="4835757" y="5050244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33" name="Line 61"/>
            <p:cNvSpPr>
              <a:spLocks noChangeShapeType="1"/>
            </p:cNvSpPr>
            <p:nvPr/>
          </p:nvSpPr>
          <p:spPr bwMode="auto">
            <a:xfrm>
              <a:off x="4845282" y="5059769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34" name="Line 62"/>
            <p:cNvSpPr>
              <a:spLocks noChangeShapeType="1"/>
            </p:cNvSpPr>
            <p:nvPr/>
          </p:nvSpPr>
          <p:spPr bwMode="auto">
            <a:xfrm>
              <a:off x="4854807" y="507246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35" name="Line 63"/>
            <p:cNvSpPr>
              <a:spLocks noChangeShapeType="1"/>
            </p:cNvSpPr>
            <p:nvPr/>
          </p:nvSpPr>
          <p:spPr bwMode="auto">
            <a:xfrm>
              <a:off x="4864332" y="5089931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36" name="Line 64"/>
            <p:cNvSpPr>
              <a:spLocks noChangeShapeType="1"/>
            </p:cNvSpPr>
            <p:nvPr/>
          </p:nvSpPr>
          <p:spPr bwMode="auto">
            <a:xfrm>
              <a:off x="4872269" y="5107394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37" name="Line 65"/>
            <p:cNvSpPr>
              <a:spLocks noChangeShapeType="1"/>
            </p:cNvSpPr>
            <p:nvPr/>
          </p:nvSpPr>
          <p:spPr bwMode="auto">
            <a:xfrm>
              <a:off x="4881794" y="512961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38" name="Line 66"/>
            <p:cNvSpPr>
              <a:spLocks noChangeShapeType="1"/>
            </p:cNvSpPr>
            <p:nvPr/>
          </p:nvSpPr>
          <p:spPr bwMode="auto">
            <a:xfrm>
              <a:off x="4891319" y="5153431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39" name="Line 67"/>
            <p:cNvSpPr>
              <a:spLocks noChangeShapeType="1"/>
            </p:cNvSpPr>
            <p:nvPr/>
          </p:nvSpPr>
          <p:spPr bwMode="auto">
            <a:xfrm>
              <a:off x="4900844" y="5180419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40" name="Line 68"/>
            <p:cNvSpPr>
              <a:spLocks noChangeShapeType="1"/>
            </p:cNvSpPr>
            <p:nvPr/>
          </p:nvSpPr>
          <p:spPr bwMode="auto">
            <a:xfrm>
              <a:off x="4910369" y="520899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41" name="Line 69"/>
            <p:cNvSpPr>
              <a:spLocks noChangeShapeType="1"/>
            </p:cNvSpPr>
            <p:nvPr/>
          </p:nvSpPr>
          <p:spPr bwMode="auto">
            <a:xfrm>
              <a:off x="4918307" y="5239156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42" name="Line 70"/>
            <p:cNvSpPr>
              <a:spLocks noChangeShapeType="1"/>
            </p:cNvSpPr>
            <p:nvPr/>
          </p:nvSpPr>
          <p:spPr bwMode="auto">
            <a:xfrm>
              <a:off x="4927832" y="52709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43" name="Line 71"/>
            <p:cNvSpPr>
              <a:spLocks noChangeShapeType="1"/>
            </p:cNvSpPr>
            <p:nvPr/>
          </p:nvSpPr>
          <p:spPr bwMode="auto">
            <a:xfrm>
              <a:off x="4937357" y="5304243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44" name="Line 72"/>
            <p:cNvSpPr>
              <a:spLocks noChangeShapeType="1"/>
            </p:cNvSpPr>
            <p:nvPr/>
          </p:nvSpPr>
          <p:spPr bwMode="auto">
            <a:xfrm>
              <a:off x="4946882" y="5337581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45" name="Line 73"/>
            <p:cNvSpPr>
              <a:spLocks noChangeShapeType="1"/>
            </p:cNvSpPr>
            <p:nvPr/>
          </p:nvSpPr>
          <p:spPr bwMode="auto">
            <a:xfrm>
              <a:off x="4956407" y="53725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46" name="Line 74"/>
            <p:cNvSpPr>
              <a:spLocks noChangeShapeType="1"/>
            </p:cNvSpPr>
            <p:nvPr/>
          </p:nvSpPr>
          <p:spPr bwMode="auto">
            <a:xfrm>
              <a:off x="4965932" y="5405844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47" name="Line 75"/>
            <p:cNvSpPr>
              <a:spLocks noChangeShapeType="1"/>
            </p:cNvSpPr>
            <p:nvPr/>
          </p:nvSpPr>
          <p:spPr bwMode="auto">
            <a:xfrm>
              <a:off x="4973869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48" name="Line 76"/>
            <p:cNvSpPr>
              <a:spLocks noChangeShapeType="1"/>
            </p:cNvSpPr>
            <p:nvPr/>
          </p:nvSpPr>
          <p:spPr bwMode="auto">
            <a:xfrm>
              <a:off x="4983394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49" name="Line 77"/>
            <p:cNvSpPr>
              <a:spLocks noChangeShapeType="1"/>
            </p:cNvSpPr>
            <p:nvPr/>
          </p:nvSpPr>
          <p:spPr bwMode="auto">
            <a:xfrm>
              <a:off x="4992919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50" name="Line 78"/>
            <p:cNvSpPr>
              <a:spLocks noChangeShapeType="1"/>
            </p:cNvSpPr>
            <p:nvPr/>
          </p:nvSpPr>
          <p:spPr bwMode="auto">
            <a:xfrm>
              <a:off x="5002444" y="554236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51" name="Line 79"/>
            <p:cNvSpPr>
              <a:spLocks noChangeShapeType="1"/>
            </p:cNvSpPr>
            <p:nvPr/>
          </p:nvSpPr>
          <p:spPr bwMode="auto">
            <a:xfrm>
              <a:off x="5011969" y="557411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52" name="Line 80"/>
            <p:cNvSpPr>
              <a:spLocks noChangeShapeType="1"/>
            </p:cNvSpPr>
            <p:nvPr/>
          </p:nvSpPr>
          <p:spPr bwMode="auto">
            <a:xfrm>
              <a:off x="5021494" y="5604281"/>
              <a:ext cx="7938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53" name="Line 81"/>
            <p:cNvSpPr>
              <a:spLocks noChangeShapeType="1"/>
            </p:cNvSpPr>
            <p:nvPr/>
          </p:nvSpPr>
          <p:spPr bwMode="auto">
            <a:xfrm>
              <a:off x="5029432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54" name="Line 82"/>
            <p:cNvSpPr>
              <a:spLocks noChangeShapeType="1"/>
            </p:cNvSpPr>
            <p:nvPr/>
          </p:nvSpPr>
          <p:spPr bwMode="auto">
            <a:xfrm>
              <a:off x="5038957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55" name="Line 83"/>
            <p:cNvSpPr>
              <a:spLocks noChangeShapeType="1"/>
            </p:cNvSpPr>
            <p:nvPr/>
          </p:nvSpPr>
          <p:spPr bwMode="auto">
            <a:xfrm>
              <a:off x="5048482" y="5683656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56" name="Line 84"/>
            <p:cNvSpPr>
              <a:spLocks noChangeShapeType="1"/>
            </p:cNvSpPr>
            <p:nvPr/>
          </p:nvSpPr>
          <p:spPr bwMode="auto">
            <a:xfrm>
              <a:off x="5058007" y="5705881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57" name="Line 85"/>
            <p:cNvSpPr>
              <a:spLocks noChangeShapeType="1"/>
            </p:cNvSpPr>
            <p:nvPr/>
          </p:nvSpPr>
          <p:spPr bwMode="auto">
            <a:xfrm>
              <a:off x="5067532" y="5724931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58" name="Line 86"/>
            <p:cNvSpPr>
              <a:spLocks noChangeShapeType="1"/>
            </p:cNvSpPr>
            <p:nvPr/>
          </p:nvSpPr>
          <p:spPr bwMode="auto">
            <a:xfrm>
              <a:off x="5075469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59" name="Line 87"/>
            <p:cNvSpPr>
              <a:spLocks noChangeShapeType="1"/>
            </p:cNvSpPr>
            <p:nvPr/>
          </p:nvSpPr>
          <p:spPr bwMode="auto">
            <a:xfrm>
              <a:off x="5084994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60" name="Line 88"/>
            <p:cNvSpPr>
              <a:spLocks noChangeShapeType="1"/>
            </p:cNvSpPr>
            <p:nvPr/>
          </p:nvSpPr>
          <p:spPr bwMode="auto">
            <a:xfrm>
              <a:off x="5094519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61" name="Line 89"/>
            <p:cNvSpPr>
              <a:spLocks noChangeShapeType="1"/>
            </p:cNvSpPr>
            <p:nvPr/>
          </p:nvSpPr>
          <p:spPr bwMode="auto">
            <a:xfrm>
              <a:off x="5104044" y="5769381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62" name="Line 90"/>
            <p:cNvSpPr>
              <a:spLocks noChangeShapeType="1"/>
            </p:cNvSpPr>
            <p:nvPr/>
          </p:nvSpPr>
          <p:spPr bwMode="auto">
            <a:xfrm flipV="1">
              <a:off x="5113569" y="5770968"/>
              <a:ext cx="9525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63" name="Line 91"/>
            <p:cNvSpPr>
              <a:spLocks noChangeShapeType="1"/>
            </p:cNvSpPr>
            <p:nvPr/>
          </p:nvSpPr>
          <p:spPr bwMode="auto">
            <a:xfrm flipV="1">
              <a:off x="5123094" y="5769381"/>
              <a:ext cx="7938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64" name="Line 92"/>
            <p:cNvSpPr>
              <a:spLocks noChangeShapeType="1"/>
            </p:cNvSpPr>
            <p:nvPr/>
          </p:nvSpPr>
          <p:spPr bwMode="auto">
            <a:xfrm flipV="1">
              <a:off x="5131032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65" name="Line 93"/>
            <p:cNvSpPr>
              <a:spLocks noChangeShapeType="1"/>
            </p:cNvSpPr>
            <p:nvPr/>
          </p:nvSpPr>
          <p:spPr bwMode="auto">
            <a:xfrm flipV="1">
              <a:off x="5140557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66" name="Line 94"/>
            <p:cNvSpPr>
              <a:spLocks noChangeShapeType="1"/>
            </p:cNvSpPr>
            <p:nvPr/>
          </p:nvSpPr>
          <p:spPr bwMode="auto">
            <a:xfrm flipV="1">
              <a:off x="5150082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67" name="Line 95"/>
            <p:cNvSpPr>
              <a:spLocks noChangeShapeType="1"/>
            </p:cNvSpPr>
            <p:nvPr/>
          </p:nvSpPr>
          <p:spPr bwMode="auto">
            <a:xfrm flipV="1">
              <a:off x="5159607" y="5724931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68" name="Line 96"/>
            <p:cNvSpPr>
              <a:spLocks noChangeShapeType="1"/>
            </p:cNvSpPr>
            <p:nvPr/>
          </p:nvSpPr>
          <p:spPr bwMode="auto">
            <a:xfrm flipV="1">
              <a:off x="5169132" y="5705881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69" name="Line 97"/>
            <p:cNvSpPr>
              <a:spLocks noChangeShapeType="1"/>
            </p:cNvSpPr>
            <p:nvPr/>
          </p:nvSpPr>
          <p:spPr bwMode="auto">
            <a:xfrm flipV="1">
              <a:off x="5178657" y="5683656"/>
              <a:ext cx="7938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70" name="Line 98"/>
            <p:cNvSpPr>
              <a:spLocks noChangeShapeType="1"/>
            </p:cNvSpPr>
            <p:nvPr/>
          </p:nvSpPr>
          <p:spPr bwMode="auto">
            <a:xfrm flipV="1">
              <a:off x="5186594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71" name="Line 99"/>
            <p:cNvSpPr>
              <a:spLocks noChangeShapeType="1"/>
            </p:cNvSpPr>
            <p:nvPr/>
          </p:nvSpPr>
          <p:spPr bwMode="auto">
            <a:xfrm flipV="1">
              <a:off x="5196119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72" name="Line 100"/>
            <p:cNvSpPr>
              <a:spLocks noChangeShapeType="1"/>
            </p:cNvSpPr>
            <p:nvPr/>
          </p:nvSpPr>
          <p:spPr bwMode="auto">
            <a:xfrm flipV="1">
              <a:off x="5205644" y="5604281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73" name="Line 101"/>
            <p:cNvSpPr>
              <a:spLocks noChangeShapeType="1"/>
            </p:cNvSpPr>
            <p:nvPr/>
          </p:nvSpPr>
          <p:spPr bwMode="auto">
            <a:xfrm flipV="1">
              <a:off x="5215169" y="557411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74" name="Line 102"/>
            <p:cNvSpPr>
              <a:spLocks noChangeShapeType="1"/>
            </p:cNvSpPr>
            <p:nvPr/>
          </p:nvSpPr>
          <p:spPr bwMode="auto">
            <a:xfrm flipV="1">
              <a:off x="5224694" y="5542369"/>
              <a:ext cx="7938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75" name="Line 103"/>
            <p:cNvSpPr>
              <a:spLocks noChangeShapeType="1"/>
            </p:cNvSpPr>
            <p:nvPr/>
          </p:nvSpPr>
          <p:spPr bwMode="auto">
            <a:xfrm flipV="1">
              <a:off x="5232632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76" name="Line 104"/>
            <p:cNvSpPr>
              <a:spLocks noChangeShapeType="1"/>
            </p:cNvSpPr>
            <p:nvPr/>
          </p:nvSpPr>
          <p:spPr bwMode="auto">
            <a:xfrm flipV="1">
              <a:off x="5242157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77" name="Line 105"/>
            <p:cNvSpPr>
              <a:spLocks noChangeShapeType="1"/>
            </p:cNvSpPr>
            <p:nvPr/>
          </p:nvSpPr>
          <p:spPr bwMode="auto">
            <a:xfrm flipV="1">
              <a:off x="5251682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78" name="Line 106"/>
            <p:cNvSpPr>
              <a:spLocks noChangeShapeType="1"/>
            </p:cNvSpPr>
            <p:nvPr/>
          </p:nvSpPr>
          <p:spPr bwMode="auto">
            <a:xfrm flipV="1">
              <a:off x="5261207" y="540584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679" name="Line 135"/>
            <p:cNvSpPr>
              <a:spLocks noChangeShapeType="1"/>
            </p:cNvSpPr>
            <p:nvPr/>
          </p:nvSpPr>
          <p:spPr bwMode="auto">
            <a:xfrm>
              <a:off x="4648432" y="5364568"/>
              <a:ext cx="3175" cy="79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1951"/>
          <p:cNvGrpSpPr>
            <a:grpSpLocks/>
          </p:cNvGrpSpPr>
          <p:nvPr/>
        </p:nvGrpSpPr>
        <p:grpSpPr bwMode="auto">
          <a:xfrm>
            <a:off x="4227513" y="4016375"/>
            <a:ext cx="1828800" cy="279400"/>
            <a:chOff x="3441733" y="5039131"/>
            <a:chExt cx="1828999" cy="741977"/>
          </a:xfrm>
        </p:grpSpPr>
        <p:sp>
          <p:nvSpPr>
            <p:cNvPr id="636282" name="Line 8"/>
            <p:cNvSpPr>
              <a:spLocks noChangeShapeType="1"/>
            </p:cNvSpPr>
            <p:nvPr/>
          </p:nvSpPr>
          <p:spPr bwMode="auto">
            <a:xfrm flipV="1">
              <a:off x="3441733" y="537947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83" name="Line 9"/>
            <p:cNvSpPr>
              <a:spLocks noChangeShapeType="1"/>
            </p:cNvSpPr>
            <p:nvPr/>
          </p:nvSpPr>
          <p:spPr bwMode="auto">
            <a:xfrm flipV="1">
              <a:off x="3451258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84" name="Line 10"/>
            <p:cNvSpPr>
              <a:spLocks noChangeShapeType="1"/>
            </p:cNvSpPr>
            <p:nvPr/>
          </p:nvSpPr>
          <p:spPr bwMode="auto">
            <a:xfrm flipV="1">
              <a:off x="3460783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85" name="Line 11"/>
            <p:cNvSpPr>
              <a:spLocks noChangeShapeType="1"/>
            </p:cNvSpPr>
            <p:nvPr/>
          </p:nvSpPr>
          <p:spPr bwMode="auto">
            <a:xfrm flipV="1">
              <a:off x="3470308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86" name="Line 12"/>
            <p:cNvSpPr>
              <a:spLocks noChangeShapeType="1"/>
            </p:cNvSpPr>
            <p:nvPr/>
          </p:nvSpPr>
          <p:spPr bwMode="auto">
            <a:xfrm flipV="1">
              <a:off x="3479833" y="524612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87" name="Line 13"/>
            <p:cNvSpPr>
              <a:spLocks noChangeShapeType="1"/>
            </p:cNvSpPr>
            <p:nvPr/>
          </p:nvSpPr>
          <p:spPr bwMode="auto">
            <a:xfrm flipV="1">
              <a:off x="3489358" y="521595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88" name="Line 14"/>
            <p:cNvSpPr>
              <a:spLocks noChangeShapeType="1"/>
            </p:cNvSpPr>
            <p:nvPr/>
          </p:nvSpPr>
          <p:spPr bwMode="auto">
            <a:xfrm flipV="1">
              <a:off x="3497296" y="5187383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89" name="Line 15"/>
            <p:cNvSpPr>
              <a:spLocks noChangeShapeType="1"/>
            </p:cNvSpPr>
            <p:nvPr/>
          </p:nvSpPr>
          <p:spPr bwMode="auto">
            <a:xfrm flipV="1">
              <a:off x="3506821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90" name="Line 16"/>
            <p:cNvSpPr>
              <a:spLocks noChangeShapeType="1"/>
            </p:cNvSpPr>
            <p:nvPr/>
          </p:nvSpPr>
          <p:spPr bwMode="auto">
            <a:xfrm flipV="1">
              <a:off x="3516346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91" name="Line 17"/>
            <p:cNvSpPr>
              <a:spLocks noChangeShapeType="1"/>
            </p:cNvSpPr>
            <p:nvPr/>
          </p:nvSpPr>
          <p:spPr bwMode="auto">
            <a:xfrm flipV="1">
              <a:off x="3525871" y="5114358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92" name="Line 18"/>
            <p:cNvSpPr>
              <a:spLocks noChangeShapeType="1"/>
            </p:cNvSpPr>
            <p:nvPr/>
          </p:nvSpPr>
          <p:spPr bwMode="auto">
            <a:xfrm flipV="1">
              <a:off x="3535396" y="5095308"/>
              <a:ext cx="7938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93" name="Line 19"/>
            <p:cNvSpPr>
              <a:spLocks noChangeShapeType="1"/>
            </p:cNvSpPr>
            <p:nvPr/>
          </p:nvSpPr>
          <p:spPr bwMode="auto">
            <a:xfrm flipV="1">
              <a:off x="3543333" y="5079433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94" name="Line 20"/>
            <p:cNvSpPr>
              <a:spLocks noChangeShapeType="1"/>
            </p:cNvSpPr>
            <p:nvPr/>
          </p:nvSpPr>
          <p:spPr bwMode="auto">
            <a:xfrm flipV="1">
              <a:off x="3552858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95" name="Line 21"/>
            <p:cNvSpPr>
              <a:spLocks noChangeShapeType="1"/>
            </p:cNvSpPr>
            <p:nvPr/>
          </p:nvSpPr>
          <p:spPr bwMode="auto">
            <a:xfrm flipV="1">
              <a:off x="3562383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96" name="Line 22"/>
            <p:cNvSpPr>
              <a:spLocks noChangeShapeType="1"/>
            </p:cNvSpPr>
            <p:nvPr/>
          </p:nvSpPr>
          <p:spPr bwMode="auto">
            <a:xfrm flipV="1">
              <a:off x="3571908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97" name="Line 23"/>
            <p:cNvSpPr>
              <a:spLocks noChangeShapeType="1"/>
            </p:cNvSpPr>
            <p:nvPr/>
          </p:nvSpPr>
          <p:spPr bwMode="auto">
            <a:xfrm flipV="1">
              <a:off x="3581433" y="5047683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98" name="Line 24"/>
            <p:cNvSpPr>
              <a:spLocks noChangeShapeType="1"/>
            </p:cNvSpPr>
            <p:nvPr/>
          </p:nvSpPr>
          <p:spPr bwMode="auto">
            <a:xfrm>
              <a:off x="3590958" y="5047683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99" name="Line 25"/>
            <p:cNvSpPr>
              <a:spLocks noChangeShapeType="1"/>
            </p:cNvSpPr>
            <p:nvPr/>
          </p:nvSpPr>
          <p:spPr bwMode="auto">
            <a:xfrm>
              <a:off x="3598896" y="5047683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00" name="Line 26"/>
            <p:cNvSpPr>
              <a:spLocks noChangeShapeType="1"/>
            </p:cNvSpPr>
            <p:nvPr/>
          </p:nvSpPr>
          <p:spPr bwMode="auto">
            <a:xfrm>
              <a:off x="3608421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01" name="Line 27"/>
            <p:cNvSpPr>
              <a:spLocks noChangeShapeType="1"/>
            </p:cNvSpPr>
            <p:nvPr/>
          </p:nvSpPr>
          <p:spPr bwMode="auto">
            <a:xfrm>
              <a:off x="3617946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02" name="Line 28"/>
            <p:cNvSpPr>
              <a:spLocks noChangeShapeType="1"/>
            </p:cNvSpPr>
            <p:nvPr/>
          </p:nvSpPr>
          <p:spPr bwMode="auto">
            <a:xfrm>
              <a:off x="3627471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03" name="Line 29"/>
            <p:cNvSpPr>
              <a:spLocks noChangeShapeType="1"/>
            </p:cNvSpPr>
            <p:nvPr/>
          </p:nvSpPr>
          <p:spPr bwMode="auto">
            <a:xfrm>
              <a:off x="3636996" y="5079433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04" name="Line 30"/>
            <p:cNvSpPr>
              <a:spLocks noChangeShapeType="1"/>
            </p:cNvSpPr>
            <p:nvPr/>
          </p:nvSpPr>
          <p:spPr bwMode="auto">
            <a:xfrm>
              <a:off x="3644933" y="5095308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05" name="Line 31"/>
            <p:cNvSpPr>
              <a:spLocks noChangeShapeType="1"/>
            </p:cNvSpPr>
            <p:nvPr/>
          </p:nvSpPr>
          <p:spPr bwMode="auto">
            <a:xfrm>
              <a:off x="3654458" y="5114358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06" name="Line 32"/>
            <p:cNvSpPr>
              <a:spLocks noChangeShapeType="1"/>
            </p:cNvSpPr>
            <p:nvPr/>
          </p:nvSpPr>
          <p:spPr bwMode="auto">
            <a:xfrm>
              <a:off x="3663983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07" name="Line 33"/>
            <p:cNvSpPr>
              <a:spLocks noChangeShapeType="1"/>
            </p:cNvSpPr>
            <p:nvPr/>
          </p:nvSpPr>
          <p:spPr bwMode="auto">
            <a:xfrm>
              <a:off x="3673508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08" name="Line 34"/>
            <p:cNvSpPr>
              <a:spLocks noChangeShapeType="1"/>
            </p:cNvSpPr>
            <p:nvPr/>
          </p:nvSpPr>
          <p:spPr bwMode="auto">
            <a:xfrm>
              <a:off x="3683033" y="5187383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09" name="Line 35"/>
            <p:cNvSpPr>
              <a:spLocks noChangeShapeType="1"/>
            </p:cNvSpPr>
            <p:nvPr/>
          </p:nvSpPr>
          <p:spPr bwMode="auto">
            <a:xfrm>
              <a:off x="3692558" y="521595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10" name="Line 36"/>
            <p:cNvSpPr>
              <a:spLocks noChangeShapeType="1"/>
            </p:cNvSpPr>
            <p:nvPr/>
          </p:nvSpPr>
          <p:spPr bwMode="auto">
            <a:xfrm>
              <a:off x="3700496" y="524612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11" name="Line 37"/>
            <p:cNvSpPr>
              <a:spLocks noChangeShapeType="1"/>
            </p:cNvSpPr>
            <p:nvPr/>
          </p:nvSpPr>
          <p:spPr bwMode="auto">
            <a:xfrm>
              <a:off x="3710021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12" name="Line 38"/>
            <p:cNvSpPr>
              <a:spLocks noChangeShapeType="1"/>
            </p:cNvSpPr>
            <p:nvPr/>
          </p:nvSpPr>
          <p:spPr bwMode="auto">
            <a:xfrm>
              <a:off x="3719546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13" name="Line 39"/>
            <p:cNvSpPr>
              <a:spLocks noChangeShapeType="1"/>
            </p:cNvSpPr>
            <p:nvPr/>
          </p:nvSpPr>
          <p:spPr bwMode="auto">
            <a:xfrm>
              <a:off x="3729071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14" name="Line 40"/>
            <p:cNvSpPr>
              <a:spLocks noChangeShapeType="1"/>
            </p:cNvSpPr>
            <p:nvPr/>
          </p:nvSpPr>
          <p:spPr bwMode="auto">
            <a:xfrm>
              <a:off x="3738596" y="5379470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15" name="Line 41"/>
            <p:cNvSpPr>
              <a:spLocks noChangeShapeType="1"/>
            </p:cNvSpPr>
            <p:nvPr/>
          </p:nvSpPr>
          <p:spPr bwMode="auto">
            <a:xfrm>
              <a:off x="3746533" y="54143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16" name="Line 42"/>
            <p:cNvSpPr>
              <a:spLocks noChangeShapeType="1"/>
            </p:cNvSpPr>
            <p:nvPr/>
          </p:nvSpPr>
          <p:spPr bwMode="auto">
            <a:xfrm>
              <a:off x="3756058" y="5447733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17" name="Line 43"/>
            <p:cNvSpPr>
              <a:spLocks noChangeShapeType="1"/>
            </p:cNvSpPr>
            <p:nvPr/>
          </p:nvSpPr>
          <p:spPr bwMode="auto">
            <a:xfrm>
              <a:off x="3765583" y="5482658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18" name="Line 44"/>
            <p:cNvSpPr>
              <a:spLocks noChangeShapeType="1"/>
            </p:cNvSpPr>
            <p:nvPr/>
          </p:nvSpPr>
          <p:spPr bwMode="auto">
            <a:xfrm>
              <a:off x="3775108" y="55159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19" name="Line 45"/>
            <p:cNvSpPr>
              <a:spLocks noChangeShapeType="1"/>
            </p:cNvSpPr>
            <p:nvPr/>
          </p:nvSpPr>
          <p:spPr bwMode="auto">
            <a:xfrm>
              <a:off x="3784633" y="5549333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20" name="Line 46"/>
            <p:cNvSpPr>
              <a:spLocks noChangeShapeType="1"/>
            </p:cNvSpPr>
            <p:nvPr/>
          </p:nvSpPr>
          <p:spPr bwMode="auto">
            <a:xfrm>
              <a:off x="3794158" y="558108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21" name="Line 47"/>
            <p:cNvSpPr>
              <a:spLocks noChangeShapeType="1"/>
            </p:cNvSpPr>
            <p:nvPr/>
          </p:nvSpPr>
          <p:spPr bwMode="auto">
            <a:xfrm>
              <a:off x="3802096" y="5611245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22" name="Line 48"/>
            <p:cNvSpPr>
              <a:spLocks noChangeShapeType="1"/>
            </p:cNvSpPr>
            <p:nvPr/>
          </p:nvSpPr>
          <p:spPr bwMode="auto">
            <a:xfrm>
              <a:off x="3811621" y="5639820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23" name="Line 49"/>
            <p:cNvSpPr>
              <a:spLocks noChangeShapeType="1"/>
            </p:cNvSpPr>
            <p:nvPr/>
          </p:nvSpPr>
          <p:spPr bwMode="auto">
            <a:xfrm>
              <a:off x="3821146" y="566680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24" name="Line 50"/>
            <p:cNvSpPr>
              <a:spLocks noChangeShapeType="1"/>
            </p:cNvSpPr>
            <p:nvPr/>
          </p:nvSpPr>
          <p:spPr bwMode="auto">
            <a:xfrm>
              <a:off x="3830671" y="5690620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25" name="Line 51"/>
            <p:cNvSpPr>
              <a:spLocks noChangeShapeType="1"/>
            </p:cNvSpPr>
            <p:nvPr/>
          </p:nvSpPr>
          <p:spPr bwMode="auto">
            <a:xfrm>
              <a:off x="3840196" y="5712845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26" name="Line 52"/>
            <p:cNvSpPr>
              <a:spLocks noChangeShapeType="1"/>
            </p:cNvSpPr>
            <p:nvPr/>
          </p:nvSpPr>
          <p:spPr bwMode="auto">
            <a:xfrm>
              <a:off x="3848133" y="573030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27" name="Line 53"/>
            <p:cNvSpPr>
              <a:spLocks noChangeShapeType="1"/>
            </p:cNvSpPr>
            <p:nvPr/>
          </p:nvSpPr>
          <p:spPr bwMode="auto">
            <a:xfrm>
              <a:off x="3857658" y="5747770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28" name="Line 54"/>
            <p:cNvSpPr>
              <a:spLocks noChangeShapeType="1"/>
            </p:cNvSpPr>
            <p:nvPr/>
          </p:nvSpPr>
          <p:spPr bwMode="auto">
            <a:xfrm>
              <a:off x="3867183" y="5760470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29" name="Line 55"/>
            <p:cNvSpPr>
              <a:spLocks noChangeShapeType="1"/>
            </p:cNvSpPr>
            <p:nvPr/>
          </p:nvSpPr>
          <p:spPr bwMode="auto">
            <a:xfrm>
              <a:off x="3876708" y="5769995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30" name="Line 56"/>
            <p:cNvSpPr>
              <a:spLocks noChangeShapeType="1"/>
            </p:cNvSpPr>
            <p:nvPr/>
          </p:nvSpPr>
          <p:spPr bwMode="auto">
            <a:xfrm>
              <a:off x="3886233" y="5776345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31" name="Line 57"/>
            <p:cNvSpPr>
              <a:spLocks noChangeShapeType="1"/>
            </p:cNvSpPr>
            <p:nvPr/>
          </p:nvSpPr>
          <p:spPr bwMode="auto">
            <a:xfrm>
              <a:off x="3895758" y="5779520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32" name="Line 58"/>
            <p:cNvSpPr>
              <a:spLocks noChangeShapeType="1"/>
            </p:cNvSpPr>
            <p:nvPr/>
          </p:nvSpPr>
          <p:spPr bwMode="auto">
            <a:xfrm flipV="1">
              <a:off x="3903696" y="5776345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33" name="Line 59"/>
            <p:cNvSpPr>
              <a:spLocks noChangeShapeType="1"/>
            </p:cNvSpPr>
            <p:nvPr/>
          </p:nvSpPr>
          <p:spPr bwMode="auto">
            <a:xfrm flipV="1">
              <a:off x="3913221" y="5769995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34" name="Line 60"/>
            <p:cNvSpPr>
              <a:spLocks noChangeShapeType="1"/>
            </p:cNvSpPr>
            <p:nvPr/>
          </p:nvSpPr>
          <p:spPr bwMode="auto">
            <a:xfrm flipV="1">
              <a:off x="3922746" y="5760470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35" name="Line 61"/>
            <p:cNvSpPr>
              <a:spLocks noChangeShapeType="1"/>
            </p:cNvSpPr>
            <p:nvPr/>
          </p:nvSpPr>
          <p:spPr bwMode="auto">
            <a:xfrm flipV="1">
              <a:off x="3932271" y="5747770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36" name="Line 62"/>
            <p:cNvSpPr>
              <a:spLocks noChangeShapeType="1"/>
            </p:cNvSpPr>
            <p:nvPr/>
          </p:nvSpPr>
          <p:spPr bwMode="auto">
            <a:xfrm flipV="1">
              <a:off x="3941796" y="573030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37" name="Line 63"/>
            <p:cNvSpPr>
              <a:spLocks noChangeShapeType="1"/>
            </p:cNvSpPr>
            <p:nvPr/>
          </p:nvSpPr>
          <p:spPr bwMode="auto">
            <a:xfrm flipV="1">
              <a:off x="3951321" y="5712845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38" name="Line 64"/>
            <p:cNvSpPr>
              <a:spLocks noChangeShapeType="1"/>
            </p:cNvSpPr>
            <p:nvPr/>
          </p:nvSpPr>
          <p:spPr bwMode="auto">
            <a:xfrm flipV="1">
              <a:off x="3959258" y="5690620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39" name="Line 65"/>
            <p:cNvSpPr>
              <a:spLocks noChangeShapeType="1"/>
            </p:cNvSpPr>
            <p:nvPr/>
          </p:nvSpPr>
          <p:spPr bwMode="auto">
            <a:xfrm flipV="1">
              <a:off x="3968783" y="566680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40" name="Line 66"/>
            <p:cNvSpPr>
              <a:spLocks noChangeShapeType="1"/>
            </p:cNvSpPr>
            <p:nvPr/>
          </p:nvSpPr>
          <p:spPr bwMode="auto">
            <a:xfrm flipV="1">
              <a:off x="3978308" y="5639820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41" name="Line 67"/>
            <p:cNvSpPr>
              <a:spLocks noChangeShapeType="1"/>
            </p:cNvSpPr>
            <p:nvPr/>
          </p:nvSpPr>
          <p:spPr bwMode="auto">
            <a:xfrm flipV="1">
              <a:off x="3987833" y="5611245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42" name="Line 68"/>
            <p:cNvSpPr>
              <a:spLocks noChangeShapeType="1"/>
            </p:cNvSpPr>
            <p:nvPr/>
          </p:nvSpPr>
          <p:spPr bwMode="auto">
            <a:xfrm flipV="1">
              <a:off x="3997358" y="558108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43" name="Line 69"/>
            <p:cNvSpPr>
              <a:spLocks noChangeShapeType="1"/>
            </p:cNvSpPr>
            <p:nvPr/>
          </p:nvSpPr>
          <p:spPr bwMode="auto">
            <a:xfrm flipV="1">
              <a:off x="4005296" y="5549333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44" name="Line 70"/>
            <p:cNvSpPr>
              <a:spLocks noChangeShapeType="1"/>
            </p:cNvSpPr>
            <p:nvPr/>
          </p:nvSpPr>
          <p:spPr bwMode="auto">
            <a:xfrm flipV="1">
              <a:off x="4014821" y="55159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45" name="Line 71"/>
            <p:cNvSpPr>
              <a:spLocks noChangeShapeType="1"/>
            </p:cNvSpPr>
            <p:nvPr/>
          </p:nvSpPr>
          <p:spPr bwMode="auto">
            <a:xfrm flipV="1">
              <a:off x="4024346" y="5482658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46" name="Line 72"/>
            <p:cNvSpPr>
              <a:spLocks noChangeShapeType="1"/>
            </p:cNvSpPr>
            <p:nvPr/>
          </p:nvSpPr>
          <p:spPr bwMode="auto">
            <a:xfrm flipV="1">
              <a:off x="4033871" y="5447733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47" name="Line 73"/>
            <p:cNvSpPr>
              <a:spLocks noChangeShapeType="1"/>
            </p:cNvSpPr>
            <p:nvPr/>
          </p:nvSpPr>
          <p:spPr bwMode="auto">
            <a:xfrm flipV="1">
              <a:off x="4043396" y="54143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48" name="Line 74"/>
            <p:cNvSpPr>
              <a:spLocks noChangeShapeType="1"/>
            </p:cNvSpPr>
            <p:nvPr/>
          </p:nvSpPr>
          <p:spPr bwMode="auto">
            <a:xfrm flipV="1">
              <a:off x="4052921" y="5379470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49" name="Line 75"/>
            <p:cNvSpPr>
              <a:spLocks noChangeShapeType="1"/>
            </p:cNvSpPr>
            <p:nvPr/>
          </p:nvSpPr>
          <p:spPr bwMode="auto">
            <a:xfrm flipV="1">
              <a:off x="4060858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50" name="Line 76"/>
            <p:cNvSpPr>
              <a:spLocks noChangeShapeType="1"/>
            </p:cNvSpPr>
            <p:nvPr/>
          </p:nvSpPr>
          <p:spPr bwMode="auto">
            <a:xfrm flipV="1">
              <a:off x="4070383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51" name="Line 77"/>
            <p:cNvSpPr>
              <a:spLocks noChangeShapeType="1"/>
            </p:cNvSpPr>
            <p:nvPr/>
          </p:nvSpPr>
          <p:spPr bwMode="auto">
            <a:xfrm flipV="1">
              <a:off x="4079908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52" name="Line 78"/>
            <p:cNvSpPr>
              <a:spLocks noChangeShapeType="1"/>
            </p:cNvSpPr>
            <p:nvPr/>
          </p:nvSpPr>
          <p:spPr bwMode="auto">
            <a:xfrm flipV="1">
              <a:off x="4089433" y="524612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53" name="Line 79"/>
            <p:cNvSpPr>
              <a:spLocks noChangeShapeType="1"/>
            </p:cNvSpPr>
            <p:nvPr/>
          </p:nvSpPr>
          <p:spPr bwMode="auto">
            <a:xfrm flipV="1">
              <a:off x="4098958" y="521595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54" name="Line 80"/>
            <p:cNvSpPr>
              <a:spLocks noChangeShapeType="1"/>
            </p:cNvSpPr>
            <p:nvPr/>
          </p:nvSpPr>
          <p:spPr bwMode="auto">
            <a:xfrm flipV="1">
              <a:off x="4108483" y="5187383"/>
              <a:ext cx="7938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55" name="Line 81"/>
            <p:cNvSpPr>
              <a:spLocks noChangeShapeType="1"/>
            </p:cNvSpPr>
            <p:nvPr/>
          </p:nvSpPr>
          <p:spPr bwMode="auto">
            <a:xfrm flipV="1">
              <a:off x="4116421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56" name="Line 82"/>
            <p:cNvSpPr>
              <a:spLocks noChangeShapeType="1"/>
            </p:cNvSpPr>
            <p:nvPr/>
          </p:nvSpPr>
          <p:spPr bwMode="auto">
            <a:xfrm flipV="1">
              <a:off x="4125946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57" name="Line 83"/>
            <p:cNvSpPr>
              <a:spLocks noChangeShapeType="1"/>
            </p:cNvSpPr>
            <p:nvPr/>
          </p:nvSpPr>
          <p:spPr bwMode="auto">
            <a:xfrm flipV="1">
              <a:off x="4135471" y="5114358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58" name="Line 84"/>
            <p:cNvSpPr>
              <a:spLocks noChangeShapeType="1"/>
            </p:cNvSpPr>
            <p:nvPr/>
          </p:nvSpPr>
          <p:spPr bwMode="auto">
            <a:xfrm flipV="1">
              <a:off x="4144996" y="5095308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59" name="Line 85"/>
            <p:cNvSpPr>
              <a:spLocks noChangeShapeType="1"/>
            </p:cNvSpPr>
            <p:nvPr/>
          </p:nvSpPr>
          <p:spPr bwMode="auto">
            <a:xfrm flipV="1">
              <a:off x="4154521" y="5079433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60" name="Line 86"/>
            <p:cNvSpPr>
              <a:spLocks noChangeShapeType="1"/>
            </p:cNvSpPr>
            <p:nvPr/>
          </p:nvSpPr>
          <p:spPr bwMode="auto">
            <a:xfrm flipV="1">
              <a:off x="4162458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61" name="Line 87"/>
            <p:cNvSpPr>
              <a:spLocks noChangeShapeType="1"/>
            </p:cNvSpPr>
            <p:nvPr/>
          </p:nvSpPr>
          <p:spPr bwMode="auto">
            <a:xfrm flipV="1">
              <a:off x="4171983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62" name="Line 88"/>
            <p:cNvSpPr>
              <a:spLocks noChangeShapeType="1"/>
            </p:cNvSpPr>
            <p:nvPr/>
          </p:nvSpPr>
          <p:spPr bwMode="auto">
            <a:xfrm flipV="1">
              <a:off x="4181508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63" name="Line 89"/>
            <p:cNvSpPr>
              <a:spLocks noChangeShapeType="1"/>
            </p:cNvSpPr>
            <p:nvPr/>
          </p:nvSpPr>
          <p:spPr bwMode="auto">
            <a:xfrm flipV="1">
              <a:off x="4191033" y="5047683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64" name="Line 90"/>
            <p:cNvSpPr>
              <a:spLocks noChangeShapeType="1"/>
            </p:cNvSpPr>
            <p:nvPr/>
          </p:nvSpPr>
          <p:spPr bwMode="auto">
            <a:xfrm>
              <a:off x="4200558" y="5047683"/>
              <a:ext cx="9525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65" name="Line 91"/>
            <p:cNvSpPr>
              <a:spLocks noChangeShapeType="1"/>
            </p:cNvSpPr>
            <p:nvPr/>
          </p:nvSpPr>
          <p:spPr bwMode="auto">
            <a:xfrm>
              <a:off x="4210083" y="5047683"/>
              <a:ext cx="7938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66" name="Line 92"/>
            <p:cNvSpPr>
              <a:spLocks noChangeShapeType="1"/>
            </p:cNvSpPr>
            <p:nvPr/>
          </p:nvSpPr>
          <p:spPr bwMode="auto">
            <a:xfrm>
              <a:off x="4218021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67" name="Line 93"/>
            <p:cNvSpPr>
              <a:spLocks noChangeShapeType="1"/>
            </p:cNvSpPr>
            <p:nvPr/>
          </p:nvSpPr>
          <p:spPr bwMode="auto">
            <a:xfrm>
              <a:off x="4227546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68" name="Line 94"/>
            <p:cNvSpPr>
              <a:spLocks noChangeShapeType="1"/>
            </p:cNvSpPr>
            <p:nvPr/>
          </p:nvSpPr>
          <p:spPr bwMode="auto">
            <a:xfrm>
              <a:off x="4237071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69" name="Line 95"/>
            <p:cNvSpPr>
              <a:spLocks noChangeShapeType="1"/>
            </p:cNvSpPr>
            <p:nvPr/>
          </p:nvSpPr>
          <p:spPr bwMode="auto">
            <a:xfrm>
              <a:off x="4246596" y="5079433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70" name="Line 96"/>
            <p:cNvSpPr>
              <a:spLocks noChangeShapeType="1"/>
            </p:cNvSpPr>
            <p:nvPr/>
          </p:nvSpPr>
          <p:spPr bwMode="auto">
            <a:xfrm>
              <a:off x="4256121" y="5095308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71" name="Line 97"/>
            <p:cNvSpPr>
              <a:spLocks noChangeShapeType="1"/>
            </p:cNvSpPr>
            <p:nvPr/>
          </p:nvSpPr>
          <p:spPr bwMode="auto">
            <a:xfrm>
              <a:off x="4265646" y="5114358"/>
              <a:ext cx="7938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72" name="Line 98"/>
            <p:cNvSpPr>
              <a:spLocks noChangeShapeType="1"/>
            </p:cNvSpPr>
            <p:nvPr/>
          </p:nvSpPr>
          <p:spPr bwMode="auto">
            <a:xfrm>
              <a:off x="4273583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73" name="Line 99"/>
            <p:cNvSpPr>
              <a:spLocks noChangeShapeType="1"/>
            </p:cNvSpPr>
            <p:nvPr/>
          </p:nvSpPr>
          <p:spPr bwMode="auto">
            <a:xfrm>
              <a:off x="4283108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74" name="Line 100"/>
            <p:cNvSpPr>
              <a:spLocks noChangeShapeType="1"/>
            </p:cNvSpPr>
            <p:nvPr/>
          </p:nvSpPr>
          <p:spPr bwMode="auto">
            <a:xfrm>
              <a:off x="4292633" y="5187383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75" name="Line 101"/>
            <p:cNvSpPr>
              <a:spLocks noChangeShapeType="1"/>
            </p:cNvSpPr>
            <p:nvPr/>
          </p:nvSpPr>
          <p:spPr bwMode="auto">
            <a:xfrm>
              <a:off x="4302158" y="521595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76" name="Line 102"/>
            <p:cNvSpPr>
              <a:spLocks noChangeShapeType="1"/>
            </p:cNvSpPr>
            <p:nvPr/>
          </p:nvSpPr>
          <p:spPr bwMode="auto">
            <a:xfrm>
              <a:off x="4311683" y="5246120"/>
              <a:ext cx="7938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77" name="Line 103"/>
            <p:cNvSpPr>
              <a:spLocks noChangeShapeType="1"/>
            </p:cNvSpPr>
            <p:nvPr/>
          </p:nvSpPr>
          <p:spPr bwMode="auto">
            <a:xfrm>
              <a:off x="4319621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78" name="Line 104"/>
            <p:cNvSpPr>
              <a:spLocks noChangeShapeType="1"/>
            </p:cNvSpPr>
            <p:nvPr/>
          </p:nvSpPr>
          <p:spPr bwMode="auto">
            <a:xfrm>
              <a:off x="4329146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79" name="Line 105"/>
            <p:cNvSpPr>
              <a:spLocks noChangeShapeType="1"/>
            </p:cNvSpPr>
            <p:nvPr/>
          </p:nvSpPr>
          <p:spPr bwMode="auto">
            <a:xfrm>
              <a:off x="4338671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80" name="Line 106"/>
            <p:cNvSpPr>
              <a:spLocks noChangeShapeType="1"/>
            </p:cNvSpPr>
            <p:nvPr/>
          </p:nvSpPr>
          <p:spPr bwMode="auto">
            <a:xfrm>
              <a:off x="4348196" y="537947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81" name="Line 8"/>
            <p:cNvSpPr>
              <a:spLocks noChangeShapeType="1"/>
            </p:cNvSpPr>
            <p:nvPr/>
          </p:nvSpPr>
          <p:spPr bwMode="auto">
            <a:xfrm>
              <a:off x="4354744" y="540584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82" name="Line 9"/>
            <p:cNvSpPr>
              <a:spLocks noChangeShapeType="1"/>
            </p:cNvSpPr>
            <p:nvPr/>
          </p:nvSpPr>
          <p:spPr bwMode="auto">
            <a:xfrm>
              <a:off x="4364269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83" name="Line 10"/>
            <p:cNvSpPr>
              <a:spLocks noChangeShapeType="1"/>
            </p:cNvSpPr>
            <p:nvPr/>
          </p:nvSpPr>
          <p:spPr bwMode="auto">
            <a:xfrm>
              <a:off x="4373794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84" name="Line 11"/>
            <p:cNvSpPr>
              <a:spLocks noChangeShapeType="1"/>
            </p:cNvSpPr>
            <p:nvPr/>
          </p:nvSpPr>
          <p:spPr bwMode="auto">
            <a:xfrm>
              <a:off x="4383319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85" name="Line 12"/>
            <p:cNvSpPr>
              <a:spLocks noChangeShapeType="1"/>
            </p:cNvSpPr>
            <p:nvPr/>
          </p:nvSpPr>
          <p:spPr bwMode="auto">
            <a:xfrm>
              <a:off x="4392844" y="554236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86" name="Line 13"/>
            <p:cNvSpPr>
              <a:spLocks noChangeShapeType="1"/>
            </p:cNvSpPr>
            <p:nvPr/>
          </p:nvSpPr>
          <p:spPr bwMode="auto">
            <a:xfrm>
              <a:off x="4402369" y="557411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87" name="Line 14"/>
            <p:cNvSpPr>
              <a:spLocks noChangeShapeType="1"/>
            </p:cNvSpPr>
            <p:nvPr/>
          </p:nvSpPr>
          <p:spPr bwMode="auto">
            <a:xfrm>
              <a:off x="4410307" y="5604281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88" name="Line 15"/>
            <p:cNvSpPr>
              <a:spLocks noChangeShapeType="1"/>
            </p:cNvSpPr>
            <p:nvPr/>
          </p:nvSpPr>
          <p:spPr bwMode="auto">
            <a:xfrm>
              <a:off x="4419832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89" name="Line 16"/>
            <p:cNvSpPr>
              <a:spLocks noChangeShapeType="1"/>
            </p:cNvSpPr>
            <p:nvPr/>
          </p:nvSpPr>
          <p:spPr bwMode="auto">
            <a:xfrm>
              <a:off x="4429357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90" name="Line 17"/>
            <p:cNvSpPr>
              <a:spLocks noChangeShapeType="1"/>
            </p:cNvSpPr>
            <p:nvPr/>
          </p:nvSpPr>
          <p:spPr bwMode="auto">
            <a:xfrm>
              <a:off x="4438882" y="5683656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91" name="Line 18"/>
            <p:cNvSpPr>
              <a:spLocks noChangeShapeType="1"/>
            </p:cNvSpPr>
            <p:nvPr/>
          </p:nvSpPr>
          <p:spPr bwMode="auto">
            <a:xfrm>
              <a:off x="4448407" y="5705881"/>
              <a:ext cx="7938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92" name="Line 19"/>
            <p:cNvSpPr>
              <a:spLocks noChangeShapeType="1"/>
            </p:cNvSpPr>
            <p:nvPr/>
          </p:nvSpPr>
          <p:spPr bwMode="auto">
            <a:xfrm>
              <a:off x="4456344" y="5724931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93" name="Line 20"/>
            <p:cNvSpPr>
              <a:spLocks noChangeShapeType="1"/>
            </p:cNvSpPr>
            <p:nvPr/>
          </p:nvSpPr>
          <p:spPr bwMode="auto">
            <a:xfrm>
              <a:off x="4465869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94" name="Line 21"/>
            <p:cNvSpPr>
              <a:spLocks noChangeShapeType="1"/>
            </p:cNvSpPr>
            <p:nvPr/>
          </p:nvSpPr>
          <p:spPr bwMode="auto">
            <a:xfrm>
              <a:off x="4475394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95" name="Line 22"/>
            <p:cNvSpPr>
              <a:spLocks noChangeShapeType="1"/>
            </p:cNvSpPr>
            <p:nvPr/>
          </p:nvSpPr>
          <p:spPr bwMode="auto">
            <a:xfrm>
              <a:off x="4484919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96" name="Line 23"/>
            <p:cNvSpPr>
              <a:spLocks noChangeShapeType="1"/>
            </p:cNvSpPr>
            <p:nvPr/>
          </p:nvSpPr>
          <p:spPr bwMode="auto">
            <a:xfrm>
              <a:off x="4494444" y="5769381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97" name="Line 24"/>
            <p:cNvSpPr>
              <a:spLocks noChangeShapeType="1"/>
            </p:cNvSpPr>
            <p:nvPr/>
          </p:nvSpPr>
          <p:spPr bwMode="auto">
            <a:xfrm flipV="1">
              <a:off x="4503969" y="5770968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98" name="Line 25"/>
            <p:cNvSpPr>
              <a:spLocks noChangeShapeType="1"/>
            </p:cNvSpPr>
            <p:nvPr/>
          </p:nvSpPr>
          <p:spPr bwMode="auto">
            <a:xfrm flipV="1">
              <a:off x="4511907" y="5769381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399" name="Line 26"/>
            <p:cNvSpPr>
              <a:spLocks noChangeShapeType="1"/>
            </p:cNvSpPr>
            <p:nvPr/>
          </p:nvSpPr>
          <p:spPr bwMode="auto">
            <a:xfrm flipV="1">
              <a:off x="4521432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00" name="Line 27"/>
            <p:cNvSpPr>
              <a:spLocks noChangeShapeType="1"/>
            </p:cNvSpPr>
            <p:nvPr/>
          </p:nvSpPr>
          <p:spPr bwMode="auto">
            <a:xfrm flipV="1">
              <a:off x="4530957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01" name="Line 28"/>
            <p:cNvSpPr>
              <a:spLocks noChangeShapeType="1"/>
            </p:cNvSpPr>
            <p:nvPr/>
          </p:nvSpPr>
          <p:spPr bwMode="auto">
            <a:xfrm flipV="1">
              <a:off x="4540482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02" name="Line 29"/>
            <p:cNvSpPr>
              <a:spLocks noChangeShapeType="1"/>
            </p:cNvSpPr>
            <p:nvPr/>
          </p:nvSpPr>
          <p:spPr bwMode="auto">
            <a:xfrm flipV="1">
              <a:off x="4550007" y="5724931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03" name="Line 30"/>
            <p:cNvSpPr>
              <a:spLocks noChangeShapeType="1"/>
            </p:cNvSpPr>
            <p:nvPr/>
          </p:nvSpPr>
          <p:spPr bwMode="auto">
            <a:xfrm flipV="1">
              <a:off x="4557944" y="5705881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04" name="Line 31"/>
            <p:cNvSpPr>
              <a:spLocks noChangeShapeType="1"/>
            </p:cNvSpPr>
            <p:nvPr/>
          </p:nvSpPr>
          <p:spPr bwMode="auto">
            <a:xfrm flipV="1">
              <a:off x="4567469" y="5683656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05" name="Line 32"/>
            <p:cNvSpPr>
              <a:spLocks noChangeShapeType="1"/>
            </p:cNvSpPr>
            <p:nvPr/>
          </p:nvSpPr>
          <p:spPr bwMode="auto">
            <a:xfrm flipV="1">
              <a:off x="4576994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06" name="Line 33"/>
            <p:cNvSpPr>
              <a:spLocks noChangeShapeType="1"/>
            </p:cNvSpPr>
            <p:nvPr/>
          </p:nvSpPr>
          <p:spPr bwMode="auto">
            <a:xfrm flipV="1">
              <a:off x="4586519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07" name="Line 34"/>
            <p:cNvSpPr>
              <a:spLocks noChangeShapeType="1"/>
            </p:cNvSpPr>
            <p:nvPr/>
          </p:nvSpPr>
          <p:spPr bwMode="auto">
            <a:xfrm flipV="1">
              <a:off x="4596044" y="5604281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08" name="Line 35"/>
            <p:cNvSpPr>
              <a:spLocks noChangeShapeType="1"/>
            </p:cNvSpPr>
            <p:nvPr/>
          </p:nvSpPr>
          <p:spPr bwMode="auto">
            <a:xfrm flipV="1">
              <a:off x="4605569" y="557411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09" name="Line 36"/>
            <p:cNvSpPr>
              <a:spLocks noChangeShapeType="1"/>
            </p:cNvSpPr>
            <p:nvPr/>
          </p:nvSpPr>
          <p:spPr bwMode="auto">
            <a:xfrm flipV="1">
              <a:off x="4613507" y="554236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10" name="Line 37"/>
            <p:cNvSpPr>
              <a:spLocks noChangeShapeType="1"/>
            </p:cNvSpPr>
            <p:nvPr/>
          </p:nvSpPr>
          <p:spPr bwMode="auto">
            <a:xfrm flipV="1">
              <a:off x="4623032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11" name="Line 38"/>
            <p:cNvSpPr>
              <a:spLocks noChangeShapeType="1"/>
            </p:cNvSpPr>
            <p:nvPr/>
          </p:nvSpPr>
          <p:spPr bwMode="auto">
            <a:xfrm flipV="1">
              <a:off x="4632557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12" name="Line 39"/>
            <p:cNvSpPr>
              <a:spLocks noChangeShapeType="1"/>
            </p:cNvSpPr>
            <p:nvPr/>
          </p:nvSpPr>
          <p:spPr bwMode="auto">
            <a:xfrm flipV="1">
              <a:off x="4642082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13" name="Line 40"/>
            <p:cNvSpPr>
              <a:spLocks noChangeShapeType="1"/>
            </p:cNvSpPr>
            <p:nvPr/>
          </p:nvSpPr>
          <p:spPr bwMode="auto">
            <a:xfrm flipV="1">
              <a:off x="4651607" y="5405844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14" name="Line 41"/>
            <p:cNvSpPr>
              <a:spLocks noChangeShapeType="1"/>
            </p:cNvSpPr>
            <p:nvPr/>
          </p:nvSpPr>
          <p:spPr bwMode="auto">
            <a:xfrm flipV="1">
              <a:off x="4659544" y="53725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15" name="Line 42"/>
            <p:cNvSpPr>
              <a:spLocks noChangeShapeType="1"/>
            </p:cNvSpPr>
            <p:nvPr/>
          </p:nvSpPr>
          <p:spPr bwMode="auto">
            <a:xfrm flipV="1">
              <a:off x="4669069" y="5337581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16" name="Line 43"/>
            <p:cNvSpPr>
              <a:spLocks noChangeShapeType="1"/>
            </p:cNvSpPr>
            <p:nvPr/>
          </p:nvSpPr>
          <p:spPr bwMode="auto">
            <a:xfrm flipV="1">
              <a:off x="4678594" y="5304243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17" name="Line 44"/>
            <p:cNvSpPr>
              <a:spLocks noChangeShapeType="1"/>
            </p:cNvSpPr>
            <p:nvPr/>
          </p:nvSpPr>
          <p:spPr bwMode="auto">
            <a:xfrm flipV="1">
              <a:off x="4688119" y="52709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18" name="Line 45"/>
            <p:cNvSpPr>
              <a:spLocks noChangeShapeType="1"/>
            </p:cNvSpPr>
            <p:nvPr/>
          </p:nvSpPr>
          <p:spPr bwMode="auto">
            <a:xfrm flipV="1">
              <a:off x="4697644" y="5239156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19" name="Line 46"/>
            <p:cNvSpPr>
              <a:spLocks noChangeShapeType="1"/>
            </p:cNvSpPr>
            <p:nvPr/>
          </p:nvSpPr>
          <p:spPr bwMode="auto">
            <a:xfrm flipV="1">
              <a:off x="4707169" y="520899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20" name="Line 47"/>
            <p:cNvSpPr>
              <a:spLocks noChangeShapeType="1"/>
            </p:cNvSpPr>
            <p:nvPr/>
          </p:nvSpPr>
          <p:spPr bwMode="auto">
            <a:xfrm flipV="1">
              <a:off x="4715107" y="5180419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21" name="Line 48"/>
            <p:cNvSpPr>
              <a:spLocks noChangeShapeType="1"/>
            </p:cNvSpPr>
            <p:nvPr/>
          </p:nvSpPr>
          <p:spPr bwMode="auto">
            <a:xfrm flipV="1">
              <a:off x="4724632" y="5153431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22" name="Line 49"/>
            <p:cNvSpPr>
              <a:spLocks noChangeShapeType="1"/>
            </p:cNvSpPr>
            <p:nvPr/>
          </p:nvSpPr>
          <p:spPr bwMode="auto">
            <a:xfrm flipV="1">
              <a:off x="4734157" y="512961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23" name="Line 50"/>
            <p:cNvSpPr>
              <a:spLocks noChangeShapeType="1"/>
            </p:cNvSpPr>
            <p:nvPr/>
          </p:nvSpPr>
          <p:spPr bwMode="auto">
            <a:xfrm flipV="1">
              <a:off x="4743682" y="5107394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24" name="Line 51"/>
            <p:cNvSpPr>
              <a:spLocks noChangeShapeType="1"/>
            </p:cNvSpPr>
            <p:nvPr/>
          </p:nvSpPr>
          <p:spPr bwMode="auto">
            <a:xfrm flipV="1">
              <a:off x="4753207" y="5089931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25" name="Line 52"/>
            <p:cNvSpPr>
              <a:spLocks noChangeShapeType="1"/>
            </p:cNvSpPr>
            <p:nvPr/>
          </p:nvSpPr>
          <p:spPr bwMode="auto">
            <a:xfrm flipV="1">
              <a:off x="4761144" y="507246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26" name="Line 53"/>
            <p:cNvSpPr>
              <a:spLocks noChangeShapeType="1"/>
            </p:cNvSpPr>
            <p:nvPr/>
          </p:nvSpPr>
          <p:spPr bwMode="auto">
            <a:xfrm flipV="1">
              <a:off x="4770669" y="5059769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27" name="Line 54"/>
            <p:cNvSpPr>
              <a:spLocks noChangeShapeType="1"/>
            </p:cNvSpPr>
            <p:nvPr/>
          </p:nvSpPr>
          <p:spPr bwMode="auto">
            <a:xfrm flipV="1">
              <a:off x="4780194" y="5050244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28" name="Line 55"/>
            <p:cNvSpPr>
              <a:spLocks noChangeShapeType="1"/>
            </p:cNvSpPr>
            <p:nvPr/>
          </p:nvSpPr>
          <p:spPr bwMode="auto">
            <a:xfrm flipV="1">
              <a:off x="4789719" y="5043894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29" name="Line 56"/>
            <p:cNvSpPr>
              <a:spLocks noChangeShapeType="1"/>
            </p:cNvSpPr>
            <p:nvPr/>
          </p:nvSpPr>
          <p:spPr bwMode="auto">
            <a:xfrm flipV="1">
              <a:off x="4799244" y="5040719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30" name="Line 57"/>
            <p:cNvSpPr>
              <a:spLocks noChangeShapeType="1"/>
            </p:cNvSpPr>
            <p:nvPr/>
          </p:nvSpPr>
          <p:spPr bwMode="auto">
            <a:xfrm flipV="1">
              <a:off x="4808769" y="5039131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31" name="Line 58"/>
            <p:cNvSpPr>
              <a:spLocks noChangeShapeType="1"/>
            </p:cNvSpPr>
            <p:nvPr/>
          </p:nvSpPr>
          <p:spPr bwMode="auto">
            <a:xfrm>
              <a:off x="4816707" y="5040719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32" name="Line 59"/>
            <p:cNvSpPr>
              <a:spLocks noChangeShapeType="1"/>
            </p:cNvSpPr>
            <p:nvPr/>
          </p:nvSpPr>
          <p:spPr bwMode="auto">
            <a:xfrm>
              <a:off x="4826232" y="5043894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33" name="Line 60"/>
            <p:cNvSpPr>
              <a:spLocks noChangeShapeType="1"/>
            </p:cNvSpPr>
            <p:nvPr/>
          </p:nvSpPr>
          <p:spPr bwMode="auto">
            <a:xfrm>
              <a:off x="4835757" y="5050244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34" name="Line 61"/>
            <p:cNvSpPr>
              <a:spLocks noChangeShapeType="1"/>
            </p:cNvSpPr>
            <p:nvPr/>
          </p:nvSpPr>
          <p:spPr bwMode="auto">
            <a:xfrm>
              <a:off x="4845282" y="5059769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35" name="Line 62"/>
            <p:cNvSpPr>
              <a:spLocks noChangeShapeType="1"/>
            </p:cNvSpPr>
            <p:nvPr/>
          </p:nvSpPr>
          <p:spPr bwMode="auto">
            <a:xfrm>
              <a:off x="4854807" y="507246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36" name="Line 63"/>
            <p:cNvSpPr>
              <a:spLocks noChangeShapeType="1"/>
            </p:cNvSpPr>
            <p:nvPr/>
          </p:nvSpPr>
          <p:spPr bwMode="auto">
            <a:xfrm>
              <a:off x="4864332" y="5089931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37" name="Line 64"/>
            <p:cNvSpPr>
              <a:spLocks noChangeShapeType="1"/>
            </p:cNvSpPr>
            <p:nvPr/>
          </p:nvSpPr>
          <p:spPr bwMode="auto">
            <a:xfrm>
              <a:off x="4872269" y="5107394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38" name="Line 65"/>
            <p:cNvSpPr>
              <a:spLocks noChangeShapeType="1"/>
            </p:cNvSpPr>
            <p:nvPr/>
          </p:nvSpPr>
          <p:spPr bwMode="auto">
            <a:xfrm>
              <a:off x="4881794" y="512961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39" name="Line 66"/>
            <p:cNvSpPr>
              <a:spLocks noChangeShapeType="1"/>
            </p:cNvSpPr>
            <p:nvPr/>
          </p:nvSpPr>
          <p:spPr bwMode="auto">
            <a:xfrm>
              <a:off x="4891319" y="5153431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40" name="Line 67"/>
            <p:cNvSpPr>
              <a:spLocks noChangeShapeType="1"/>
            </p:cNvSpPr>
            <p:nvPr/>
          </p:nvSpPr>
          <p:spPr bwMode="auto">
            <a:xfrm>
              <a:off x="4900844" y="5180419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41" name="Line 68"/>
            <p:cNvSpPr>
              <a:spLocks noChangeShapeType="1"/>
            </p:cNvSpPr>
            <p:nvPr/>
          </p:nvSpPr>
          <p:spPr bwMode="auto">
            <a:xfrm>
              <a:off x="4910369" y="520899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42" name="Line 69"/>
            <p:cNvSpPr>
              <a:spLocks noChangeShapeType="1"/>
            </p:cNvSpPr>
            <p:nvPr/>
          </p:nvSpPr>
          <p:spPr bwMode="auto">
            <a:xfrm>
              <a:off x="4918307" y="5239156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43" name="Line 70"/>
            <p:cNvSpPr>
              <a:spLocks noChangeShapeType="1"/>
            </p:cNvSpPr>
            <p:nvPr/>
          </p:nvSpPr>
          <p:spPr bwMode="auto">
            <a:xfrm>
              <a:off x="4927832" y="52709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44" name="Line 71"/>
            <p:cNvSpPr>
              <a:spLocks noChangeShapeType="1"/>
            </p:cNvSpPr>
            <p:nvPr/>
          </p:nvSpPr>
          <p:spPr bwMode="auto">
            <a:xfrm>
              <a:off x="4937357" y="5304243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45" name="Line 72"/>
            <p:cNvSpPr>
              <a:spLocks noChangeShapeType="1"/>
            </p:cNvSpPr>
            <p:nvPr/>
          </p:nvSpPr>
          <p:spPr bwMode="auto">
            <a:xfrm>
              <a:off x="4946882" y="5337581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46" name="Line 73"/>
            <p:cNvSpPr>
              <a:spLocks noChangeShapeType="1"/>
            </p:cNvSpPr>
            <p:nvPr/>
          </p:nvSpPr>
          <p:spPr bwMode="auto">
            <a:xfrm>
              <a:off x="4956407" y="53725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47" name="Line 74"/>
            <p:cNvSpPr>
              <a:spLocks noChangeShapeType="1"/>
            </p:cNvSpPr>
            <p:nvPr/>
          </p:nvSpPr>
          <p:spPr bwMode="auto">
            <a:xfrm>
              <a:off x="4965932" y="5405844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48" name="Line 75"/>
            <p:cNvSpPr>
              <a:spLocks noChangeShapeType="1"/>
            </p:cNvSpPr>
            <p:nvPr/>
          </p:nvSpPr>
          <p:spPr bwMode="auto">
            <a:xfrm>
              <a:off x="4973869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49" name="Line 76"/>
            <p:cNvSpPr>
              <a:spLocks noChangeShapeType="1"/>
            </p:cNvSpPr>
            <p:nvPr/>
          </p:nvSpPr>
          <p:spPr bwMode="auto">
            <a:xfrm>
              <a:off x="4983394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50" name="Line 77"/>
            <p:cNvSpPr>
              <a:spLocks noChangeShapeType="1"/>
            </p:cNvSpPr>
            <p:nvPr/>
          </p:nvSpPr>
          <p:spPr bwMode="auto">
            <a:xfrm>
              <a:off x="4992919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51" name="Line 78"/>
            <p:cNvSpPr>
              <a:spLocks noChangeShapeType="1"/>
            </p:cNvSpPr>
            <p:nvPr/>
          </p:nvSpPr>
          <p:spPr bwMode="auto">
            <a:xfrm>
              <a:off x="5002444" y="554236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52" name="Line 79"/>
            <p:cNvSpPr>
              <a:spLocks noChangeShapeType="1"/>
            </p:cNvSpPr>
            <p:nvPr/>
          </p:nvSpPr>
          <p:spPr bwMode="auto">
            <a:xfrm>
              <a:off x="5011969" y="557411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53" name="Line 80"/>
            <p:cNvSpPr>
              <a:spLocks noChangeShapeType="1"/>
            </p:cNvSpPr>
            <p:nvPr/>
          </p:nvSpPr>
          <p:spPr bwMode="auto">
            <a:xfrm>
              <a:off x="5021494" y="5604281"/>
              <a:ext cx="7938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54" name="Line 81"/>
            <p:cNvSpPr>
              <a:spLocks noChangeShapeType="1"/>
            </p:cNvSpPr>
            <p:nvPr/>
          </p:nvSpPr>
          <p:spPr bwMode="auto">
            <a:xfrm>
              <a:off x="5029432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55" name="Line 82"/>
            <p:cNvSpPr>
              <a:spLocks noChangeShapeType="1"/>
            </p:cNvSpPr>
            <p:nvPr/>
          </p:nvSpPr>
          <p:spPr bwMode="auto">
            <a:xfrm>
              <a:off x="5038957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56" name="Line 83"/>
            <p:cNvSpPr>
              <a:spLocks noChangeShapeType="1"/>
            </p:cNvSpPr>
            <p:nvPr/>
          </p:nvSpPr>
          <p:spPr bwMode="auto">
            <a:xfrm>
              <a:off x="5048482" y="5683656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57" name="Line 84"/>
            <p:cNvSpPr>
              <a:spLocks noChangeShapeType="1"/>
            </p:cNvSpPr>
            <p:nvPr/>
          </p:nvSpPr>
          <p:spPr bwMode="auto">
            <a:xfrm>
              <a:off x="5058007" y="5705881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58" name="Line 85"/>
            <p:cNvSpPr>
              <a:spLocks noChangeShapeType="1"/>
            </p:cNvSpPr>
            <p:nvPr/>
          </p:nvSpPr>
          <p:spPr bwMode="auto">
            <a:xfrm>
              <a:off x="5067532" y="5724931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59" name="Line 86"/>
            <p:cNvSpPr>
              <a:spLocks noChangeShapeType="1"/>
            </p:cNvSpPr>
            <p:nvPr/>
          </p:nvSpPr>
          <p:spPr bwMode="auto">
            <a:xfrm>
              <a:off x="5075469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60" name="Line 87"/>
            <p:cNvSpPr>
              <a:spLocks noChangeShapeType="1"/>
            </p:cNvSpPr>
            <p:nvPr/>
          </p:nvSpPr>
          <p:spPr bwMode="auto">
            <a:xfrm>
              <a:off x="5084994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61" name="Line 88"/>
            <p:cNvSpPr>
              <a:spLocks noChangeShapeType="1"/>
            </p:cNvSpPr>
            <p:nvPr/>
          </p:nvSpPr>
          <p:spPr bwMode="auto">
            <a:xfrm>
              <a:off x="5094519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62" name="Line 89"/>
            <p:cNvSpPr>
              <a:spLocks noChangeShapeType="1"/>
            </p:cNvSpPr>
            <p:nvPr/>
          </p:nvSpPr>
          <p:spPr bwMode="auto">
            <a:xfrm>
              <a:off x="5104044" y="5769381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63" name="Line 90"/>
            <p:cNvSpPr>
              <a:spLocks noChangeShapeType="1"/>
            </p:cNvSpPr>
            <p:nvPr/>
          </p:nvSpPr>
          <p:spPr bwMode="auto">
            <a:xfrm flipV="1">
              <a:off x="5113569" y="5770968"/>
              <a:ext cx="9525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64" name="Line 91"/>
            <p:cNvSpPr>
              <a:spLocks noChangeShapeType="1"/>
            </p:cNvSpPr>
            <p:nvPr/>
          </p:nvSpPr>
          <p:spPr bwMode="auto">
            <a:xfrm flipV="1">
              <a:off x="5123094" y="5769381"/>
              <a:ext cx="7938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65" name="Line 92"/>
            <p:cNvSpPr>
              <a:spLocks noChangeShapeType="1"/>
            </p:cNvSpPr>
            <p:nvPr/>
          </p:nvSpPr>
          <p:spPr bwMode="auto">
            <a:xfrm flipV="1">
              <a:off x="5131032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66" name="Line 93"/>
            <p:cNvSpPr>
              <a:spLocks noChangeShapeType="1"/>
            </p:cNvSpPr>
            <p:nvPr/>
          </p:nvSpPr>
          <p:spPr bwMode="auto">
            <a:xfrm flipV="1">
              <a:off x="5140557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67" name="Line 94"/>
            <p:cNvSpPr>
              <a:spLocks noChangeShapeType="1"/>
            </p:cNvSpPr>
            <p:nvPr/>
          </p:nvSpPr>
          <p:spPr bwMode="auto">
            <a:xfrm flipV="1">
              <a:off x="5150082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68" name="Line 95"/>
            <p:cNvSpPr>
              <a:spLocks noChangeShapeType="1"/>
            </p:cNvSpPr>
            <p:nvPr/>
          </p:nvSpPr>
          <p:spPr bwMode="auto">
            <a:xfrm flipV="1">
              <a:off x="5159607" y="5724931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69" name="Line 96"/>
            <p:cNvSpPr>
              <a:spLocks noChangeShapeType="1"/>
            </p:cNvSpPr>
            <p:nvPr/>
          </p:nvSpPr>
          <p:spPr bwMode="auto">
            <a:xfrm flipV="1">
              <a:off x="5169132" y="5705881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70" name="Line 97"/>
            <p:cNvSpPr>
              <a:spLocks noChangeShapeType="1"/>
            </p:cNvSpPr>
            <p:nvPr/>
          </p:nvSpPr>
          <p:spPr bwMode="auto">
            <a:xfrm flipV="1">
              <a:off x="5178657" y="5683656"/>
              <a:ext cx="7938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71" name="Line 98"/>
            <p:cNvSpPr>
              <a:spLocks noChangeShapeType="1"/>
            </p:cNvSpPr>
            <p:nvPr/>
          </p:nvSpPr>
          <p:spPr bwMode="auto">
            <a:xfrm flipV="1">
              <a:off x="5186594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72" name="Line 99"/>
            <p:cNvSpPr>
              <a:spLocks noChangeShapeType="1"/>
            </p:cNvSpPr>
            <p:nvPr/>
          </p:nvSpPr>
          <p:spPr bwMode="auto">
            <a:xfrm flipV="1">
              <a:off x="5196119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73" name="Line 100"/>
            <p:cNvSpPr>
              <a:spLocks noChangeShapeType="1"/>
            </p:cNvSpPr>
            <p:nvPr/>
          </p:nvSpPr>
          <p:spPr bwMode="auto">
            <a:xfrm flipV="1">
              <a:off x="5205644" y="5604281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74" name="Line 101"/>
            <p:cNvSpPr>
              <a:spLocks noChangeShapeType="1"/>
            </p:cNvSpPr>
            <p:nvPr/>
          </p:nvSpPr>
          <p:spPr bwMode="auto">
            <a:xfrm flipV="1">
              <a:off x="5215169" y="557411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75" name="Line 102"/>
            <p:cNvSpPr>
              <a:spLocks noChangeShapeType="1"/>
            </p:cNvSpPr>
            <p:nvPr/>
          </p:nvSpPr>
          <p:spPr bwMode="auto">
            <a:xfrm flipV="1">
              <a:off x="5224694" y="5542369"/>
              <a:ext cx="7938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76" name="Line 103"/>
            <p:cNvSpPr>
              <a:spLocks noChangeShapeType="1"/>
            </p:cNvSpPr>
            <p:nvPr/>
          </p:nvSpPr>
          <p:spPr bwMode="auto">
            <a:xfrm flipV="1">
              <a:off x="5232632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77" name="Line 104"/>
            <p:cNvSpPr>
              <a:spLocks noChangeShapeType="1"/>
            </p:cNvSpPr>
            <p:nvPr/>
          </p:nvSpPr>
          <p:spPr bwMode="auto">
            <a:xfrm flipV="1">
              <a:off x="5242157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78" name="Line 105"/>
            <p:cNvSpPr>
              <a:spLocks noChangeShapeType="1"/>
            </p:cNvSpPr>
            <p:nvPr/>
          </p:nvSpPr>
          <p:spPr bwMode="auto">
            <a:xfrm flipV="1">
              <a:off x="5251682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79" name="Line 106"/>
            <p:cNvSpPr>
              <a:spLocks noChangeShapeType="1"/>
            </p:cNvSpPr>
            <p:nvPr/>
          </p:nvSpPr>
          <p:spPr bwMode="auto">
            <a:xfrm flipV="1">
              <a:off x="5261207" y="540584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480" name="Line 135"/>
            <p:cNvSpPr>
              <a:spLocks noChangeShapeType="1"/>
            </p:cNvSpPr>
            <p:nvPr/>
          </p:nvSpPr>
          <p:spPr bwMode="auto">
            <a:xfrm>
              <a:off x="4648432" y="5364568"/>
              <a:ext cx="3175" cy="79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2153" name="Straight Arrow Connector 2152"/>
          <p:cNvCxnSpPr/>
          <p:nvPr/>
        </p:nvCxnSpPr>
        <p:spPr>
          <a:xfrm rot="16200000" flipH="1">
            <a:off x="6385719" y="3169444"/>
            <a:ext cx="1038225" cy="636587"/>
          </a:xfrm>
          <a:prstGeom prst="straightConnector1">
            <a:avLst/>
          </a:prstGeom>
          <a:ln>
            <a:solidFill>
              <a:srgbClr val="4D4D4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1951"/>
          <p:cNvGrpSpPr>
            <a:grpSpLocks/>
          </p:cNvGrpSpPr>
          <p:nvPr/>
        </p:nvGrpSpPr>
        <p:grpSpPr bwMode="auto">
          <a:xfrm>
            <a:off x="5448300" y="4014788"/>
            <a:ext cx="1830388" cy="279400"/>
            <a:chOff x="3441733" y="5039131"/>
            <a:chExt cx="1828999" cy="741977"/>
          </a:xfrm>
        </p:grpSpPr>
        <p:sp>
          <p:nvSpPr>
            <p:cNvPr id="636083" name="Line 8"/>
            <p:cNvSpPr>
              <a:spLocks noChangeShapeType="1"/>
            </p:cNvSpPr>
            <p:nvPr/>
          </p:nvSpPr>
          <p:spPr bwMode="auto">
            <a:xfrm flipV="1">
              <a:off x="3441733" y="537947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84" name="Line 9"/>
            <p:cNvSpPr>
              <a:spLocks noChangeShapeType="1"/>
            </p:cNvSpPr>
            <p:nvPr/>
          </p:nvSpPr>
          <p:spPr bwMode="auto">
            <a:xfrm flipV="1">
              <a:off x="3451258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85" name="Line 10"/>
            <p:cNvSpPr>
              <a:spLocks noChangeShapeType="1"/>
            </p:cNvSpPr>
            <p:nvPr/>
          </p:nvSpPr>
          <p:spPr bwMode="auto">
            <a:xfrm flipV="1">
              <a:off x="3460783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86" name="Line 11"/>
            <p:cNvSpPr>
              <a:spLocks noChangeShapeType="1"/>
            </p:cNvSpPr>
            <p:nvPr/>
          </p:nvSpPr>
          <p:spPr bwMode="auto">
            <a:xfrm flipV="1">
              <a:off x="3470308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87" name="Line 12"/>
            <p:cNvSpPr>
              <a:spLocks noChangeShapeType="1"/>
            </p:cNvSpPr>
            <p:nvPr/>
          </p:nvSpPr>
          <p:spPr bwMode="auto">
            <a:xfrm flipV="1">
              <a:off x="3479833" y="524612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88" name="Line 13"/>
            <p:cNvSpPr>
              <a:spLocks noChangeShapeType="1"/>
            </p:cNvSpPr>
            <p:nvPr/>
          </p:nvSpPr>
          <p:spPr bwMode="auto">
            <a:xfrm flipV="1">
              <a:off x="3489358" y="521595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89" name="Line 14"/>
            <p:cNvSpPr>
              <a:spLocks noChangeShapeType="1"/>
            </p:cNvSpPr>
            <p:nvPr/>
          </p:nvSpPr>
          <p:spPr bwMode="auto">
            <a:xfrm flipV="1">
              <a:off x="3497296" y="5187383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90" name="Line 15"/>
            <p:cNvSpPr>
              <a:spLocks noChangeShapeType="1"/>
            </p:cNvSpPr>
            <p:nvPr/>
          </p:nvSpPr>
          <p:spPr bwMode="auto">
            <a:xfrm flipV="1">
              <a:off x="3506821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91" name="Line 16"/>
            <p:cNvSpPr>
              <a:spLocks noChangeShapeType="1"/>
            </p:cNvSpPr>
            <p:nvPr/>
          </p:nvSpPr>
          <p:spPr bwMode="auto">
            <a:xfrm flipV="1">
              <a:off x="3516346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92" name="Line 17"/>
            <p:cNvSpPr>
              <a:spLocks noChangeShapeType="1"/>
            </p:cNvSpPr>
            <p:nvPr/>
          </p:nvSpPr>
          <p:spPr bwMode="auto">
            <a:xfrm flipV="1">
              <a:off x="3525871" y="5114358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93" name="Line 18"/>
            <p:cNvSpPr>
              <a:spLocks noChangeShapeType="1"/>
            </p:cNvSpPr>
            <p:nvPr/>
          </p:nvSpPr>
          <p:spPr bwMode="auto">
            <a:xfrm flipV="1">
              <a:off x="3535396" y="5095308"/>
              <a:ext cx="7938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94" name="Line 19"/>
            <p:cNvSpPr>
              <a:spLocks noChangeShapeType="1"/>
            </p:cNvSpPr>
            <p:nvPr/>
          </p:nvSpPr>
          <p:spPr bwMode="auto">
            <a:xfrm flipV="1">
              <a:off x="3543333" y="5079433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95" name="Line 20"/>
            <p:cNvSpPr>
              <a:spLocks noChangeShapeType="1"/>
            </p:cNvSpPr>
            <p:nvPr/>
          </p:nvSpPr>
          <p:spPr bwMode="auto">
            <a:xfrm flipV="1">
              <a:off x="3552858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96" name="Line 21"/>
            <p:cNvSpPr>
              <a:spLocks noChangeShapeType="1"/>
            </p:cNvSpPr>
            <p:nvPr/>
          </p:nvSpPr>
          <p:spPr bwMode="auto">
            <a:xfrm flipV="1">
              <a:off x="3562383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97" name="Line 22"/>
            <p:cNvSpPr>
              <a:spLocks noChangeShapeType="1"/>
            </p:cNvSpPr>
            <p:nvPr/>
          </p:nvSpPr>
          <p:spPr bwMode="auto">
            <a:xfrm flipV="1">
              <a:off x="3571908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98" name="Line 23"/>
            <p:cNvSpPr>
              <a:spLocks noChangeShapeType="1"/>
            </p:cNvSpPr>
            <p:nvPr/>
          </p:nvSpPr>
          <p:spPr bwMode="auto">
            <a:xfrm flipV="1">
              <a:off x="3581433" y="5047683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099" name="Line 24"/>
            <p:cNvSpPr>
              <a:spLocks noChangeShapeType="1"/>
            </p:cNvSpPr>
            <p:nvPr/>
          </p:nvSpPr>
          <p:spPr bwMode="auto">
            <a:xfrm>
              <a:off x="3590958" y="5047683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00" name="Line 25"/>
            <p:cNvSpPr>
              <a:spLocks noChangeShapeType="1"/>
            </p:cNvSpPr>
            <p:nvPr/>
          </p:nvSpPr>
          <p:spPr bwMode="auto">
            <a:xfrm>
              <a:off x="3598896" y="5047683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01" name="Line 26"/>
            <p:cNvSpPr>
              <a:spLocks noChangeShapeType="1"/>
            </p:cNvSpPr>
            <p:nvPr/>
          </p:nvSpPr>
          <p:spPr bwMode="auto">
            <a:xfrm>
              <a:off x="3608421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02" name="Line 27"/>
            <p:cNvSpPr>
              <a:spLocks noChangeShapeType="1"/>
            </p:cNvSpPr>
            <p:nvPr/>
          </p:nvSpPr>
          <p:spPr bwMode="auto">
            <a:xfrm>
              <a:off x="3617946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03" name="Line 28"/>
            <p:cNvSpPr>
              <a:spLocks noChangeShapeType="1"/>
            </p:cNvSpPr>
            <p:nvPr/>
          </p:nvSpPr>
          <p:spPr bwMode="auto">
            <a:xfrm>
              <a:off x="3627471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04" name="Line 29"/>
            <p:cNvSpPr>
              <a:spLocks noChangeShapeType="1"/>
            </p:cNvSpPr>
            <p:nvPr/>
          </p:nvSpPr>
          <p:spPr bwMode="auto">
            <a:xfrm>
              <a:off x="3636996" y="5079433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05" name="Line 30"/>
            <p:cNvSpPr>
              <a:spLocks noChangeShapeType="1"/>
            </p:cNvSpPr>
            <p:nvPr/>
          </p:nvSpPr>
          <p:spPr bwMode="auto">
            <a:xfrm>
              <a:off x="3644933" y="5095308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06" name="Line 31"/>
            <p:cNvSpPr>
              <a:spLocks noChangeShapeType="1"/>
            </p:cNvSpPr>
            <p:nvPr/>
          </p:nvSpPr>
          <p:spPr bwMode="auto">
            <a:xfrm>
              <a:off x="3654458" y="5114358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07" name="Line 32"/>
            <p:cNvSpPr>
              <a:spLocks noChangeShapeType="1"/>
            </p:cNvSpPr>
            <p:nvPr/>
          </p:nvSpPr>
          <p:spPr bwMode="auto">
            <a:xfrm>
              <a:off x="3663983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08" name="Line 33"/>
            <p:cNvSpPr>
              <a:spLocks noChangeShapeType="1"/>
            </p:cNvSpPr>
            <p:nvPr/>
          </p:nvSpPr>
          <p:spPr bwMode="auto">
            <a:xfrm>
              <a:off x="3673508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09" name="Line 34"/>
            <p:cNvSpPr>
              <a:spLocks noChangeShapeType="1"/>
            </p:cNvSpPr>
            <p:nvPr/>
          </p:nvSpPr>
          <p:spPr bwMode="auto">
            <a:xfrm>
              <a:off x="3683033" y="5187383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10" name="Line 35"/>
            <p:cNvSpPr>
              <a:spLocks noChangeShapeType="1"/>
            </p:cNvSpPr>
            <p:nvPr/>
          </p:nvSpPr>
          <p:spPr bwMode="auto">
            <a:xfrm>
              <a:off x="3692558" y="521595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11" name="Line 36"/>
            <p:cNvSpPr>
              <a:spLocks noChangeShapeType="1"/>
            </p:cNvSpPr>
            <p:nvPr/>
          </p:nvSpPr>
          <p:spPr bwMode="auto">
            <a:xfrm>
              <a:off x="3700496" y="524612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12" name="Line 37"/>
            <p:cNvSpPr>
              <a:spLocks noChangeShapeType="1"/>
            </p:cNvSpPr>
            <p:nvPr/>
          </p:nvSpPr>
          <p:spPr bwMode="auto">
            <a:xfrm>
              <a:off x="3710021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13" name="Line 38"/>
            <p:cNvSpPr>
              <a:spLocks noChangeShapeType="1"/>
            </p:cNvSpPr>
            <p:nvPr/>
          </p:nvSpPr>
          <p:spPr bwMode="auto">
            <a:xfrm>
              <a:off x="3719546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14" name="Line 39"/>
            <p:cNvSpPr>
              <a:spLocks noChangeShapeType="1"/>
            </p:cNvSpPr>
            <p:nvPr/>
          </p:nvSpPr>
          <p:spPr bwMode="auto">
            <a:xfrm>
              <a:off x="3729071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15" name="Line 40"/>
            <p:cNvSpPr>
              <a:spLocks noChangeShapeType="1"/>
            </p:cNvSpPr>
            <p:nvPr/>
          </p:nvSpPr>
          <p:spPr bwMode="auto">
            <a:xfrm>
              <a:off x="3738596" y="5379470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16" name="Line 41"/>
            <p:cNvSpPr>
              <a:spLocks noChangeShapeType="1"/>
            </p:cNvSpPr>
            <p:nvPr/>
          </p:nvSpPr>
          <p:spPr bwMode="auto">
            <a:xfrm>
              <a:off x="3746533" y="54143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17" name="Line 42"/>
            <p:cNvSpPr>
              <a:spLocks noChangeShapeType="1"/>
            </p:cNvSpPr>
            <p:nvPr/>
          </p:nvSpPr>
          <p:spPr bwMode="auto">
            <a:xfrm>
              <a:off x="3756058" y="5447733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18" name="Line 43"/>
            <p:cNvSpPr>
              <a:spLocks noChangeShapeType="1"/>
            </p:cNvSpPr>
            <p:nvPr/>
          </p:nvSpPr>
          <p:spPr bwMode="auto">
            <a:xfrm>
              <a:off x="3765583" y="5482658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19" name="Line 44"/>
            <p:cNvSpPr>
              <a:spLocks noChangeShapeType="1"/>
            </p:cNvSpPr>
            <p:nvPr/>
          </p:nvSpPr>
          <p:spPr bwMode="auto">
            <a:xfrm>
              <a:off x="3775108" y="55159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20" name="Line 45"/>
            <p:cNvSpPr>
              <a:spLocks noChangeShapeType="1"/>
            </p:cNvSpPr>
            <p:nvPr/>
          </p:nvSpPr>
          <p:spPr bwMode="auto">
            <a:xfrm>
              <a:off x="3784633" y="5549333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21" name="Line 46"/>
            <p:cNvSpPr>
              <a:spLocks noChangeShapeType="1"/>
            </p:cNvSpPr>
            <p:nvPr/>
          </p:nvSpPr>
          <p:spPr bwMode="auto">
            <a:xfrm>
              <a:off x="3794158" y="558108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22" name="Line 47"/>
            <p:cNvSpPr>
              <a:spLocks noChangeShapeType="1"/>
            </p:cNvSpPr>
            <p:nvPr/>
          </p:nvSpPr>
          <p:spPr bwMode="auto">
            <a:xfrm>
              <a:off x="3802096" y="5611245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23" name="Line 48"/>
            <p:cNvSpPr>
              <a:spLocks noChangeShapeType="1"/>
            </p:cNvSpPr>
            <p:nvPr/>
          </p:nvSpPr>
          <p:spPr bwMode="auto">
            <a:xfrm>
              <a:off x="3811621" y="5639820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24" name="Line 49"/>
            <p:cNvSpPr>
              <a:spLocks noChangeShapeType="1"/>
            </p:cNvSpPr>
            <p:nvPr/>
          </p:nvSpPr>
          <p:spPr bwMode="auto">
            <a:xfrm>
              <a:off x="3821146" y="566680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25" name="Line 50"/>
            <p:cNvSpPr>
              <a:spLocks noChangeShapeType="1"/>
            </p:cNvSpPr>
            <p:nvPr/>
          </p:nvSpPr>
          <p:spPr bwMode="auto">
            <a:xfrm>
              <a:off x="3830671" y="5690620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26" name="Line 51"/>
            <p:cNvSpPr>
              <a:spLocks noChangeShapeType="1"/>
            </p:cNvSpPr>
            <p:nvPr/>
          </p:nvSpPr>
          <p:spPr bwMode="auto">
            <a:xfrm>
              <a:off x="3840196" y="5712845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27" name="Line 52"/>
            <p:cNvSpPr>
              <a:spLocks noChangeShapeType="1"/>
            </p:cNvSpPr>
            <p:nvPr/>
          </p:nvSpPr>
          <p:spPr bwMode="auto">
            <a:xfrm>
              <a:off x="3848133" y="573030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28" name="Line 53"/>
            <p:cNvSpPr>
              <a:spLocks noChangeShapeType="1"/>
            </p:cNvSpPr>
            <p:nvPr/>
          </p:nvSpPr>
          <p:spPr bwMode="auto">
            <a:xfrm>
              <a:off x="3857658" y="5747770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29" name="Line 54"/>
            <p:cNvSpPr>
              <a:spLocks noChangeShapeType="1"/>
            </p:cNvSpPr>
            <p:nvPr/>
          </p:nvSpPr>
          <p:spPr bwMode="auto">
            <a:xfrm>
              <a:off x="3867183" y="5760470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30" name="Line 55"/>
            <p:cNvSpPr>
              <a:spLocks noChangeShapeType="1"/>
            </p:cNvSpPr>
            <p:nvPr/>
          </p:nvSpPr>
          <p:spPr bwMode="auto">
            <a:xfrm>
              <a:off x="3876708" y="5769995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31" name="Line 56"/>
            <p:cNvSpPr>
              <a:spLocks noChangeShapeType="1"/>
            </p:cNvSpPr>
            <p:nvPr/>
          </p:nvSpPr>
          <p:spPr bwMode="auto">
            <a:xfrm>
              <a:off x="3886233" y="5776345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32" name="Line 57"/>
            <p:cNvSpPr>
              <a:spLocks noChangeShapeType="1"/>
            </p:cNvSpPr>
            <p:nvPr/>
          </p:nvSpPr>
          <p:spPr bwMode="auto">
            <a:xfrm>
              <a:off x="3895758" y="5779520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33" name="Line 58"/>
            <p:cNvSpPr>
              <a:spLocks noChangeShapeType="1"/>
            </p:cNvSpPr>
            <p:nvPr/>
          </p:nvSpPr>
          <p:spPr bwMode="auto">
            <a:xfrm flipV="1">
              <a:off x="3903696" y="5776345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34" name="Line 59"/>
            <p:cNvSpPr>
              <a:spLocks noChangeShapeType="1"/>
            </p:cNvSpPr>
            <p:nvPr/>
          </p:nvSpPr>
          <p:spPr bwMode="auto">
            <a:xfrm flipV="1">
              <a:off x="3913221" y="5769995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35" name="Line 60"/>
            <p:cNvSpPr>
              <a:spLocks noChangeShapeType="1"/>
            </p:cNvSpPr>
            <p:nvPr/>
          </p:nvSpPr>
          <p:spPr bwMode="auto">
            <a:xfrm flipV="1">
              <a:off x="3922746" y="5760470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36" name="Line 61"/>
            <p:cNvSpPr>
              <a:spLocks noChangeShapeType="1"/>
            </p:cNvSpPr>
            <p:nvPr/>
          </p:nvSpPr>
          <p:spPr bwMode="auto">
            <a:xfrm flipV="1">
              <a:off x="3932271" y="5747770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37" name="Line 62"/>
            <p:cNvSpPr>
              <a:spLocks noChangeShapeType="1"/>
            </p:cNvSpPr>
            <p:nvPr/>
          </p:nvSpPr>
          <p:spPr bwMode="auto">
            <a:xfrm flipV="1">
              <a:off x="3941796" y="573030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38" name="Line 63"/>
            <p:cNvSpPr>
              <a:spLocks noChangeShapeType="1"/>
            </p:cNvSpPr>
            <p:nvPr/>
          </p:nvSpPr>
          <p:spPr bwMode="auto">
            <a:xfrm flipV="1">
              <a:off x="3951321" y="5712845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39" name="Line 64"/>
            <p:cNvSpPr>
              <a:spLocks noChangeShapeType="1"/>
            </p:cNvSpPr>
            <p:nvPr/>
          </p:nvSpPr>
          <p:spPr bwMode="auto">
            <a:xfrm flipV="1">
              <a:off x="3959258" y="5690620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40" name="Line 65"/>
            <p:cNvSpPr>
              <a:spLocks noChangeShapeType="1"/>
            </p:cNvSpPr>
            <p:nvPr/>
          </p:nvSpPr>
          <p:spPr bwMode="auto">
            <a:xfrm flipV="1">
              <a:off x="3968783" y="566680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41" name="Line 66"/>
            <p:cNvSpPr>
              <a:spLocks noChangeShapeType="1"/>
            </p:cNvSpPr>
            <p:nvPr/>
          </p:nvSpPr>
          <p:spPr bwMode="auto">
            <a:xfrm flipV="1">
              <a:off x="3978308" y="5639820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42" name="Line 67"/>
            <p:cNvSpPr>
              <a:spLocks noChangeShapeType="1"/>
            </p:cNvSpPr>
            <p:nvPr/>
          </p:nvSpPr>
          <p:spPr bwMode="auto">
            <a:xfrm flipV="1">
              <a:off x="3987833" y="5611245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43" name="Line 68"/>
            <p:cNvSpPr>
              <a:spLocks noChangeShapeType="1"/>
            </p:cNvSpPr>
            <p:nvPr/>
          </p:nvSpPr>
          <p:spPr bwMode="auto">
            <a:xfrm flipV="1">
              <a:off x="3997358" y="558108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44" name="Line 69"/>
            <p:cNvSpPr>
              <a:spLocks noChangeShapeType="1"/>
            </p:cNvSpPr>
            <p:nvPr/>
          </p:nvSpPr>
          <p:spPr bwMode="auto">
            <a:xfrm flipV="1">
              <a:off x="4005296" y="5549333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45" name="Line 70"/>
            <p:cNvSpPr>
              <a:spLocks noChangeShapeType="1"/>
            </p:cNvSpPr>
            <p:nvPr/>
          </p:nvSpPr>
          <p:spPr bwMode="auto">
            <a:xfrm flipV="1">
              <a:off x="4014821" y="55159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46" name="Line 71"/>
            <p:cNvSpPr>
              <a:spLocks noChangeShapeType="1"/>
            </p:cNvSpPr>
            <p:nvPr/>
          </p:nvSpPr>
          <p:spPr bwMode="auto">
            <a:xfrm flipV="1">
              <a:off x="4024346" y="5482658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47" name="Line 72"/>
            <p:cNvSpPr>
              <a:spLocks noChangeShapeType="1"/>
            </p:cNvSpPr>
            <p:nvPr/>
          </p:nvSpPr>
          <p:spPr bwMode="auto">
            <a:xfrm flipV="1">
              <a:off x="4033871" y="5447733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48" name="Line 73"/>
            <p:cNvSpPr>
              <a:spLocks noChangeShapeType="1"/>
            </p:cNvSpPr>
            <p:nvPr/>
          </p:nvSpPr>
          <p:spPr bwMode="auto">
            <a:xfrm flipV="1">
              <a:off x="4043396" y="54143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49" name="Line 74"/>
            <p:cNvSpPr>
              <a:spLocks noChangeShapeType="1"/>
            </p:cNvSpPr>
            <p:nvPr/>
          </p:nvSpPr>
          <p:spPr bwMode="auto">
            <a:xfrm flipV="1">
              <a:off x="4052921" y="5379470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50" name="Line 75"/>
            <p:cNvSpPr>
              <a:spLocks noChangeShapeType="1"/>
            </p:cNvSpPr>
            <p:nvPr/>
          </p:nvSpPr>
          <p:spPr bwMode="auto">
            <a:xfrm flipV="1">
              <a:off x="4060858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51" name="Line 76"/>
            <p:cNvSpPr>
              <a:spLocks noChangeShapeType="1"/>
            </p:cNvSpPr>
            <p:nvPr/>
          </p:nvSpPr>
          <p:spPr bwMode="auto">
            <a:xfrm flipV="1">
              <a:off x="4070383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52" name="Line 77"/>
            <p:cNvSpPr>
              <a:spLocks noChangeShapeType="1"/>
            </p:cNvSpPr>
            <p:nvPr/>
          </p:nvSpPr>
          <p:spPr bwMode="auto">
            <a:xfrm flipV="1">
              <a:off x="4079908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53" name="Line 78"/>
            <p:cNvSpPr>
              <a:spLocks noChangeShapeType="1"/>
            </p:cNvSpPr>
            <p:nvPr/>
          </p:nvSpPr>
          <p:spPr bwMode="auto">
            <a:xfrm flipV="1">
              <a:off x="4089433" y="524612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54" name="Line 79"/>
            <p:cNvSpPr>
              <a:spLocks noChangeShapeType="1"/>
            </p:cNvSpPr>
            <p:nvPr/>
          </p:nvSpPr>
          <p:spPr bwMode="auto">
            <a:xfrm flipV="1">
              <a:off x="4098958" y="521595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55" name="Line 80"/>
            <p:cNvSpPr>
              <a:spLocks noChangeShapeType="1"/>
            </p:cNvSpPr>
            <p:nvPr/>
          </p:nvSpPr>
          <p:spPr bwMode="auto">
            <a:xfrm flipV="1">
              <a:off x="4108483" y="5187383"/>
              <a:ext cx="7938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56" name="Line 81"/>
            <p:cNvSpPr>
              <a:spLocks noChangeShapeType="1"/>
            </p:cNvSpPr>
            <p:nvPr/>
          </p:nvSpPr>
          <p:spPr bwMode="auto">
            <a:xfrm flipV="1">
              <a:off x="4116421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57" name="Line 82"/>
            <p:cNvSpPr>
              <a:spLocks noChangeShapeType="1"/>
            </p:cNvSpPr>
            <p:nvPr/>
          </p:nvSpPr>
          <p:spPr bwMode="auto">
            <a:xfrm flipV="1">
              <a:off x="4125946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58" name="Line 83"/>
            <p:cNvSpPr>
              <a:spLocks noChangeShapeType="1"/>
            </p:cNvSpPr>
            <p:nvPr/>
          </p:nvSpPr>
          <p:spPr bwMode="auto">
            <a:xfrm flipV="1">
              <a:off x="4135471" y="5114358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59" name="Line 84"/>
            <p:cNvSpPr>
              <a:spLocks noChangeShapeType="1"/>
            </p:cNvSpPr>
            <p:nvPr/>
          </p:nvSpPr>
          <p:spPr bwMode="auto">
            <a:xfrm flipV="1">
              <a:off x="4144996" y="5095308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60" name="Line 85"/>
            <p:cNvSpPr>
              <a:spLocks noChangeShapeType="1"/>
            </p:cNvSpPr>
            <p:nvPr/>
          </p:nvSpPr>
          <p:spPr bwMode="auto">
            <a:xfrm flipV="1">
              <a:off x="4154521" y="5079433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61" name="Line 86"/>
            <p:cNvSpPr>
              <a:spLocks noChangeShapeType="1"/>
            </p:cNvSpPr>
            <p:nvPr/>
          </p:nvSpPr>
          <p:spPr bwMode="auto">
            <a:xfrm flipV="1">
              <a:off x="4162458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62" name="Line 87"/>
            <p:cNvSpPr>
              <a:spLocks noChangeShapeType="1"/>
            </p:cNvSpPr>
            <p:nvPr/>
          </p:nvSpPr>
          <p:spPr bwMode="auto">
            <a:xfrm flipV="1">
              <a:off x="4171983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63" name="Line 88"/>
            <p:cNvSpPr>
              <a:spLocks noChangeShapeType="1"/>
            </p:cNvSpPr>
            <p:nvPr/>
          </p:nvSpPr>
          <p:spPr bwMode="auto">
            <a:xfrm flipV="1">
              <a:off x="4181508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64" name="Line 89"/>
            <p:cNvSpPr>
              <a:spLocks noChangeShapeType="1"/>
            </p:cNvSpPr>
            <p:nvPr/>
          </p:nvSpPr>
          <p:spPr bwMode="auto">
            <a:xfrm flipV="1">
              <a:off x="4191033" y="5047683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65" name="Line 90"/>
            <p:cNvSpPr>
              <a:spLocks noChangeShapeType="1"/>
            </p:cNvSpPr>
            <p:nvPr/>
          </p:nvSpPr>
          <p:spPr bwMode="auto">
            <a:xfrm>
              <a:off x="4200558" y="5047683"/>
              <a:ext cx="9525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66" name="Line 91"/>
            <p:cNvSpPr>
              <a:spLocks noChangeShapeType="1"/>
            </p:cNvSpPr>
            <p:nvPr/>
          </p:nvSpPr>
          <p:spPr bwMode="auto">
            <a:xfrm>
              <a:off x="4210083" y="5047683"/>
              <a:ext cx="7938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67" name="Line 92"/>
            <p:cNvSpPr>
              <a:spLocks noChangeShapeType="1"/>
            </p:cNvSpPr>
            <p:nvPr/>
          </p:nvSpPr>
          <p:spPr bwMode="auto">
            <a:xfrm>
              <a:off x="4218021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68" name="Line 93"/>
            <p:cNvSpPr>
              <a:spLocks noChangeShapeType="1"/>
            </p:cNvSpPr>
            <p:nvPr/>
          </p:nvSpPr>
          <p:spPr bwMode="auto">
            <a:xfrm>
              <a:off x="4227546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69" name="Line 94"/>
            <p:cNvSpPr>
              <a:spLocks noChangeShapeType="1"/>
            </p:cNvSpPr>
            <p:nvPr/>
          </p:nvSpPr>
          <p:spPr bwMode="auto">
            <a:xfrm>
              <a:off x="4237071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70" name="Line 95"/>
            <p:cNvSpPr>
              <a:spLocks noChangeShapeType="1"/>
            </p:cNvSpPr>
            <p:nvPr/>
          </p:nvSpPr>
          <p:spPr bwMode="auto">
            <a:xfrm>
              <a:off x="4246596" y="5079433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71" name="Line 96"/>
            <p:cNvSpPr>
              <a:spLocks noChangeShapeType="1"/>
            </p:cNvSpPr>
            <p:nvPr/>
          </p:nvSpPr>
          <p:spPr bwMode="auto">
            <a:xfrm>
              <a:off x="4256121" y="5095308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72" name="Line 97"/>
            <p:cNvSpPr>
              <a:spLocks noChangeShapeType="1"/>
            </p:cNvSpPr>
            <p:nvPr/>
          </p:nvSpPr>
          <p:spPr bwMode="auto">
            <a:xfrm>
              <a:off x="4265646" y="5114358"/>
              <a:ext cx="7938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73" name="Line 98"/>
            <p:cNvSpPr>
              <a:spLocks noChangeShapeType="1"/>
            </p:cNvSpPr>
            <p:nvPr/>
          </p:nvSpPr>
          <p:spPr bwMode="auto">
            <a:xfrm>
              <a:off x="4273583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74" name="Line 99"/>
            <p:cNvSpPr>
              <a:spLocks noChangeShapeType="1"/>
            </p:cNvSpPr>
            <p:nvPr/>
          </p:nvSpPr>
          <p:spPr bwMode="auto">
            <a:xfrm>
              <a:off x="4283108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75" name="Line 100"/>
            <p:cNvSpPr>
              <a:spLocks noChangeShapeType="1"/>
            </p:cNvSpPr>
            <p:nvPr/>
          </p:nvSpPr>
          <p:spPr bwMode="auto">
            <a:xfrm>
              <a:off x="4292633" y="5187383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76" name="Line 101"/>
            <p:cNvSpPr>
              <a:spLocks noChangeShapeType="1"/>
            </p:cNvSpPr>
            <p:nvPr/>
          </p:nvSpPr>
          <p:spPr bwMode="auto">
            <a:xfrm>
              <a:off x="4302158" y="521595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77" name="Line 102"/>
            <p:cNvSpPr>
              <a:spLocks noChangeShapeType="1"/>
            </p:cNvSpPr>
            <p:nvPr/>
          </p:nvSpPr>
          <p:spPr bwMode="auto">
            <a:xfrm>
              <a:off x="4311683" y="5246120"/>
              <a:ext cx="7938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78" name="Line 103"/>
            <p:cNvSpPr>
              <a:spLocks noChangeShapeType="1"/>
            </p:cNvSpPr>
            <p:nvPr/>
          </p:nvSpPr>
          <p:spPr bwMode="auto">
            <a:xfrm>
              <a:off x="4319621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79" name="Line 104"/>
            <p:cNvSpPr>
              <a:spLocks noChangeShapeType="1"/>
            </p:cNvSpPr>
            <p:nvPr/>
          </p:nvSpPr>
          <p:spPr bwMode="auto">
            <a:xfrm>
              <a:off x="4329146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80" name="Line 105"/>
            <p:cNvSpPr>
              <a:spLocks noChangeShapeType="1"/>
            </p:cNvSpPr>
            <p:nvPr/>
          </p:nvSpPr>
          <p:spPr bwMode="auto">
            <a:xfrm>
              <a:off x="4338671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81" name="Line 106"/>
            <p:cNvSpPr>
              <a:spLocks noChangeShapeType="1"/>
            </p:cNvSpPr>
            <p:nvPr/>
          </p:nvSpPr>
          <p:spPr bwMode="auto">
            <a:xfrm>
              <a:off x="4348196" y="537947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82" name="Line 8"/>
            <p:cNvSpPr>
              <a:spLocks noChangeShapeType="1"/>
            </p:cNvSpPr>
            <p:nvPr/>
          </p:nvSpPr>
          <p:spPr bwMode="auto">
            <a:xfrm>
              <a:off x="4354744" y="540584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83" name="Line 9"/>
            <p:cNvSpPr>
              <a:spLocks noChangeShapeType="1"/>
            </p:cNvSpPr>
            <p:nvPr/>
          </p:nvSpPr>
          <p:spPr bwMode="auto">
            <a:xfrm>
              <a:off x="4364269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84" name="Line 10"/>
            <p:cNvSpPr>
              <a:spLocks noChangeShapeType="1"/>
            </p:cNvSpPr>
            <p:nvPr/>
          </p:nvSpPr>
          <p:spPr bwMode="auto">
            <a:xfrm>
              <a:off x="4373794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85" name="Line 11"/>
            <p:cNvSpPr>
              <a:spLocks noChangeShapeType="1"/>
            </p:cNvSpPr>
            <p:nvPr/>
          </p:nvSpPr>
          <p:spPr bwMode="auto">
            <a:xfrm>
              <a:off x="4383319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86" name="Line 12"/>
            <p:cNvSpPr>
              <a:spLocks noChangeShapeType="1"/>
            </p:cNvSpPr>
            <p:nvPr/>
          </p:nvSpPr>
          <p:spPr bwMode="auto">
            <a:xfrm>
              <a:off x="4392844" y="554236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87" name="Line 13"/>
            <p:cNvSpPr>
              <a:spLocks noChangeShapeType="1"/>
            </p:cNvSpPr>
            <p:nvPr/>
          </p:nvSpPr>
          <p:spPr bwMode="auto">
            <a:xfrm>
              <a:off x="4402369" y="557411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88" name="Line 14"/>
            <p:cNvSpPr>
              <a:spLocks noChangeShapeType="1"/>
            </p:cNvSpPr>
            <p:nvPr/>
          </p:nvSpPr>
          <p:spPr bwMode="auto">
            <a:xfrm>
              <a:off x="4410307" y="5604281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89" name="Line 15"/>
            <p:cNvSpPr>
              <a:spLocks noChangeShapeType="1"/>
            </p:cNvSpPr>
            <p:nvPr/>
          </p:nvSpPr>
          <p:spPr bwMode="auto">
            <a:xfrm>
              <a:off x="4419832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90" name="Line 16"/>
            <p:cNvSpPr>
              <a:spLocks noChangeShapeType="1"/>
            </p:cNvSpPr>
            <p:nvPr/>
          </p:nvSpPr>
          <p:spPr bwMode="auto">
            <a:xfrm>
              <a:off x="4429357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91" name="Line 17"/>
            <p:cNvSpPr>
              <a:spLocks noChangeShapeType="1"/>
            </p:cNvSpPr>
            <p:nvPr/>
          </p:nvSpPr>
          <p:spPr bwMode="auto">
            <a:xfrm>
              <a:off x="4438882" y="5683656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92" name="Line 18"/>
            <p:cNvSpPr>
              <a:spLocks noChangeShapeType="1"/>
            </p:cNvSpPr>
            <p:nvPr/>
          </p:nvSpPr>
          <p:spPr bwMode="auto">
            <a:xfrm>
              <a:off x="4448407" y="5705881"/>
              <a:ext cx="7938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93" name="Line 19"/>
            <p:cNvSpPr>
              <a:spLocks noChangeShapeType="1"/>
            </p:cNvSpPr>
            <p:nvPr/>
          </p:nvSpPr>
          <p:spPr bwMode="auto">
            <a:xfrm>
              <a:off x="4456344" y="5724931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94" name="Line 20"/>
            <p:cNvSpPr>
              <a:spLocks noChangeShapeType="1"/>
            </p:cNvSpPr>
            <p:nvPr/>
          </p:nvSpPr>
          <p:spPr bwMode="auto">
            <a:xfrm>
              <a:off x="4465869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95" name="Line 21"/>
            <p:cNvSpPr>
              <a:spLocks noChangeShapeType="1"/>
            </p:cNvSpPr>
            <p:nvPr/>
          </p:nvSpPr>
          <p:spPr bwMode="auto">
            <a:xfrm>
              <a:off x="4475394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96" name="Line 22"/>
            <p:cNvSpPr>
              <a:spLocks noChangeShapeType="1"/>
            </p:cNvSpPr>
            <p:nvPr/>
          </p:nvSpPr>
          <p:spPr bwMode="auto">
            <a:xfrm>
              <a:off x="4484919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97" name="Line 23"/>
            <p:cNvSpPr>
              <a:spLocks noChangeShapeType="1"/>
            </p:cNvSpPr>
            <p:nvPr/>
          </p:nvSpPr>
          <p:spPr bwMode="auto">
            <a:xfrm>
              <a:off x="4494444" y="5769381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98" name="Line 24"/>
            <p:cNvSpPr>
              <a:spLocks noChangeShapeType="1"/>
            </p:cNvSpPr>
            <p:nvPr/>
          </p:nvSpPr>
          <p:spPr bwMode="auto">
            <a:xfrm flipV="1">
              <a:off x="4503969" y="5770968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199" name="Line 25"/>
            <p:cNvSpPr>
              <a:spLocks noChangeShapeType="1"/>
            </p:cNvSpPr>
            <p:nvPr/>
          </p:nvSpPr>
          <p:spPr bwMode="auto">
            <a:xfrm flipV="1">
              <a:off x="4511907" y="5769381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00" name="Line 26"/>
            <p:cNvSpPr>
              <a:spLocks noChangeShapeType="1"/>
            </p:cNvSpPr>
            <p:nvPr/>
          </p:nvSpPr>
          <p:spPr bwMode="auto">
            <a:xfrm flipV="1">
              <a:off x="4521432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01" name="Line 27"/>
            <p:cNvSpPr>
              <a:spLocks noChangeShapeType="1"/>
            </p:cNvSpPr>
            <p:nvPr/>
          </p:nvSpPr>
          <p:spPr bwMode="auto">
            <a:xfrm flipV="1">
              <a:off x="4530957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02" name="Line 28"/>
            <p:cNvSpPr>
              <a:spLocks noChangeShapeType="1"/>
            </p:cNvSpPr>
            <p:nvPr/>
          </p:nvSpPr>
          <p:spPr bwMode="auto">
            <a:xfrm flipV="1">
              <a:off x="4540482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03" name="Line 29"/>
            <p:cNvSpPr>
              <a:spLocks noChangeShapeType="1"/>
            </p:cNvSpPr>
            <p:nvPr/>
          </p:nvSpPr>
          <p:spPr bwMode="auto">
            <a:xfrm flipV="1">
              <a:off x="4550007" y="5724931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04" name="Line 30"/>
            <p:cNvSpPr>
              <a:spLocks noChangeShapeType="1"/>
            </p:cNvSpPr>
            <p:nvPr/>
          </p:nvSpPr>
          <p:spPr bwMode="auto">
            <a:xfrm flipV="1">
              <a:off x="4557944" y="5705881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05" name="Line 31"/>
            <p:cNvSpPr>
              <a:spLocks noChangeShapeType="1"/>
            </p:cNvSpPr>
            <p:nvPr/>
          </p:nvSpPr>
          <p:spPr bwMode="auto">
            <a:xfrm flipV="1">
              <a:off x="4567469" y="5683656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06" name="Line 32"/>
            <p:cNvSpPr>
              <a:spLocks noChangeShapeType="1"/>
            </p:cNvSpPr>
            <p:nvPr/>
          </p:nvSpPr>
          <p:spPr bwMode="auto">
            <a:xfrm flipV="1">
              <a:off x="4576994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07" name="Line 33"/>
            <p:cNvSpPr>
              <a:spLocks noChangeShapeType="1"/>
            </p:cNvSpPr>
            <p:nvPr/>
          </p:nvSpPr>
          <p:spPr bwMode="auto">
            <a:xfrm flipV="1">
              <a:off x="4586519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08" name="Line 34"/>
            <p:cNvSpPr>
              <a:spLocks noChangeShapeType="1"/>
            </p:cNvSpPr>
            <p:nvPr/>
          </p:nvSpPr>
          <p:spPr bwMode="auto">
            <a:xfrm flipV="1">
              <a:off x="4596044" y="5604281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09" name="Line 35"/>
            <p:cNvSpPr>
              <a:spLocks noChangeShapeType="1"/>
            </p:cNvSpPr>
            <p:nvPr/>
          </p:nvSpPr>
          <p:spPr bwMode="auto">
            <a:xfrm flipV="1">
              <a:off x="4605569" y="557411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10" name="Line 36"/>
            <p:cNvSpPr>
              <a:spLocks noChangeShapeType="1"/>
            </p:cNvSpPr>
            <p:nvPr/>
          </p:nvSpPr>
          <p:spPr bwMode="auto">
            <a:xfrm flipV="1">
              <a:off x="4613507" y="554236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11" name="Line 37"/>
            <p:cNvSpPr>
              <a:spLocks noChangeShapeType="1"/>
            </p:cNvSpPr>
            <p:nvPr/>
          </p:nvSpPr>
          <p:spPr bwMode="auto">
            <a:xfrm flipV="1">
              <a:off x="4623032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12" name="Line 38"/>
            <p:cNvSpPr>
              <a:spLocks noChangeShapeType="1"/>
            </p:cNvSpPr>
            <p:nvPr/>
          </p:nvSpPr>
          <p:spPr bwMode="auto">
            <a:xfrm flipV="1">
              <a:off x="4632557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13" name="Line 39"/>
            <p:cNvSpPr>
              <a:spLocks noChangeShapeType="1"/>
            </p:cNvSpPr>
            <p:nvPr/>
          </p:nvSpPr>
          <p:spPr bwMode="auto">
            <a:xfrm flipV="1">
              <a:off x="4642082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14" name="Line 40"/>
            <p:cNvSpPr>
              <a:spLocks noChangeShapeType="1"/>
            </p:cNvSpPr>
            <p:nvPr/>
          </p:nvSpPr>
          <p:spPr bwMode="auto">
            <a:xfrm flipV="1">
              <a:off x="4651607" y="5405844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15" name="Line 41"/>
            <p:cNvSpPr>
              <a:spLocks noChangeShapeType="1"/>
            </p:cNvSpPr>
            <p:nvPr/>
          </p:nvSpPr>
          <p:spPr bwMode="auto">
            <a:xfrm flipV="1">
              <a:off x="4659544" y="53725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16" name="Line 42"/>
            <p:cNvSpPr>
              <a:spLocks noChangeShapeType="1"/>
            </p:cNvSpPr>
            <p:nvPr/>
          </p:nvSpPr>
          <p:spPr bwMode="auto">
            <a:xfrm flipV="1">
              <a:off x="4669069" y="5337581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17" name="Line 43"/>
            <p:cNvSpPr>
              <a:spLocks noChangeShapeType="1"/>
            </p:cNvSpPr>
            <p:nvPr/>
          </p:nvSpPr>
          <p:spPr bwMode="auto">
            <a:xfrm flipV="1">
              <a:off x="4678594" y="5304243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18" name="Line 44"/>
            <p:cNvSpPr>
              <a:spLocks noChangeShapeType="1"/>
            </p:cNvSpPr>
            <p:nvPr/>
          </p:nvSpPr>
          <p:spPr bwMode="auto">
            <a:xfrm flipV="1">
              <a:off x="4688119" y="52709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19" name="Line 45"/>
            <p:cNvSpPr>
              <a:spLocks noChangeShapeType="1"/>
            </p:cNvSpPr>
            <p:nvPr/>
          </p:nvSpPr>
          <p:spPr bwMode="auto">
            <a:xfrm flipV="1">
              <a:off x="4697644" y="5239156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20" name="Line 46"/>
            <p:cNvSpPr>
              <a:spLocks noChangeShapeType="1"/>
            </p:cNvSpPr>
            <p:nvPr/>
          </p:nvSpPr>
          <p:spPr bwMode="auto">
            <a:xfrm flipV="1">
              <a:off x="4707169" y="520899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21" name="Line 47"/>
            <p:cNvSpPr>
              <a:spLocks noChangeShapeType="1"/>
            </p:cNvSpPr>
            <p:nvPr/>
          </p:nvSpPr>
          <p:spPr bwMode="auto">
            <a:xfrm flipV="1">
              <a:off x="4715107" y="5180419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22" name="Line 48"/>
            <p:cNvSpPr>
              <a:spLocks noChangeShapeType="1"/>
            </p:cNvSpPr>
            <p:nvPr/>
          </p:nvSpPr>
          <p:spPr bwMode="auto">
            <a:xfrm flipV="1">
              <a:off x="4724632" y="5153431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23" name="Line 49"/>
            <p:cNvSpPr>
              <a:spLocks noChangeShapeType="1"/>
            </p:cNvSpPr>
            <p:nvPr/>
          </p:nvSpPr>
          <p:spPr bwMode="auto">
            <a:xfrm flipV="1">
              <a:off x="4734157" y="512961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24" name="Line 50"/>
            <p:cNvSpPr>
              <a:spLocks noChangeShapeType="1"/>
            </p:cNvSpPr>
            <p:nvPr/>
          </p:nvSpPr>
          <p:spPr bwMode="auto">
            <a:xfrm flipV="1">
              <a:off x="4743682" y="5107394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25" name="Line 51"/>
            <p:cNvSpPr>
              <a:spLocks noChangeShapeType="1"/>
            </p:cNvSpPr>
            <p:nvPr/>
          </p:nvSpPr>
          <p:spPr bwMode="auto">
            <a:xfrm flipV="1">
              <a:off x="4753207" y="5089931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26" name="Line 52"/>
            <p:cNvSpPr>
              <a:spLocks noChangeShapeType="1"/>
            </p:cNvSpPr>
            <p:nvPr/>
          </p:nvSpPr>
          <p:spPr bwMode="auto">
            <a:xfrm flipV="1">
              <a:off x="4761144" y="507246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27" name="Line 53"/>
            <p:cNvSpPr>
              <a:spLocks noChangeShapeType="1"/>
            </p:cNvSpPr>
            <p:nvPr/>
          </p:nvSpPr>
          <p:spPr bwMode="auto">
            <a:xfrm flipV="1">
              <a:off x="4770669" y="5059769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28" name="Line 54"/>
            <p:cNvSpPr>
              <a:spLocks noChangeShapeType="1"/>
            </p:cNvSpPr>
            <p:nvPr/>
          </p:nvSpPr>
          <p:spPr bwMode="auto">
            <a:xfrm flipV="1">
              <a:off x="4780194" y="5050244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29" name="Line 55"/>
            <p:cNvSpPr>
              <a:spLocks noChangeShapeType="1"/>
            </p:cNvSpPr>
            <p:nvPr/>
          </p:nvSpPr>
          <p:spPr bwMode="auto">
            <a:xfrm flipV="1">
              <a:off x="4789719" y="5043894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30" name="Line 56"/>
            <p:cNvSpPr>
              <a:spLocks noChangeShapeType="1"/>
            </p:cNvSpPr>
            <p:nvPr/>
          </p:nvSpPr>
          <p:spPr bwMode="auto">
            <a:xfrm flipV="1">
              <a:off x="4799244" y="5040719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31" name="Line 57"/>
            <p:cNvSpPr>
              <a:spLocks noChangeShapeType="1"/>
            </p:cNvSpPr>
            <p:nvPr/>
          </p:nvSpPr>
          <p:spPr bwMode="auto">
            <a:xfrm flipV="1">
              <a:off x="4808769" y="5039131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32" name="Line 58"/>
            <p:cNvSpPr>
              <a:spLocks noChangeShapeType="1"/>
            </p:cNvSpPr>
            <p:nvPr/>
          </p:nvSpPr>
          <p:spPr bwMode="auto">
            <a:xfrm>
              <a:off x="4816707" y="5040719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33" name="Line 59"/>
            <p:cNvSpPr>
              <a:spLocks noChangeShapeType="1"/>
            </p:cNvSpPr>
            <p:nvPr/>
          </p:nvSpPr>
          <p:spPr bwMode="auto">
            <a:xfrm>
              <a:off x="4826232" y="5043894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34" name="Line 60"/>
            <p:cNvSpPr>
              <a:spLocks noChangeShapeType="1"/>
            </p:cNvSpPr>
            <p:nvPr/>
          </p:nvSpPr>
          <p:spPr bwMode="auto">
            <a:xfrm>
              <a:off x="4835757" y="5050244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35" name="Line 61"/>
            <p:cNvSpPr>
              <a:spLocks noChangeShapeType="1"/>
            </p:cNvSpPr>
            <p:nvPr/>
          </p:nvSpPr>
          <p:spPr bwMode="auto">
            <a:xfrm>
              <a:off x="4845282" y="5059769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36" name="Line 62"/>
            <p:cNvSpPr>
              <a:spLocks noChangeShapeType="1"/>
            </p:cNvSpPr>
            <p:nvPr/>
          </p:nvSpPr>
          <p:spPr bwMode="auto">
            <a:xfrm>
              <a:off x="4854807" y="507246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37" name="Line 63"/>
            <p:cNvSpPr>
              <a:spLocks noChangeShapeType="1"/>
            </p:cNvSpPr>
            <p:nvPr/>
          </p:nvSpPr>
          <p:spPr bwMode="auto">
            <a:xfrm>
              <a:off x="4864332" y="5089931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38" name="Line 64"/>
            <p:cNvSpPr>
              <a:spLocks noChangeShapeType="1"/>
            </p:cNvSpPr>
            <p:nvPr/>
          </p:nvSpPr>
          <p:spPr bwMode="auto">
            <a:xfrm>
              <a:off x="4872269" y="5107394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39" name="Line 65"/>
            <p:cNvSpPr>
              <a:spLocks noChangeShapeType="1"/>
            </p:cNvSpPr>
            <p:nvPr/>
          </p:nvSpPr>
          <p:spPr bwMode="auto">
            <a:xfrm>
              <a:off x="4881794" y="512961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40" name="Line 66"/>
            <p:cNvSpPr>
              <a:spLocks noChangeShapeType="1"/>
            </p:cNvSpPr>
            <p:nvPr/>
          </p:nvSpPr>
          <p:spPr bwMode="auto">
            <a:xfrm>
              <a:off x="4891319" y="5153431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41" name="Line 67"/>
            <p:cNvSpPr>
              <a:spLocks noChangeShapeType="1"/>
            </p:cNvSpPr>
            <p:nvPr/>
          </p:nvSpPr>
          <p:spPr bwMode="auto">
            <a:xfrm>
              <a:off x="4900844" y="5180419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42" name="Line 68"/>
            <p:cNvSpPr>
              <a:spLocks noChangeShapeType="1"/>
            </p:cNvSpPr>
            <p:nvPr/>
          </p:nvSpPr>
          <p:spPr bwMode="auto">
            <a:xfrm>
              <a:off x="4910369" y="520899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43" name="Line 69"/>
            <p:cNvSpPr>
              <a:spLocks noChangeShapeType="1"/>
            </p:cNvSpPr>
            <p:nvPr/>
          </p:nvSpPr>
          <p:spPr bwMode="auto">
            <a:xfrm>
              <a:off x="4918307" y="5239156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44" name="Line 70"/>
            <p:cNvSpPr>
              <a:spLocks noChangeShapeType="1"/>
            </p:cNvSpPr>
            <p:nvPr/>
          </p:nvSpPr>
          <p:spPr bwMode="auto">
            <a:xfrm>
              <a:off x="4927832" y="52709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45" name="Line 71"/>
            <p:cNvSpPr>
              <a:spLocks noChangeShapeType="1"/>
            </p:cNvSpPr>
            <p:nvPr/>
          </p:nvSpPr>
          <p:spPr bwMode="auto">
            <a:xfrm>
              <a:off x="4937357" y="5304243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46" name="Line 72"/>
            <p:cNvSpPr>
              <a:spLocks noChangeShapeType="1"/>
            </p:cNvSpPr>
            <p:nvPr/>
          </p:nvSpPr>
          <p:spPr bwMode="auto">
            <a:xfrm>
              <a:off x="4946882" y="5337581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47" name="Line 73"/>
            <p:cNvSpPr>
              <a:spLocks noChangeShapeType="1"/>
            </p:cNvSpPr>
            <p:nvPr/>
          </p:nvSpPr>
          <p:spPr bwMode="auto">
            <a:xfrm>
              <a:off x="4956407" y="53725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48" name="Line 74"/>
            <p:cNvSpPr>
              <a:spLocks noChangeShapeType="1"/>
            </p:cNvSpPr>
            <p:nvPr/>
          </p:nvSpPr>
          <p:spPr bwMode="auto">
            <a:xfrm>
              <a:off x="4965932" y="5405844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49" name="Line 75"/>
            <p:cNvSpPr>
              <a:spLocks noChangeShapeType="1"/>
            </p:cNvSpPr>
            <p:nvPr/>
          </p:nvSpPr>
          <p:spPr bwMode="auto">
            <a:xfrm>
              <a:off x="4973869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50" name="Line 76"/>
            <p:cNvSpPr>
              <a:spLocks noChangeShapeType="1"/>
            </p:cNvSpPr>
            <p:nvPr/>
          </p:nvSpPr>
          <p:spPr bwMode="auto">
            <a:xfrm>
              <a:off x="4983394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51" name="Line 77"/>
            <p:cNvSpPr>
              <a:spLocks noChangeShapeType="1"/>
            </p:cNvSpPr>
            <p:nvPr/>
          </p:nvSpPr>
          <p:spPr bwMode="auto">
            <a:xfrm>
              <a:off x="4992919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52" name="Line 78"/>
            <p:cNvSpPr>
              <a:spLocks noChangeShapeType="1"/>
            </p:cNvSpPr>
            <p:nvPr/>
          </p:nvSpPr>
          <p:spPr bwMode="auto">
            <a:xfrm>
              <a:off x="5002444" y="554236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53" name="Line 79"/>
            <p:cNvSpPr>
              <a:spLocks noChangeShapeType="1"/>
            </p:cNvSpPr>
            <p:nvPr/>
          </p:nvSpPr>
          <p:spPr bwMode="auto">
            <a:xfrm>
              <a:off x="5011969" y="557411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54" name="Line 80"/>
            <p:cNvSpPr>
              <a:spLocks noChangeShapeType="1"/>
            </p:cNvSpPr>
            <p:nvPr/>
          </p:nvSpPr>
          <p:spPr bwMode="auto">
            <a:xfrm>
              <a:off x="5021494" y="5604281"/>
              <a:ext cx="7938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55" name="Line 81"/>
            <p:cNvSpPr>
              <a:spLocks noChangeShapeType="1"/>
            </p:cNvSpPr>
            <p:nvPr/>
          </p:nvSpPr>
          <p:spPr bwMode="auto">
            <a:xfrm>
              <a:off x="5029432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56" name="Line 82"/>
            <p:cNvSpPr>
              <a:spLocks noChangeShapeType="1"/>
            </p:cNvSpPr>
            <p:nvPr/>
          </p:nvSpPr>
          <p:spPr bwMode="auto">
            <a:xfrm>
              <a:off x="5038957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57" name="Line 83"/>
            <p:cNvSpPr>
              <a:spLocks noChangeShapeType="1"/>
            </p:cNvSpPr>
            <p:nvPr/>
          </p:nvSpPr>
          <p:spPr bwMode="auto">
            <a:xfrm>
              <a:off x="5048482" y="5683656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58" name="Line 84"/>
            <p:cNvSpPr>
              <a:spLocks noChangeShapeType="1"/>
            </p:cNvSpPr>
            <p:nvPr/>
          </p:nvSpPr>
          <p:spPr bwMode="auto">
            <a:xfrm>
              <a:off x="5058007" y="5705881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59" name="Line 85"/>
            <p:cNvSpPr>
              <a:spLocks noChangeShapeType="1"/>
            </p:cNvSpPr>
            <p:nvPr/>
          </p:nvSpPr>
          <p:spPr bwMode="auto">
            <a:xfrm>
              <a:off x="5067532" y="5724931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60" name="Line 86"/>
            <p:cNvSpPr>
              <a:spLocks noChangeShapeType="1"/>
            </p:cNvSpPr>
            <p:nvPr/>
          </p:nvSpPr>
          <p:spPr bwMode="auto">
            <a:xfrm>
              <a:off x="5075469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61" name="Line 87"/>
            <p:cNvSpPr>
              <a:spLocks noChangeShapeType="1"/>
            </p:cNvSpPr>
            <p:nvPr/>
          </p:nvSpPr>
          <p:spPr bwMode="auto">
            <a:xfrm>
              <a:off x="5084994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62" name="Line 88"/>
            <p:cNvSpPr>
              <a:spLocks noChangeShapeType="1"/>
            </p:cNvSpPr>
            <p:nvPr/>
          </p:nvSpPr>
          <p:spPr bwMode="auto">
            <a:xfrm>
              <a:off x="5094519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63" name="Line 89"/>
            <p:cNvSpPr>
              <a:spLocks noChangeShapeType="1"/>
            </p:cNvSpPr>
            <p:nvPr/>
          </p:nvSpPr>
          <p:spPr bwMode="auto">
            <a:xfrm>
              <a:off x="5104044" y="5769381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64" name="Line 90"/>
            <p:cNvSpPr>
              <a:spLocks noChangeShapeType="1"/>
            </p:cNvSpPr>
            <p:nvPr/>
          </p:nvSpPr>
          <p:spPr bwMode="auto">
            <a:xfrm flipV="1">
              <a:off x="5113569" y="5770968"/>
              <a:ext cx="9525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65" name="Line 91"/>
            <p:cNvSpPr>
              <a:spLocks noChangeShapeType="1"/>
            </p:cNvSpPr>
            <p:nvPr/>
          </p:nvSpPr>
          <p:spPr bwMode="auto">
            <a:xfrm flipV="1">
              <a:off x="5123094" y="5769381"/>
              <a:ext cx="7938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66" name="Line 92"/>
            <p:cNvSpPr>
              <a:spLocks noChangeShapeType="1"/>
            </p:cNvSpPr>
            <p:nvPr/>
          </p:nvSpPr>
          <p:spPr bwMode="auto">
            <a:xfrm flipV="1">
              <a:off x="5131032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67" name="Line 93"/>
            <p:cNvSpPr>
              <a:spLocks noChangeShapeType="1"/>
            </p:cNvSpPr>
            <p:nvPr/>
          </p:nvSpPr>
          <p:spPr bwMode="auto">
            <a:xfrm flipV="1">
              <a:off x="5140557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68" name="Line 94"/>
            <p:cNvSpPr>
              <a:spLocks noChangeShapeType="1"/>
            </p:cNvSpPr>
            <p:nvPr/>
          </p:nvSpPr>
          <p:spPr bwMode="auto">
            <a:xfrm flipV="1">
              <a:off x="5150082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69" name="Line 95"/>
            <p:cNvSpPr>
              <a:spLocks noChangeShapeType="1"/>
            </p:cNvSpPr>
            <p:nvPr/>
          </p:nvSpPr>
          <p:spPr bwMode="auto">
            <a:xfrm flipV="1">
              <a:off x="5159607" y="5724931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70" name="Line 96"/>
            <p:cNvSpPr>
              <a:spLocks noChangeShapeType="1"/>
            </p:cNvSpPr>
            <p:nvPr/>
          </p:nvSpPr>
          <p:spPr bwMode="auto">
            <a:xfrm flipV="1">
              <a:off x="5169132" y="5705881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71" name="Line 97"/>
            <p:cNvSpPr>
              <a:spLocks noChangeShapeType="1"/>
            </p:cNvSpPr>
            <p:nvPr/>
          </p:nvSpPr>
          <p:spPr bwMode="auto">
            <a:xfrm flipV="1">
              <a:off x="5178657" y="5683656"/>
              <a:ext cx="7938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72" name="Line 98"/>
            <p:cNvSpPr>
              <a:spLocks noChangeShapeType="1"/>
            </p:cNvSpPr>
            <p:nvPr/>
          </p:nvSpPr>
          <p:spPr bwMode="auto">
            <a:xfrm flipV="1">
              <a:off x="5186594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73" name="Line 99"/>
            <p:cNvSpPr>
              <a:spLocks noChangeShapeType="1"/>
            </p:cNvSpPr>
            <p:nvPr/>
          </p:nvSpPr>
          <p:spPr bwMode="auto">
            <a:xfrm flipV="1">
              <a:off x="5196119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74" name="Line 100"/>
            <p:cNvSpPr>
              <a:spLocks noChangeShapeType="1"/>
            </p:cNvSpPr>
            <p:nvPr/>
          </p:nvSpPr>
          <p:spPr bwMode="auto">
            <a:xfrm flipV="1">
              <a:off x="5205644" y="5604281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75" name="Line 101"/>
            <p:cNvSpPr>
              <a:spLocks noChangeShapeType="1"/>
            </p:cNvSpPr>
            <p:nvPr/>
          </p:nvSpPr>
          <p:spPr bwMode="auto">
            <a:xfrm flipV="1">
              <a:off x="5215169" y="557411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76" name="Line 102"/>
            <p:cNvSpPr>
              <a:spLocks noChangeShapeType="1"/>
            </p:cNvSpPr>
            <p:nvPr/>
          </p:nvSpPr>
          <p:spPr bwMode="auto">
            <a:xfrm flipV="1">
              <a:off x="5224694" y="5542369"/>
              <a:ext cx="7938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77" name="Line 103"/>
            <p:cNvSpPr>
              <a:spLocks noChangeShapeType="1"/>
            </p:cNvSpPr>
            <p:nvPr/>
          </p:nvSpPr>
          <p:spPr bwMode="auto">
            <a:xfrm flipV="1">
              <a:off x="5232632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78" name="Line 104"/>
            <p:cNvSpPr>
              <a:spLocks noChangeShapeType="1"/>
            </p:cNvSpPr>
            <p:nvPr/>
          </p:nvSpPr>
          <p:spPr bwMode="auto">
            <a:xfrm flipV="1">
              <a:off x="5242157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79" name="Line 105"/>
            <p:cNvSpPr>
              <a:spLocks noChangeShapeType="1"/>
            </p:cNvSpPr>
            <p:nvPr/>
          </p:nvSpPr>
          <p:spPr bwMode="auto">
            <a:xfrm flipV="1">
              <a:off x="5251682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80" name="Line 106"/>
            <p:cNvSpPr>
              <a:spLocks noChangeShapeType="1"/>
            </p:cNvSpPr>
            <p:nvPr/>
          </p:nvSpPr>
          <p:spPr bwMode="auto">
            <a:xfrm flipV="1">
              <a:off x="5261207" y="540584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281" name="Line 135"/>
            <p:cNvSpPr>
              <a:spLocks noChangeShapeType="1"/>
            </p:cNvSpPr>
            <p:nvPr/>
          </p:nvSpPr>
          <p:spPr bwMode="auto">
            <a:xfrm>
              <a:off x="4648432" y="5364568"/>
              <a:ext cx="3175" cy="79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921" name="TextBox 2356"/>
          <p:cNvSpPr txBox="1">
            <a:spLocks noChangeArrowheads="1"/>
          </p:cNvSpPr>
          <p:nvPr/>
        </p:nvSpPr>
        <p:spPr bwMode="auto">
          <a:xfrm>
            <a:off x="5032375" y="1708150"/>
            <a:ext cx="3225800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400" i="1"/>
              <a:t>Reflected wave is inverted and forms a standing wave</a:t>
            </a:r>
          </a:p>
        </p:txBody>
      </p:sp>
      <p:sp>
        <p:nvSpPr>
          <p:cNvPr id="635922" name="Line 126"/>
          <p:cNvSpPr>
            <a:spLocks noChangeShapeType="1"/>
          </p:cNvSpPr>
          <p:nvPr/>
        </p:nvSpPr>
        <p:spPr bwMode="auto">
          <a:xfrm flipV="1">
            <a:off x="5667375" y="4283075"/>
            <a:ext cx="158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23" name="Line 127"/>
          <p:cNvSpPr>
            <a:spLocks noChangeShapeType="1"/>
          </p:cNvSpPr>
          <p:nvPr/>
        </p:nvSpPr>
        <p:spPr bwMode="auto">
          <a:xfrm flipV="1">
            <a:off x="5668963" y="4273550"/>
            <a:ext cx="9525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24" name="Line 128"/>
          <p:cNvSpPr>
            <a:spLocks noChangeShapeType="1"/>
          </p:cNvSpPr>
          <p:nvPr/>
        </p:nvSpPr>
        <p:spPr bwMode="auto">
          <a:xfrm flipV="1">
            <a:off x="5678488" y="4271963"/>
            <a:ext cx="1587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25" name="Line 129"/>
          <p:cNvSpPr>
            <a:spLocks noChangeShapeType="1"/>
          </p:cNvSpPr>
          <p:nvPr/>
        </p:nvSpPr>
        <p:spPr bwMode="auto">
          <a:xfrm flipV="1">
            <a:off x="5691188" y="4252913"/>
            <a:ext cx="6350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26" name="Line 130"/>
          <p:cNvSpPr>
            <a:spLocks noChangeShapeType="1"/>
          </p:cNvSpPr>
          <p:nvPr/>
        </p:nvSpPr>
        <p:spPr bwMode="auto">
          <a:xfrm flipV="1">
            <a:off x="5697538" y="4246563"/>
            <a:ext cx="4762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27" name="Line 131"/>
          <p:cNvSpPr>
            <a:spLocks noChangeShapeType="1"/>
          </p:cNvSpPr>
          <p:nvPr/>
        </p:nvSpPr>
        <p:spPr bwMode="auto">
          <a:xfrm flipV="1">
            <a:off x="5713413" y="4229100"/>
            <a:ext cx="1587" cy="47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28" name="Line 132"/>
          <p:cNvSpPr>
            <a:spLocks noChangeShapeType="1"/>
          </p:cNvSpPr>
          <p:nvPr/>
        </p:nvSpPr>
        <p:spPr bwMode="auto">
          <a:xfrm flipV="1">
            <a:off x="5715000" y="4219575"/>
            <a:ext cx="7938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29" name="Line 133"/>
          <p:cNvSpPr>
            <a:spLocks noChangeShapeType="1"/>
          </p:cNvSpPr>
          <p:nvPr/>
        </p:nvSpPr>
        <p:spPr bwMode="auto">
          <a:xfrm flipV="1">
            <a:off x="5732463" y="4203700"/>
            <a:ext cx="1587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30" name="Line 134"/>
          <p:cNvSpPr>
            <a:spLocks noChangeShapeType="1"/>
          </p:cNvSpPr>
          <p:nvPr/>
        </p:nvSpPr>
        <p:spPr bwMode="auto">
          <a:xfrm flipV="1">
            <a:off x="5734050" y="4192588"/>
            <a:ext cx="7938" cy="1111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31" name="Line 135"/>
          <p:cNvSpPr>
            <a:spLocks noChangeShapeType="1"/>
          </p:cNvSpPr>
          <p:nvPr/>
        </p:nvSpPr>
        <p:spPr bwMode="auto">
          <a:xfrm flipV="1">
            <a:off x="5749925" y="4175125"/>
            <a:ext cx="317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32" name="Line 136"/>
          <p:cNvSpPr>
            <a:spLocks noChangeShapeType="1"/>
          </p:cNvSpPr>
          <p:nvPr/>
        </p:nvSpPr>
        <p:spPr bwMode="auto">
          <a:xfrm flipV="1">
            <a:off x="5753100" y="4165600"/>
            <a:ext cx="6350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33" name="Line 137"/>
          <p:cNvSpPr>
            <a:spLocks noChangeShapeType="1"/>
          </p:cNvSpPr>
          <p:nvPr/>
        </p:nvSpPr>
        <p:spPr bwMode="auto">
          <a:xfrm flipV="1">
            <a:off x="5768975" y="4148138"/>
            <a:ext cx="1588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34" name="Line 138"/>
          <p:cNvSpPr>
            <a:spLocks noChangeShapeType="1"/>
          </p:cNvSpPr>
          <p:nvPr/>
        </p:nvSpPr>
        <p:spPr bwMode="auto">
          <a:xfrm flipV="1">
            <a:off x="5770563" y="4138613"/>
            <a:ext cx="7937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35" name="Line 139"/>
          <p:cNvSpPr>
            <a:spLocks noChangeShapeType="1"/>
          </p:cNvSpPr>
          <p:nvPr/>
        </p:nvSpPr>
        <p:spPr bwMode="auto">
          <a:xfrm flipV="1">
            <a:off x="5786438" y="4119563"/>
            <a:ext cx="3175" cy="47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36" name="Line 140"/>
          <p:cNvSpPr>
            <a:spLocks noChangeShapeType="1"/>
          </p:cNvSpPr>
          <p:nvPr/>
        </p:nvSpPr>
        <p:spPr bwMode="auto">
          <a:xfrm flipV="1">
            <a:off x="5789613" y="4110038"/>
            <a:ext cx="6350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37" name="Line 141"/>
          <p:cNvSpPr>
            <a:spLocks noChangeShapeType="1"/>
          </p:cNvSpPr>
          <p:nvPr/>
        </p:nvSpPr>
        <p:spPr bwMode="auto">
          <a:xfrm flipV="1">
            <a:off x="5805488" y="4094163"/>
            <a:ext cx="317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38" name="Line 142"/>
          <p:cNvSpPr>
            <a:spLocks noChangeShapeType="1"/>
          </p:cNvSpPr>
          <p:nvPr/>
        </p:nvSpPr>
        <p:spPr bwMode="auto">
          <a:xfrm flipV="1">
            <a:off x="5808663" y="4084638"/>
            <a:ext cx="7937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39" name="Line 143"/>
          <p:cNvSpPr>
            <a:spLocks noChangeShapeType="1"/>
          </p:cNvSpPr>
          <p:nvPr/>
        </p:nvSpPr>
        <p:spPr bwMode="auto">
          <a:xfrm flipV="1">
            <a:off x="5826125" y="4060825"/>
            <a:ext cx="9525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40" name="Line 144"/>
          <p:cNvSpPr>
            <a:spLocks noChangeShapeType="1"/>
          </p:cNvSpPr>
          <p:nvPr/>
        </p:nvSpPr>
        <p:spPr bwMode="auto">
          <a:xfrm flipV="1">
            <a:off x="5835650" y="4057650"/>
            <a:ext cx="1588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41" name="Line 145"/>
          <p:cNvSpPr>
            <a:spLocks noChangeShapeType="1"/>
          </p:cNvSpPr>
          <p:nvPr/>
        </p:nvSpPr>
        <p:spPr bwMode="auto">
          <a:xfrm flipV="1">
            <a:off x="5849938" y="4041775"/>
            <a:ext cx="4762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42" name="Line 146"/>
          <p:cNvSpPr>
            <a:spLocks noChangeShapeType="1"/>
          </p:cNvSpPr>
          <p:nvPr/>
        </p:nvSpPr>
        <p:spPr bwMode="auto">
          <a:xfrm flipV="1">
            <a:off x="5854700" y="4033838"/>
            <a:ext cx="7938" cy="793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43" name="Line 147"/>
          <p:cNvSpPr>
            <a:spLocks noChangeShapeType="1"/>
          </p:cNvSpPr>
          <p:nvPr/>
        </p:nvSpPr>
        <p:spPr bwMode="auto">
          <a:xfrm flipV="1">
            <a:off x="5862638" y="4033838"/>
            <a:ext cx="1587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44" name="Line 148"/>
          <p:cNvSpPr>
            <a:spLocks noChangeShapeType="1"/>
          </p:cNvSpPr>
          <p:nvPr/>
        </p:nvSpPr>
        <p:spPr bwMode="auto">
          <a:xfrm flipV="1">
            <a:off x="5878513" y="4022725"/>
            <a:ext cx="3175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45" name="Line 149"/>
          <p:cNvSpPr>
            <a:spLocks noChangeShapeType="1"/>
          </p:cNvSpPr>
          <p:nvPr/>
        </p:nvSpPr>
        <p:spPr bwMode="auto">
          <a:xfrm flipV="1">
            <a:off x="5881688" y="4019550"/>
            <a:ext cx="952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46" name="Line 150"/>
          <p:cNvSpPr>
            <a:spLocks noChangeShapeType="1"/>
          </p:cNvSpPr>
          <p:nvPr/>
        </p:nvSpPr>
        <p:spPr bwMode="auto">
          <a:xfrm flipV="1">
            <a:off x="5891213" y="4016375"/>
            <a:ext cx="6350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47" name="Line 151"/>
          <p:cNvSpPr>
            <a:spLocks noChangeShapeType="1"/>
          </p:cNvSpPr>
          <p:nvPr/>
        </p:nvSpPr>
        <p:spPr bwMode="auto">
          <a:xfrm>
            <a:off x="5916613" y="4014788"/>
            <a:ext cx="1587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48" name="Line 152"/>
          <p:cNvSpPr>
            <a:spLocks noChangeShapeType="1"/>
          </p:cNvSpPr>
          <p:nvPr/>
        </p:nvSpPr>
        <p:spPr bwMode="auto">
          <a:xfrm>
            <a:off x="5918200" y="4014788"/>
            <a:ext cx="9525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49" name="Line 153"/>
          <p:cNvSpPr>
            <a:spLocks noChangeShapeType="1"/>
          </p:cNvSpPr>
          <p:nvPr/>
        </p:nvSpPr>
        <p:spPr bwMode="auto">
          <a:xfrm>
            <a:off x="5927725" y="4016375"/>
            <a:ext cx="952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50" name="Line 154"/>
          <p:cNvSpPr>
            <a:spLocks noChangeShapeType="1"/>
          </p:cNvSpPr>
          <p:nvPr/>
        </p:nvSpPr>
        <p:spPr bwMode="auto">
          <a:xfrm>
            <a:off x="5954713" y="4027488"/>
            <a:ext cx="1587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51" name="Line 155"/>
          <p:cNvSpPr>
            <a:spLocks noChangeShapeType="1"/>
          </p:cNvSpPr>
          <p:nvPr/>
        </p:nvSpPr>
        <p:spPr bwMode="auto">
          <a:xfrm>
            <a:off x="5956300" y="4027488"/>
            <a:ext cx="9525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52" name="Line 156"/>
          <p:cNvSpPr>
            <a:spLocks noChangeShapeType="1"/>
          </p:cNvSpPr>
          <p:nvPr/>
        </p:nvSpPr>
        <p:spPr bwMode="auto">
          <a:xfrm>
            <a:off x="5965825" y="4033838"/>
            <a:ext cx="3175" cy="47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53" name="Line 157"/>
          <p:cNvSpPr>
            <a:spLocks noChangeShapeType="1"/>
          </p:cNvSpPr>
          <p:nvPr/>
        </p:nvSpPr>
        <p:spPr bwMode="auto">
          <a:xfrm>
            <a:off x="5981700" y="4049713"/>
            <a:ext cx="1588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54" name="Line 158"/>
          <p:cNvSpPr>
            <a:spLocks noChangeShapeType="1"/>
          </p:cNvSpPr>
          <p:nvPr/>
        </p:nvSpPr>
        <p:spPr bwMode="auto">
          <a:xfrm>
            <a:off x="5983288" y="4051300"/>
            <a:ext cx="9525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55" name="Line 159"/>
          <p:cNvSpPr>
            <a:spLocks noChangeShapeType="1"/>
          </p:cNvSpPr>
          <p:nvPr/>
        </p:nvSpPr>
        <p:spPr bwMode="auto">
          <a:xfrm>
            <a:off x="5992813" y="4060825"/>
            <a:ext cx="1587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56" name="Line 160"/>
          <p:cNvSpPr>
            <a:spLocks noChangeShapeType="1"/>
          </p:cNvSpPr>
          <p:nvPr/>
        </p:nvSpPr>
        <p:spPr bwMode="auto">
          <a:xfrm>
            <a:off x="6005513" y="4075113"/>
            <a:ext cx="6350" cy="793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57" name="Line 161"/>
          <p:cNvSpPr>
            <a:spLocks noChangeShapeType="1"/>
          </p:cNvSpPr>
          <p:nvPr/>
        </p:nvSpPr>
        <p:spPr bwMode="auto">
          <a:xfrm>
            <a:off x="6011863" y="4083050"/>
            <a:ext cx="3175" cy="47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58" name="Line 162"/>
          <p:cNvSpPr>
            <a:spLocks noChangeShapeType="1"/>
          </p:cNvSpPr>
          <p:nvPr/>
        </p:nvSpPr>
        <p:spPr bwMode="auto">
          <a:xfrm>
            <a:off x="6026150" y="4100513"/>
            <a:ext cx="3175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59" name="Line 163"/>
          <p:cNvSpPr>
            <a:spLocks noChangeShapeType="1"/>
          </p:cNvSpPr>
          <p:nvPr/>
        </p:nvSpPr>
        <p:spPr bwMode="auto">
          <a:xfrm>
            <a:off x="6029325" y="4106863"/>
            <a:ext cx="6350" cy="793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60" name="Line 164"/>
          <p:cNvSpPr>
            <a:spLocks noChangeShapeType="1"/>
          </p:cNvSpPr>
          <p:nvPr/>
        </p:nvSpPr>
        <p:spPr bwMode="auto">
          <a:xfrm>
            <a:off x="6043613" y="4129088"/>
            <a:ext cx="4762" cy="47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61" name="Line 165"/>
          <p:cNvSpPr>
            <a:spLocks noChangeShapeType="1"/>
          </p:cNvSpPr>
          <p:nvPr/>
        </p:nvSpPr>
        <p:spPr bwMode="auto">
          <a:xfrm>
            <a:off x="6048375" y="4133850"/>
            <a:ext cx="4763" cy="793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62" name="Line 166"/>
          <p:cNvSpPr>
            <a:spLocks noChangeShapeType="1"/>
          </p:cNvSpPr>
          <p:nvPr/>
        </p:nvSpPr>
        <p:spPr bwMode="auto">
          <a:xfrm>
            <a:off x="6062663" y="4156075"/>
            <a:ext cx="4762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63" name="Line 167"/>
          <p:cNvSpPr>
            <a:spLocks noChangeShapeType="1"/>
          </p:cNvSpPr>
          <p:nvPr/>
        </p:nvSpPr>
        <p:spPr bwMode="auto">
          <a:xfrm>
            <a:off x="6067425" y="4162425"/>
            <a:ext cx="4763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64" name="Line 168"/>
          <p:cNvSpPr>
            <a:spLocks noChangeShapeType="1"/>
          </p:cNvSpPr>
          <p:nvPr/>
        </p:nvSpPr>
        <p:spPr bwMode="auto">
          <a:xfrm>
            <a:off x="6080125" y="4183063"/>
            <a:ext cx="4763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65" name="Line 169"/>
          <p:cNvSpPr>
            <a:spLocks noChangeShapeType="1"/>
          </p:cNvSpPr>
          <p:nvPr/>
        </p:nvSpPr>
        <p:spPr bwMode="auto">
          <a:xfrm>
            <a:off x="6084888" y="4189413"/>
            <a:ext cx="4762" cy="793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66" name="Line 170"/>
          <p:cNvSpPr>
            <a:spLocks noChangeShapeType="1"/>
          </p:cNvSpPr>
          <p:nvPr/>
        </p:nvSpPr>
        <p:spPr bwMode="auto">
          <a:xfrm>
            <a:off x="6099175" y="4210050"/>
            <a:ext cx="4763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67" name="Line 171"/>
          <p:cNvSpPr>
            <a:spLocks noChangeShapeType="1"/>
          </p:cNvSpPr>
          <p:nvPr/>
        </p:nvSpPr>
        <p:spPr bwMode="auto">
          <a:xfrm>
            <a:off x="6103938" y="4216400"/>
            <a:ext cx="4762" cy="793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68" name="Line 172"/>
          <p:cNvSpPr>
            <a:spLocks noChangeShapeType="1"/>
          </p:cNvSpPr>
          <p:nvPr/>
        </p:nvSpPr>
        <p:spPr bwMode="auto">
          <a:xfrm>
            <a:off x="6118225" y="4237038"/>
            <a:ext cx="4763" cy="47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69" name="Line 173"/>
          <p:cNvSpPr>
            <a:spLocks noChangeShapeType="1"/>
          </p:cNvSpPr>
          <p:nvPr/>
        </p:nvSpPr>
        <p:spPr bwMode="auto">
          <a:xfrm>
            <a:off x="6122988" y="4241800"/>
            <a:ext cx="6350" cy="793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70" name="Line 174"/>
          <p:cNvSpPr>
            <a:spLocks noChangeShapeType="1"/>
          </p:cNvSpPr>
          <p:nvPr/>
        </p:nvSpPr>
        <p:spPr bwMode="auto">
          <a:xfrm>
            <a:off x="6140450" y="4262438"/>
            <a:ext cx="1588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71" name="Line 175"/>
          <p:cNvSpPr>
            <a:spLocks noChangeShapeType="1"/>
          </p:cNvSpPr>
          <p:nvPr/>
        </p:nvSpPr>
        <p:spPr bwMode="auto">
          <a:xfrm>
            <a:off x="6140450" y="4264025"/>
            <a:ext cx="9525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72" name="Line 176"/>
          <p:cNvSpPr>
            <a:spLocks noChangeShapeType="1"/>
          </p:cNvSpPr>
          <p:nvPr/>
        </p:nvSpPr>
        <p:spPr bwMode="auto">
          <a:xfrm>
            <a:off x="6149975" y="4273550"/>
            <a:ext cx="1588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73" name="Line 177"/>
          <p:cNvSpPr>
            <a:spLocks noChangeShapeType="1"/>
          </p:cNvSpPr>
          <p:nvPr/>
        </p:nvSpPr>
        <p:spPr bwMode="auto">
          <a:xfrm>
            <a:off x="6165850" y="4286250"/>
            <a:ext cx="317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74" name="Line 178"/>
          <p:cNvSpPr>
            <a:spLocks noChangeShapeType="1"/>
          </p:cNvSpPr>
          <p:nvPr/>
        </p:nvSpPr>
        <p:spPr bwMode="auto">
          <a:xfrm>
            <a:off x="6169025" y="4289425"/>
            <a:ext cx="7938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75" name="Line 179"/>
          <p:cNvSpPr>
            <a:spLocks noChangeShapeType="1"/>
          </p:cNvSpPr>
          <p:nvPr/>
        </p:nvSpPr>
        <p:spPr bwMode="auto">
          <a:xfrm>
            <a:off x="6176963" y="4295775"/>
            <a:ext cx="3175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76" name="Line 180"/>
          <p:cNvSpPr>
            <a:spLocks noChangeShapeType="1"/>
          </p:cNvSpPr>
          <p:nvPr/>
        </p:nvSpPr>
        <p:spPr bwMode="auto">
          <a:xfrm>
            <a:off x="6197600" y="4305300"/>
            <a:ext cx="7938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77" name="Line 181"/>
          <p:cNvSpPr>
            <a:spLocks noChangeShapeType="1"/>
          </p:cNvSpPr>
          <p:nvPr/>
        </p:nvSpPr>
        <p:spPr bwMode="auto">
          <a:xfrm>
            <a:off x="6205538" y="4308475"/>
            <a:ext cx="9525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78" name="Line 182"/>
          <p:cNvSpPr>
            <a:spLocks noChangeShapeType="1"/>
          </p:cNvSpPr>
          <p:nvPr/>
        </p:nvSpPr>
        <p:spPr bwMode="auto">
          <a:xfrm>
            <a:off x="6215063" y="4308475"/>
            <a:ext cx="3175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79" name="Line 183"/>
          <p:cNvSpPr>
            <a:spLocks noChangeShapeType="1"/>
          </p:cNvSpPr>
          <p:nvPr/>
        </p:nvSpPr>
        <p:spPr bwMode="auto">
          <a:xfrm flipV="1">
            <a:off x="6237288" y="4305300"/>
            <a:ext cx="4762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80" name="Line 184"/>
          <p:cNvSpPr>
            <a:spLocks noChangeShapeType="1"/>
          </p:cNvSpPr>
          <p:nvPr/>
        </p:nvSpPr>
        <p:spPr bwMode="auto">
          <a:xfrm flipV="1">
            <a:off x="6242050" y="4302125"/>
            <a:ext cx="952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81" name="Line 185"/>
          <p:cNvSpPr>
            <a:spLocks noChangeShapeType="1"/>
          </p:cNvSpPr>
          <p:nvPr/>
        </p:nvSpPr>
        <p:spPr bwMode="auto">
          <a:xfrm flipV="1">
            <a:off x="6251575" y="4298950"/>
            <a:ext cx="317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82" name="Line 186"/>
          <p:cNvSpPr>
            <a:spLocks noChangeShapeType="1"/>
          </p:cNvSpPr>
          <p:nvPr/>
        </p:nvSpPr>
        <p:spPr bwMode="auto">
          <a:xfrm flipV="1">
            <a:off x="6270625" y="4283075"/>
            <a:ext cx="9525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83" name="Line 187"/>
          <p:cNvSpPr>
            <a:spLocks noChangeShapeType="1"/>
          </p:cNvSpPr>
          <p:nvPr/>
        </p:nvSpPr>
        <p:spPr bwMode="auto">
          <a:xfrm flipV="1">
            <a:off x="6280150" y="4276725"/>
            <a:ext cx="4763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84" name="Line 188"/>
          <p:cNvSpPr>
            <a:spLocks noChangeShapeType="1"/>
          </p:cNvSpPr>
          <p:nvPr/>
        </p:nvSpPr>
        <p:spPr bwMode="auto">
          <a:xfrm flipV="1">
            <a:off x="6296025" y="4264025"/>
            <a:ext cx="1588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85" name="Line 189"/>
          <p:cNvSpPr>
            <a:spLocks noChangeShapeType="1"/>
          </p:cNvSpPr>
          <p:nvPr/>
        </p:nvSpPr>
        <p:spPr bwMode="auto">
          <a:xfrm flipV="1">
            <a:off x="6297613" y="4252913"/>
            <a:ext cx="9525" cy="1111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86" name="Line 190"/>
          <p:cNvSpPr>
            <a:spLocks noChangeShapeType="1"/>
          </p:cNvSpPr>
          <p:nvPr/>
        </p:nvSpPr>
        <p:spPr bwMode="auto">
          <a:xfrm flipV="1">
            <a:off x="6307138" y="4252913"/>
            <a:ext cx="1587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87" name="Line 191"/>
          <p:cNvSpPr>
            <a:spLocks noChangeShapeType="1"/>
          </p:cNvSpPr>
          <p:nvPr/>
        </p:nvSpPr>
        <p:spPr bwMode="auto">
          <a:xfrm flipV="1">
            <a:off x="6318250" y="4229100"/>
            <a:ext cx="7938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88" name="Line 192"/>
          <p:cNvSpPr>
            <a:spLocks noChangeShapeType="1"/>
          </p:cNvSpPr>
          <p:nvPr/>
        </p:nvSpPr>
        <p:spPr bwMode="auto">
          <a:xfrm flipV="1">
            <a:off x="6326188" y="4225925"/>
            <a:ext cx="1587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89" name="Line 193"/>
          <p:cNvSpPr>
            <a:spLocks noChangeShapeType="1"/>
          </p:cNvSpPr>
          <p:nvPr/>
        </p:nvSpPr>
        <p:spPr bwMode="auto">
          <a:xfrm flipV="1">
            <a:off x="6337300" y="4203700"/>
            <a:ext cx="6350" cy="793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90" name="Line 194"/>
          <p:cNvSpPr>
            <a:spLocks noChangeShapeType="1"/>
          </p:cNvSpPr>
          <p:nvPr/>
        </p:nvSpPr>
        <p:spPr bwMode="auto">
          <a:xfrm flipV="1">
            <a:off x="6343650" y="4198938"/>
            <a:ext cx="3175" cy="47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91" name="Line 195"/>
          <p:cNvSpPr>
            <a:spLocks noChangeShapeType="1"/>
          </p:cNvSpPr>
          <p:nvPr/>
        </p:nvSpPr>
        <p:spPr bwMode="auto">
          <a:xfrm flipV="1">
            <a:off x="6356350" y="4175125"/>
            <a:ext cx="6350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92" name="Line 196"/>
          <p:cNvSpPr>
            <a:spLocks noChangeShapeType="1"/>
          </p:cNvSpPr>
          <p:nvPr/>
        </p:nvSpPr>
        <p:spPr bwMode="auto">
          <a:xfrm flipV="1">
            <a:off x="6362700" y="4171950"/>
            <a:ext cx="317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93" name="Line 107"/>
          <p:cNvSpPr>
            <a:spLocks noChangeShapeType="1"/>
          </p:cNvSpPr>
          <p:nvPr/>
        </p:nvSpPr>
        <p:spPr bwMode="auto">
          <a:xfrm flipV="1">
            <a:off x="6369050" y="4144963"/>
            <a:ext cx="9525" cy="142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94" name="Line 108"/>
          <p:cNvSpPr>
            <a:spLocks noChangeShapeType="1"/>
          </p:cNvSpPr>
          <p:nvPr/>
        </p:nvSpPr>
        <p:spPr bwMode="auto">
          <a:xfrm flipV="1">
            <a:off x="6388100" y="4132263"/>
            <a:ext cx="158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95" name="Line 109"/>
          <p:cNvSpPr>
            <a:spLocks noChangeShapeType="1"/>
          </p:cNvSpPr>
          <p:nvPr/>
        </p:nvSpPr>
        <p:spPr bwMode="auto">
          <a:xfrm flipV="1">
            <a:off x="6388100" y="4117975"/>
            <a:ext cx="9525" cy="142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96" name="Line 110"/>
          <p:cNvSpPr>
            <a:spLocks noChangeShapeType="1"/>
          </p:cNvSpPr>
          <p:nvPr/>
        </p:nvSpPr>
        <p:spPr bwMode="auto">
          <a:xfrm flipV="1">
            <a:off x="6407150" y="4103688"/>
            <a:ext cx="1588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97" name="Line 111"/>
          <p:cNvSpPr>
            <a:spLocks noChangeShapeType="1"/>
          </p:cNvSpPr>
          <p:nvPr/>
        </p:nvSpPr>
        <p:spPr bwMode="auto">
          <a:xfrm flipV="1">
            <a:off x="6407150" y="4092575"/>
            <a:ext cx="9525" cy="127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98" name="Line 112"/>
          <p:cNvSpPr>
            <a:spLocks noChangeShapeType="1"/>
          </p:cNvSpPr>
          <p:nvPr/>
        </p:nvSpPr>
        <p:spPr bwMode="auto">
          <a:xfrm flipV="1">
            <a:off x="6416675" y="4090988"/>
            <a:ext cx="1588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5999" name="Line 113"/>
          <p:cNvSpPr>
            <a:spLocks noChangeShapeType="1"/>
          </p:cNvSpPr>
          <p:nvPr/>
        </p:nvSpPr>
        <p:spPr bwMode="auto">
          <a:xfrm flipV="1">
            <a:off x="6426200" y="4068763"/>
            <a:ext cx="7938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00" name="Line 114"/>
          <p:cNvSpPr>
            <a:spLocks noChangeShapeType="1"/>
          </p:cNvSpPr>
          <p:nvPr/>
        </p:nvSpPr>
        <p:spPr bwMode="auto">
          <a:xfrm flipV="1">
            <a:off x="6434138" y="4065588"/>
            <a:ext cx="317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01" name="Line 115"/>
          <p:cNvSpPr>
            <a:spLocks noChangeShapeType="1"/>
          </p:cNvSpPr>
          <p:nvPr/>
        </p:nvSpPr>
        <p:spPr bwMode="auto">
          <a:xfrm flipV="1">
            <a:off x="6448425" y="4048125"/>
            <a:ext cx="4763" cy="47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02" name="Line 116"/>
          <p:cNvSpPr>
            <a:spLocks noChangeShapeType="1"/>
          </p:cNvSpPr>
          <p:nvPr/>
        </p:nvSpPr>
        <p:spPr bwMode="auto">
          <a:xfrm flipV="1">
            <a:off x="6453188" y="4040188"/>
            <a:ext cx="7937" cy="793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03" name="Line 117"/>
          <p:cNvSpPr>
            <a:spLocks noChangeShapeType="1"/>
          </p:cNvSpPr>
          <p:nvPr/>
        </p:nvSpPr>
        <p:spPr bwMode="auto">
          <a:xfrm flipV="1">
            <a:off x="6475413" y="4024313"/>
            <a:ext cx="4762" cy="47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04" name="Line 118"/>
          <p:cNvSpPr>
            <a:spLocks noChangeShapeType="1"/>
          </p:cNvSpPr>
          <p:nvPr/>
        </p:nvSpPr>
        <p:spPr bwMode="auto">
          <a:xfrm flipV="1">
            <a:off x="6480175" y="4019550"/>
            <a:ext cx="9525" cy="47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05" name="Line 119"/>
          <p:cNvSpPr>
            <a:spLocks noChangeShapeType="1"/>
          </p:cNvSpPr>
          <p:nvPr/>
        </p:nvSpPr>
        <p:spPr bwMode="auto">
          <a:xfrm flipV="1">
            <a:off x="6489700" y="4019550"/>
            <a:ext cx="158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06" name="Line 120"/>
          <p:cNvSpPr>
            <a:spLocks noChangeShapeType="1"/>
          </p:cNvSpPr>
          <p:nvPr/>
        </p:nvSpPr>
        <p:spPr bwMode="auto">
          <a:xfrm flipV="1">
            <a:off x="6510338" y="4011613"/>
            <a:ext cx="7937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07" name="Line 121"/>
          <p:cNvSpPr>
            <a:spLocks noChangeShapeType="1"/>
          </p:cNvSpPr>
          <p:nvPr/>
        </p:nvSpPr>
        <p:spPr bwMode="auto">
          <a:xfrm flipV="1">
            <a:off x="6518275" y="4011613"/>
            <a:ext cx="793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08" name="Line 122"/>
          <p:cNvSpPr>
            <a:spLocks noChangeShapeType="1"/>
          </p:cNvSpPr>
          <p:nvPr/>
        </p:nvSpPr>
        <p:spPr bwMode="auto">
          <a:xfrm>
            <a:off x="6526213" y="4011613"/>
            <a:ext cx="3175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09" name="Line 123"/>
          <p:cNvSpPr>
            <a:spLocks noChangeShapeType="1"/>
          </p:cNvSpPr>
          <p:nvPr/>
        </p:nvSpPr>
        <p:spPr bwMode="auto">
          <a:xfrm>
            <a:off x="6548438" y="4017963"/>
            <a:ext cx="6350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10" name="Line 124"/>
          <p:cNvSpPr>
            <a:spLocks noChangeShapeType="1"/>
          </p:cNvSpPr>
          <p:nvPr/>
        </p:nvSpPr>
        <p:spPr bwMode="auto">
          <a:xfrm>
            <a:off x="6554788" y="4019550"/>
            <a:ext cx="9525" cy="47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11" name="Line 125"/>
          <p:cNvSpPr>
            <a:spLocks noChangeShapeType="1"/>
          </p:cNvSpPr>
          <p:nvPr/>
        </p:nvSpPr>
        <p:spPr bwMode="auto">
          <a:xfrm>
            <a:off x="6564313" y="4024313"/>
            <a:ext cx="1587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12" name="Line 126"/>
          <p:cNvSpPr>
            <a:spLocks noChangeShapeType="1"/>
          </p:cNvSpPr>
          <p:nvPr/>
        </p:nvSpPr>
        <p:spPr bwMode="auto">
          <a:xfrm>
            <a:off x="6580188" y="4037013"/>
            <a:ext cx="1587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13" name="Line 127"/>
          <p:cNvSpPr>
            <a:spLocks noChangeShapeType="1"/>
          </p:cNvSpPr>
          <p:nvPr/>
        </p:nvSpPr>
        <p:spPr bwMode="auto">
          <a:xfrm>
            <a:off x="6581775" y="4038600"/>
            <a:ext cx="9525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14" name="Line 128"/>
          <p:cNvSpPr>
            <a:spLocks noChangeShapeType="1"/>
          </p:cNvSpPr>
          <p:nvPr/>
        </p:nvSpPr>
        <p:spPr bwMode="auto">
          <a:xfrm>
            <a:off x="6591300" y="4048125"/>
            <a:ext cx="1588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15" name="Line 129"/>
          <p:cNvSpPr>
            <a:spLocks noChangeShapeType="1"/>
          </p:cNvSpPr>
          <p:nvPr/>
        </p:nvSpPr>
        <p:spPr bwMode="auto">
          <a:xfrm>
            <a:off x="6604000" y="4062413"/>
            <a:ext cx="6350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16" name="Line 130"/>
          <p:cNvSpPr>
            <a:spLocks noChangeShapeType="1"/>
          </p:cNvSpPr>
          <p:nvPr/>
        </p:nvSpPr>
        <p:spPr bwMode="auto">
          <a:xfrm>
            <a:off x="6610350" y="4068763"/>
            <a:ext cx="4763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17" name="Line 131"/>
          <p:cNvSpPr>
            <a:spLocks noChangeShapeType="1"/>
          </p:cNvSpPr>
          <p:nvPr/>
        </p:nvSpPr>
        <p:spPr bwMode="auto">
          <a:xfrm>
            <a:off x="6626225" y="4087813"/>
            <a:ext cx="1588" cy="47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18" name="Line 132"/>
          <p:cNvSpPr>
            <a:spLocks noChangeShapeType="1"/>
          </p:cNvSpPr>
          <p:nvPr/>
        </p:nvSpPr>
        <p:spPr bwMode="auto">
          <a:xfrm>
            <a:off x="6627813" y="4092575"/>
            <a:ext cx="7937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19" name="Line 133"/>
          <p:cNvSpPr>
            <a:spLocks noChangeShapeType="1"/>
          </p:cNvSpPr>
          <p:nvPr/>
        </p:nvSpPr>
        <p:spPr bwMode="auto">
          <a:xfrm>
            <a:off x="6645275" y="4114800"/>
            <a:ext cx="1588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20" name="Line 134"/>
          <p:cNvSpPr>
            <a:spLocks noChangeShapeType="1"/>
          </p:cNvSpPr>
          <p:nvPr/>
        </p:nvSpPr>
        <p:spPr bwMode="auto">
          <a:xfrm>
            <a:off x="6646863" y="4117975"/>
            <a:ext cx="7937" cy="1111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21" name="Line 135"/>
          <p:cNvSpPr>
            <a:spLocks noChangeShapeType="1"/>
          </p:cNvSpPr>
          <p:nvPr/>
        </p:nvSpPr>
        <p:spPr bwMode="auto">
          <a:xfrm>
            <a:off x="6662738" y="4141788"/>
            <a:ext cx="317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22" name="Line 136"/>
          <p:cNvSpPr>
            <a:spLocks noChangeShapeType="1"/>
          </p:cNvSpPr>
          <p:nvPr/>
        </p:nvSpPr>
        <p:spPr bwMode="auto">
          <a:xfrm>
            <a:off x="6665913" y="4144963"/>
            <a:ext cx="6350" cy="1111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23" name="Line 137"/>
          <p:cNvSpPr>
            <a:spLocks noChangeShapeType="1"/>
          </p:cNvSpPr>
          <p:nvPr/>
        </p:nvSpPr>
        <p:spPr bwMode="auto">
          <a:xfrm>
            <a:off x="6681788" y="4170363"/>
            <a:ext cx="1587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24" name="Line 138"/>
          <p:cNvSpPr>
            <a:spLocks noChangeShapeType="1"/>
          </p:cNvSpPr>
          <p:nvPr/>
        </p:nvSpPr>
        <p:spPr bwMode="auto">
          <a:xfrm>
            <a:off x="6683375" y="4173538"/>
            <a:ext cx="7938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25" name="Line 139"/>
          <p:cNvSpPr>
            <a:spLocks noChangeShapeType="1"/>
          </p:cNvSpPr>
          <p:nvPr/>
        </p:nvSpPr>
        <p:spPr bwMode="auto">
          <a:xfrm>
            <a:off x="6699250" y="4197350"/>
            <a:ext cx="317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26" name="Line 140"/>
          <p:cNvSpPr>
            <a:spLocks noChangeShapeType="1"/>
          </p:cNvSpPr>
          <p:nvPr/>
        </p:nvSpPr>
        <p:spPr bwMode="auto">
          <a:xfrm>
            <a:off x="6702425" y="4200525"/>
            <a:ext cx="6350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27" name="Line 141"/>
          <p:cNvSpPr>
            <a:spLocks noChangeShapeType="1"/>
          </p:cNvSpPr>
          <p:nvPr/>
        </p:nvSpPr>
        <p:spPr bwMode="auto">
          <a:xfrm>
            <a:off x="6718300" y="4224338"/>
            <a:ext cx="3175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28" name="Line 142"/>
          <p:cNvSpPr>
            <a:spLocks noChangeShapeType="1"/>
          </p:cNvSpPr>
          <p:nvPr/>
        </p:nvSpPr>
        <p:spPr bwMode="auto">
          <a:xfrm>
            <a:off x="6721475" y="4225925"/>
            <a:ext cx="7938" cy="1111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29" name="Line 143"/>
          <p:cNvSpPr>
            <a:spLocks noChangeShapeType="1"/>
          </p:cNvSpPr>
          <p:nvPr/>
        </p:nvSpPr>
        <p:spPr bwMode="auto">
          <a:xfrm>
            <a:off x="6738938" y="4251325"/>
            <a:ext cx="9525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30" name="Line 144"/>
          <p:cNvSpPr>
            <a:spLocks noChangeShapeType="1"/>
          </p:cNvSpPr>
          <p:nvPr/>
        </p:nvSpPr>
        <p:spPr bwMode="auto">
          <a:xfrm>
            <a:off x="6748463" y="4260850"/>
            <a:ext cx="1587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31" name="Line 145"/>
          <p:cNvSpPr>
            <a:spLocks noChangeShapeType="1"/>
          </p:cNvSpPr>
          <p:nvPr/>
        </p:nvSpPr>
        <p:spPr bwMode="auto">
          <a:xfrm>
            <a:off x="6762750" y="4275138"/>
            <a:ext cx="4763" cy="47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32" name="Line 146"/>
          <p:cNvSpPr>
            <a:spLocks noChangeShapeType="1"/>
          </p:cNvSpPr>
          <p:nvPr/>
        </p:nvSpPr>
        <p:spPr bwMode="auto">
          <a:xfrm>
            <a:off x="6767513" y="4279900"/>
            <a:ext cx="7937" cy="793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33" name="Line 147"/>
          <p:cNvSpPr>
            <a:spLocks noChangeShapeType="1"/>
          </p:cNvSpPr>
          <p:nvPr/>
        </p:nvSpPr>
        <p:spPr bwMode="auto">
          <a:xfrm>
            <a:off x="6775450" y="4286250"/>
            <a:ext cx="1588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34" name="Line 148"/>
          <p:cNvSpPr>
            <a:spLocks noChangeShapeType="1"/>
          </p:cNvSpPr>
          <p:nvPr/>
        </p:nvSpPr>
        <p:spPr bwMode="auto">
          <a:xfrm>
            <a:off x="6791325" y="4297363"/>
            <a:ext cx="3175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35" name="Line 149"/>
          <p:cNvSpPr>
            <a:spLocks noChangeShapeType="1"/>
          </p:cNvSpPr>
          <p:nvPr/>
        </p:nvSpPr>
        <p:spPr bwMode="auto">
          <a:xfrm>
            <a:off x="6794500" y="4298950"/>
            <a:ext cx="952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36" name="Line 150"/>
          <p:cNvSpPr>
            <a:spLocks noChangeShapeType="1"/>
          </p:cNvSpPr>
          <p:nvPr/>
        </p:nvSpPr>
        <p:spPr bwMode="auto">
          <a:xfrm>
            <a:off x="6804025" y="4302125"/>
            <a:ext cx="6350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37" name="Line 151"/>
          <p:cNvSpPr>
            <a:spLocks noChangeShapeType="1"/>
          </p:cNvSpPr>
          <p:nvPr/>
        </p:nvSpPr>
        <p:spPr bwMode="auto">
          <a:xfrm flipV="1">
            <a:off x="6829425" y="4305300"/>
            <a:ext cx="1588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38" name="Line 152"/>
          <p:cNvSpPr>
            <a:spLocks noChangeShapeType="1"/>
          </p:cNvSpPr>
          <p:nvPr/>
        </p:nvSpPr>
        <p:spPr bwMode="auto">
          <a:xfrm flipV="1">
            <a:off x="6831013" y="4305300"/>
            <a:ext cx="9525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39" name="Line 153"/>
          <p:cNvSpPr>
            <a:spLocks noChangeShapeType="1"/>
          </p:cNvSpPr>
          <p:nvPr/>
        </p:nvSpPr>
        <p:spPr bwMode="auto">
          <a:xfrm flipV="1">
            <a:off x="6840538" y="4302125"/>
            <a:ext cx="952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40" name="Line 154"/>
          <p:cNvSpPr>
            <a:spLocks noChangeShapeType="1"/>
          </p:cNvSpPr>
          <p:nvPr/>
        </p:nvSpPr>
        <p:spPr bwMode="auto">
          <a:xfrm flipV="1">
            <a:off x="6867525" y="4294188"/>
            <a:ext cx="158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41" name="Line 155"/>
          <p:cNvSpPr>
            <a:spLocks noChangeShapeType="1"/>
          </p:cNvSpPr>
          <p:nvPr/>
        </p:nvSpPr>
        <p:spPr bwMode="auto">
          <a:xfrm flipV="1">
            <a:off x="6869113" y="4287838"/>
            <a:ext cx="9525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42" name="Line 156"/>
          <p:cNvSpPr>
            <a:spLocks noChangeShapeType="1"/>
          </p:cNvSpPr>
          <p:nvPr/>
        </p:nvSpPr>
        <p:spPr bwMode="auto">
          <a:xfrm flipV="1">
            <a:off x="6878638" y="4283075"/>
            <a:ext cx="3175" cy="47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43" name="Line 157"/>
          <p:cNvSpPr>
            <a:spLocks noChangeShapeType="1"/>
          </p:cNvSpPr>
          <p:nvPr/>
        </p:nvSpPr>
        <p:spPr bwMode="auto">
          <a:xfrm flipV="1">
            <a:off x="6894513" y="4270375"/>
            <a:ext cx="1587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44" name="Line 158"/>
          <p:cNvSpPr>
            <a:spLocks noChangeShapeType="1"/>
          </p:cNvSpPr>
          <p:nvPr/>
        </p:nvSpPr>
        <p:spPr bwMode="auto">
          <a:xfrm flipV="1">
            <a:off x="6896100" y="4260850"/>
            <a:ext cx="9525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45" name="Line 159"/>
          <p:cNvSpPr>
            <a:spLocks noChangeShapeType="1"/>
          </p:cNvSpPr>
          <p:nvPr/>
        </p:nvSpPr>
        <p:spPr bwMode="auto">
          <a:xfrm flipV="1">
            <a:off x="6905625" y="4259263"/>
            <a:ext cx="1588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46" name="Line 160"/>
          <p:cNvSpPr>
            <a:spLocks noChangeShapeType="1"/>
          </p:cNvSpPr>
          <p:nvPr/>
        </p:nvSpPr>
        <p:spPr bwMode="auto">
          <a:xfrm flipV="1">
            <a:off x="6918325" y="4238625"/>
            <a:ext cx="6350" cy="793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47" name="Line 161"/>
          <p:cNvSpPr>
            <a:spLocks noChangeShapeType="1"/>
          </p:cNvSpPr>
          <p:nvPr/>
        </p:nvSpPr>
        <p:spPr bwMode="auto">
          <a:xfrm flipV="1">
            <a:off x="6924675" y="4233863"/>
            <a:ext cx="3175" cy="47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48" name="Line 162"/>
          <p:cNvSpPr>
            <a:spLocks noChangeShapeType="1"/>
          </p:cNvSpPr>
          <p:nvPr/>
        </p:nvSpPr>
        <p:spPr bwMode="auto">
          <a:xfrm flipV="1">
            <a:off x="6938963" y="4213225"/>
            <a:ext cx="3175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49" name="Line 163"/>
          <p:cNvSpPr>
            <a:spLocks noChangeShapeType="1"/>
          </p:cNvSpPr>
          <p:nvPr/>
        </p:nvSpPr>
        <p:spPr bwMode="auto">
          <a:xfrm flipV="1">
            <a:off x="6942138" y="4206875"/>
            <a:ext cx="6350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50" name="Line 164"/>
          <p:cNvSpPr>
            <a:spLocks noChangeShapeType="1"/>
          </p:cNvSpPr>
          <p:nvPr/>
        </p:nvSpPr>
        <p:spPr bwMode="auto">
          <a:xfrm flipV="1">
            <a:off x="6956425" y="4186238"/>
            <a:ext cx="4763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51" name="Line 165"/>
          <p:cNvSpPr>
            <a:spLocks noChangeShapeType="1"/>
          </p:cNvSpPr>
          <p:nvPr/>
        </p:nvSpPr>
        <p:spPr bwMode="auto">
          <a:xfrm flipV="1">
            <a:off x="6961188" y="4179888"/>
            <a:ext cx="4762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52" name="Line 166"/>
          <p:cNvSpPr>
            <a:spLocks noChangeShapeType="1"/>
          </p:cNvSpPr>
          <p:nvPr/>
        </p:nvSpPr>
        <p:spPr bwMode="auto">
          <a:xfrm flipV="1">
            <a:off x="6975475" y="4159250"/>
            <a:ext cx="4763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53" name="Line 167"/>
          <p:cNvSpPr>
            <a:spLocks noChangeShapeType="1"/>
          </p:cNvSpPr>
          <p:nvPr/>
        </p:nvSpPr>
        <p:spPr bwMode="auto">
          <a:xfrm flipV="1">
            <a:off x="6980238" y="4151313"/>
            <a:ext cx="4762" cy="793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54" name="Line 168"/>
          <p:cNvSpPr>
            <a:spLocks noChangeShapeType="1"/>
          </p:cNvSpPr>
          <p:nvPr/>
        </p:nvSpPr>
        <p:spPr bwMode="auto">
          <a:xfrm flipV="1">
            <a:off x="6992938" y="4132263"/>
            <a:ext cx="4762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55" name="Line 169"/>
          <p:cNvSpPr>
            <a:spLocks noChangeShapeType="1"/>
          </p:cNvSpPr>
          <p:nvPr/>
        </p:nvSpPr>
        <p:spPr bwMode="auto">
          <a:xfrm flipV="1">
            <a:off x="6997700" y="4124325"/>
            <a:ext cx="4763" cy="793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56" name="Line 170"/>
          <p:cNvSpPr>
            <a:spLocks noChangeShapeType="1"/>
          </p:cNvSpPr>
          <p:nvPr/>
        </p:nvSpPr>
        <p:spPr bwMode="auto">
          <a:xfrm flipV="1">
            <a:off x="7011988" y="4105275"/>
            <a:ext cx="4762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57" name="Line 171"/>
          <p:cNvSpPr>
            <a:spLocks noChangeShapeType="1"/>
          </p:cNvSpPr>
          <p:nvPr/>
        </p:nvSpPr>
        <p:spPr bwMode="auto">
          <a:xfrm flipV="1">
            <a:off x="7016750" y="4097338"/>
            <a:ext cx="4763" cy="793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58" name="Line 172"/>
          <p:cNvSpPr>
            <a:spLocks noChangeShapeType="1"/>
          </p:cNvSpPr>
          <p:nvPr/>
        </p:nvSpPr>
        <p:spPr bwMode="auto">
          <a:xfrm flipV="1">
            <a:off x="7031038" y="4079875"/>
            <a:ext cx="4762" cy="47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59" name="Line 173"/>
          <p:cNvSpPr>
            <a:spLocks noChangeShapeType="1"/>
          </p:cNvSpPr>
          <p:nvPr/>
        </p:nvSpPr>
        <p:spPr bwMode="auto">
          <a:xfrm flipV="1">
            <a:off x="7035800" y="4070350"/>
            <a:ext cx="6350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60" name="Line 174"/>
          <p:cNvSpPr>
            <a:spLocks noChangeShapeType="1"/>
          </p:cNvSpPr>
          <p:nvPr/>
        </p:nvSpPr>
        <p:spPr bwMode="auto">
          <a:xfrm flipV="1">
            <a:off x="7053263" y="4057650"/>
            <a:ext cx="1587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61" name="Line 175"/>
          <p:cNvSpPr>
            <a:spLocks noChangeShapeType="1"/>
          </p:cNvSpPr>
          <p:nvPr/>
        </p:nvSpPr>
        <p:spPr bwMode="auto">
          <a:xfrm flipV="1">
            <a:off x="7053263" y="4048125"/>
            <a:ext cx="9525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62" name="Line 176"/>
          <p:cNvSpPr>
            <a:spLocks noChangeShapeType="1"/>
          </p:cNvSpPr>
          <p:nvPr/>
        </p:nvSpPr>
        <p:spPr bwMode="auto">
          <a:xfrm flipV="1">
            <a:off x="7062788" y="4046538"/>
            <a:ext cx="1587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63" name="Line 177"/>
          <p:cNvSpPr>
            <a:spLocks noChangeShapeType="1"/>
          </p:cNvSpPr>
          <p:nvPr/>
        </p:nvSpPr>
        <p:spPr bwMode="auto">
          <a:xfrm flipV="1">
            <a:off x="7078663" y="4032250"/>
            <a:ext cx="3175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64" name="Line 178"/>
          <p:cNvSpPr>
            <a:spLocks noChangeShapeType="1"/>
          </p:cNvSpPr>
          <p:nvPr/>
        </p:nvSpPr>
        <p:spPr bwMode="auto">
          <a:xfrm flipV="1">
            <a:off x="7081838" y="4024313"/>
            <a:ext cx="7937" cy="793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65" name="Line 179"/>
          <p:cNvSpPr>
            <a:spLocks noChangeShapeType="1"/>
          </p:cNvSpPr>
          <p:nvPr/>
        </p:nvSpPr>
        <p:spPr bwMode="auto">
          <a:xfrm flipV="1">
            <a:off x="7089775" y="4024313"/>
            <a:ext cx="3175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66" name="Line 180"/>
          <p:cNvSpPr>
            <a:spLocks noChangeShapeType="1"/>
          </p:cNvSpPr>
          <p:nvPr/>
        </p:nvSpPr>
        <p:spPr bwMode="auto">
          <a:xfrm flipV="1">
            <a:off x="7110413" y="4013200"/>
            <a:ext cx="7937" cy="15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67" name="Line 181"/>
          <p:cNvSpPr>
            <a:spLocks noChangeShapeType="1"/>
          </p:cNvSpPr>
          <p:nvPr/>
        </p:nvSpPr>
        <p:spPr bwMode="auto">
          <a:xfrm flipV="1">
            <a:off x="7118350" y="4011613"/>
            <a:ext cx="9525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68" name="Line 182"/>
          <p:cNvSpPr>
            <a:spLocks noChangeShapeType="1"/>
          </p:cNvSpPr>
          <p:nvPr/>
        </p:nvSpPr>
        <p:spPr bwMode="auto">
          <a:xfrm flipV="1">
            <a:off x="7127875" y="4011613"/>
            <a:ext cx="3175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69" name="Line 183"/>
          <p:cNvSpPr>
            <a:spLocks noChangeShapeType="1"/>
          </p:cNvSpPr>
          <p:nvPr/>
        </p:nvSpPr>
        <p:spPr bwMode="auto">
          <a:xfrm>
            <a:off x="7150100" y="4014788"/>
            <a:ext cx="4763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70" name="Line 184"/>
          <p:cNvSpPr>
            <a:spLocks noChangeShapeType="1"/>
          </p:cNvSpPr>
          <p:nvPr/>
        </p:nvSpPr>
        <p:spPr bwMode="auto">
          <a:xfrm>
            <a:off x="7154863" y="4016375"/>
            <a:ext cx="952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71" name="Line 185"/>
          <p:cNvSpPr>
            <a:spLocks noChangeShapeType="1"/>
          </p:cNvSpPr>
          <p:nvPr/>
        </p:nvSpPr>
        <p:spPr bwMode="auto">
          <a:xfrm>
            <a:off x="7164388" y="4019550"/>
            <a:ext cx="3175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72" name="Line 186"/>
          <p:cNvSpPr>
            <a:spLocks noChangeShapeType="1"/>
          </p:cNvSpPr>
          <p:nvPr/>
        </p:nvSpPr>
        <p:spPr bwMode="auto">
          <a:xfrm>
            <a:off x="7183438" y="4032250"/>
            <a:ext cx="9525" cy="635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73" name="Line 187"/>
          <p:cNvSpPr>
            <a:spLocks noChangeShapeType="1"/>
          </p:cNvSpPr>
          <p:nvPr/>
        </p:nvSpPr>
        <p:spPr bwMode="auto">
          <a:xfrm>
            <a:off x="7192963" y="4038600"/>
            <a:ext cx="4762" cy="47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74" name="Line 188"/>
          <p:cNvSpPr>
            <a:spLocks noChangeShapeType="1"/>
          </p:cNvSpPr>
          <p:nvPr/>
        </p:nvSpPr>
        <p:spPr bwMode="auto">
          <a:xfrm>
            <a:off x="7208838" y="4056063"/>
            <a:ext cx="1587" cy="158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75" name="Line 189"/>
          <p:cNvSpPr>
            <a:spLocks noChangeShapeType="1"/>
          </p:cNvSpPr>
          <p:nvPr/>
        </p:nvSpPr>
        <p:spPr bwMode="auto">
          <a:xfrm>
            <a:off x="7210425" y="4057650"/>
            <a:ext cx="9525" cy="1111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76" name="Line 190"/>
          <p:cNvSpPr>
            <a:spLocks noChangeShapeType="1"/>
          </p:cNvSpPr>
          <p:nvPr/>
        </p:nvSpPr>
        <p:spPr bwMode="auto">
          <a:xfrm>
            <a:off x="7219950" y="4068763"/>
            <a:ext cx="1588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77" name="Line 191"/>
          <p:cNvSpPr>
            <a:spLocks noChangeShapeType="1"/>
          </p:cNvSpPr>
          <p:nvPr/>
        </p:nvSpPr>
        <p:spPr bwMode="auto">
          <a:xfrm>
            <a:off x="7231063" y="4083050"/>
            <a:ext cx="7937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78" name="Line 192"/>
          <p:cNvSpPr>
            <a:spLocks noChangeShapeType="1"/>
          </p:cNvSpPr>
          <p:nvPr/>
        </p:nvSpPr>
        <p:spPr bwMode="auto">
          <a:xfrm>
            <a:off x="7239000" y="4092575"/>
            <a:ext cx="1588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79" name="Line 193"/>
          <p:cNvSpPr>
            <a:spLocks noChangeShapeType="1"/>
          </p:cNvSpPr>
          <p:nvPr/>
        </p:nvSpPr>
        <p:spPr bwMode="auto">
          <a:xfrm>
            <a:off x="7250113" y="4108450"/>
            <a:ext cx="6350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80" name="Line 194"/>
          <p:cNvSpPr>
            <a:spLocks noChangeShapeType="1"/>
          </p:cNvSpPr>
          <p:nvPr/>
        </p:nvSpPr>
        <p:spPr bwMode="auto">
          <a:xfrm>
            <a:off x="7256463" y="4117975"/>
            <a:ext cx="3175" cy="47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81" name="Line 195"/>
          <p:cNvSpPr>
            <a:spLocks noChangeShapeType="1"/>
          </p:cNvSpPr>
          <p:nvPr/>
        </p:nvSpPr>
        <p:spPr bwMode="auto">
          <a:xfrm>
            <a:off x="7269163" y="4135438"/>
            <a:ext cx="6350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36082" name="Line 196"/>
          <p:cNvSpPr>
            <a:spLocks noChangeShapeType="1"/>
          </p:cNvSpPr>
          <p:nvPr/>
        </p:nvSpPr>
        <p:spPr bwMode="auto">
          <a:xfrm>
            <a:off x="7275513" y="4144963"/>
            <a:ext cx="3175" cy="47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27188" y="2735263"/>
            <a:ext cx="215900" cy="2743200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6" name="Group 1351"/>
          <p:cNvGrpSpPr>
            <a:grpSpLocks/>
          </p:cNvGrpSpPr>
          <p:nvPr/>
        </p:nvGrpSpPr>
        <p:grpSpPr bwMode="auto">
          <a:xfrm>
            <a:off x="7335838" y="2733675"/>
            <a:ext cx="220662" cy="2754313"/>
            <a:chOff x="7095445" y="1578246"/>
            <a:chExt cx="219755" cy="2754875"/>
          </a:xfrm>
        </p:grpSpPr>
        <p:sp>
          <p:nvSpPr>
            <p:cNvPr id="3" name="Rectangle 2"/>
            <p:cNvSpPr/>
            <p:nvPr/>
          </p:nvSpPr>
          <p:spPr>
            <a:xfrm>
              <a:off x="7095445" y="1578246"/>
              <a:ext cx="219755" cy="1241678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" name="Rectangle 3"/>
            <p:cNvSpPr/>
            <p:nvPr/>
          </p:nvSpPr>
          <p:spPr>
            <a:xfrm>
              <a:off x="7095445" y="2819924"/>
              <a:ext cx="219755" cy="30645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>
              <a:off x="7095445" y="3126375"/>
              <a:ext cx="219755" cy="1206746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636931" name="Rectangle 5"/>
          <p:cNvSpPr>
            <a:spLocks noChangeArrowheads="1"/>
          </p:cNvSpPr>
          <p:nvPr/>
        </p:nvSpPr>
        <p:spPr bwMode="auto">
          <a:xfrm>
            <a:off x="1855788" y="3481388"/>
            <a:ext cx="19050" cy="1587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en-US">
              <a:cs typeface="Arial" charset="0"/>
            </a:endParaRPr>
          </a:p>
        </p:txBody>
      </p:sp>
      <p:sp>
        <p:nvSpPr>
          <p:cNvPr id="636932" name="Rectangle 6"/>
          <p:cNvSpPr>
            <a:spLocks noChangeArrowheads="1"/>
          </p:cNvSpPr>
          <p:nvPr/>
        </p:nvSpPr>
        <p:spPr bwMode="auto">
          <a:xfrm>
            <a:off x="1855788" y="3481388"/>
            <a:ext cx="19050" cy="1587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en-US">
              <a:cs typeface="Arial" charset="0"/>
            </a:endParaRPr>
          </a:p>
        </p:txBody>
      </p:sp>
      <p:sp>
        <p:nvSpPr>
          <p:cNvPr id="636933" name="Rectangle 7"/>
          <p:cNvSpPr>
            <a:spLocks noChangeArrowheads="1"/>
          </p:cNvSpPr>
          <p:nvPr/>
        </p:nvSpPr>
        <p:spPr bwMode="auto">
          <a:xfrm>
            <a:off x="1855788" y="3481388"/>
            <a:ext cx="19050" cy="1587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en-US">
              <a:cs typeface="Arial" charset="0"/>
            </a:endParaRPr>
          </a:p>
        </p:txBody>
      </p:sp>
      <p:grpSp>
        <p:nvGrpSpPr>
          <p:cNvPr id="7" name="Group 394"/>
          <p:cNvGrpSpPr>
            <a:grpSpLocks/>
          </p:cNvGrpSpPr>
          <p:nvPr/>
        </p:nvGrpSpPr>
        <p:grpSpPr bwMode="auto">
          <a:xfrm>
            <a:off x="1847850" y="3746500"/>
            <a:ext cx="1828800" cy="742950"/>
            <a:chOff x="2073275" y="2591774"/>
            <a:chExt cx="1828999" cy="741977"/>
          </a:xfrm>
        </p:grpSpPr>
        <p:grpSp>
          <p:nvGrpSpPr>
            <p:cNvPr id="8" name="Group 203"/>
            <p:cNvGrpSpPr>
              <a:grpSpLocks/>
            </p:cNvGrpSpPr>
            <p:nvPr/>
          </p:nvGrpSpPr>
          <p:grpSpPr bwMode="auto">
            <a:xfrm>
              <a:off x="2073275" y="2600326"/>
              <a:ext cx="915988" cy="733425"/>
              <a:chOff x="2073275" y="2600326"/>
              <a:chExt cx="915988" cy="733425"/>
            </a:xfrm>
          </p:grpSpPr>
          <p:sp>
            <p:nvSpPr>
              <p:cNvPr id="694416" name="Line 8"/>
              <p:cNvSpPr>
                <a:spLocks noChangeShapeType="1"/>
              </p:cNvSpPr>
              <p:nvPr/>
            </p:nvSpPr>
            <p:spPr bwMode="auto">
              <a:xfrm flipV="1">
                <a:off x="2073275" y="293211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17" name="Line 9"/>
              <p:cNvSpPr>
                <a:spLocks noChangeShapeType="1"/>
              </p:cNvSpPr>
              <p:nvPr/>
            </p:nvSpPr>
            <p:spPr bwMode="auto">
              <a:xfrm flipV="1">
                <a:off x="2082800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18" name="Line 10"/>
              <p:cNvSpPr>
                <a:spLocks noChangeShapeType="1"/>
              </p:cNvSpPr>
              <p:nvPr/>
            </p:nvSpPr>
            <p:spPr bwMode="auto">
              <a:xfrm flipV="1">
                <a:off x="2092325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19" name="Line 11"/>
              <p:cNvSpPr>
                <a:spLocks noChangeShapeType="1"/>
              </p:cNvSpPr>
              <p:nvPr/>
            </p:nvSpPr>
            <p:spPr bwMode="auto">
              <a:xfrm flipV="1">
                <a:off x="2101850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20" name="Line 12"/>
              <p:cNvSpPr>
                <a:spLocks noChangeShapeType="1"/>
              </p:cNvSpPr>
              <p:nvPr/>
            </p:nvSpPr>
            <p:spPr bwMode="auto">
              <a:xfrm flipV="1">
                <a:off x="2111375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21" name="Line 13"/>
              <p:cNvSpPr>
                <a:spLocks noChangeShapeType="1"/>
              </p:cNvSpPr>
              <p:nvPr/>
            </p:nvSpPr>
            <p:spPr bwMode="auto">
              <a:xfrm flipV="1">
                <a:off x="2120900" y="2768601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22" name="Line 14"/>
              <p:cNvSpPr>
                <a:spLocks noChangeShapeType="1"/>
              </p:cNvSpPr>
              <p:nvPr/>
            </p:nvSpPr>
            <p:spPr bwMode="auto">
              <a:xfrm flipV="1">
                <a:off x="2128838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23" name="Line 15"/>
              <p:cNvSpPr>
                <a:spLocks noChangeShapeType="1"/>
              </p:cNvSpPr>
              <p:nvPr/>
            </p:nvSpPr>
            <p:spPr bwMode="auto">
              <a:xfrm flipV="1">
                <a:off x="2138363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24" name="Line 16"/>
              <p:cNvSpPr>
                <a:spLocks noChangeShapeType="1"/>
              </p:cNvSpPr>
              <p:nvPr/>
            </p:nvSpPr>
            <p:spPr bwMode="auto">
              <a:xfrm flipV="1">
                <a:off x="2147888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25" name="Line 17"/>
              <p:cNvSpPr>
                <a:spLocks noChangeShapeType="1"/>
              </p:cNvSpPr>
              <p:nvPr/>
            </p:nvSpPr>
            <p:spPr bwMode="auto">
              <a:xfrm flipV="1">
                <a:off x="2157413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26" name="Line 18"/>
              <p:cNvSpPr>
                <a:spLocks noChangeShapeType="1"/>
              </p:cNvSpPr>
              <p:nvPr/>
            </p:nvSpPr>
            <p:spPr bwMode="auto">
              <a:xfrm flipV="1">
                <a:off x="2166938" y="2647951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27" name="Line 19"/>
              <p:cNvSpPr>
                <a:spLocks noChangeShapeType="1"/>
              </p:cNvSpPr>
              <p:nvPr/>
            </p:nvSpPr>
            <p:spPr bwMode="auto">
              <a:xfrm flipV="1">
                <a:off x="2174875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28" name="Line 20"/>
              <p:cNvSpPr>
                <a:spLocks noChangeShapeType="1"/>
              </p:cNvSpPr>
              <p:nvPr/>
            </p:nvSpPr>
            <p:spPr bwMode="auto">
              <a:xfrm flipV="1">
                <a:off x="2184400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29" name="Line 21"/>
              <p:cNvSpPr>
                <a:spLocks noChangeShapeType="1"/>
              </p:cNvSpPr>
              <p:nvPr/>
            </p:nvSpPr>
            <p:spPr bwMode="auto">
              <a:xfrm flipV="1">
                <a:off x="21939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30" name="Line 22"/>
              <p:cNvSpPr>
                <a:spLocks noChangeShapeType="1"/>
              </p:cNvSpPr>
              <p:nvPr/>
            </p:nvSpPr>
            <p:spPr bwMode="auto">
              <a:xfrm flipV="1">
                <a:off x="2203450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31" name="Line 23"/>
              <p:cNvSpPr>
                <a:spLocks noChangeShapeType="1"/>
              </p:cNvSpPr>
              <p:nvPr/>
            </p:nvSpPr>
            <p:spPr bwMode="auto">
              <a:xfrm flipV="1">
                <a:off x="2212975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32" name="Line 24"/>
              <p:cNvSpPr>
                <a:spLocks noChangeShapeType="1"/>
              </p:cNvSpPr>
              <p:nvPr/>
            </p:nvSpPr>
            <p:spPr bwMode="auto">
              <a:xfrm>
                <a:off x="2222500" y="2600326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33" name="Line 25"/>
              <p:cNvSpPr>
                <a:spLocks noChangeShapeType="1"/>
              </p:cNvSpPr>
              <p:nvPr/>
            </p:nvSpPr>
            <p:spPr bwMode="auto">
              <a:xfrm>
                <a:off x="2230438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34" name="Line 26"/>
              <p:cNvSpPr>
                <a:spLocks noChangeShapeType="1"/>
              </p:cNvSpPr>
              <p:nvPr/>
            </p:nvSpPr>
            <p:spPr bwMode="auto">
              <a:xfrm>
                <a:off x="22399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35" name="Line 27"/>
              <p:cNvSpPr>
                <a:spLocks noChangeShapeType="1"/>
              </p:cNvSpPr>
              <p:nvPr/>
            </p:nvSpPr>
            <p:spPr bwMode="auto">
              <a:xfrm>
                <a:off x="2249488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36" name="Line 28"/>
              <p:cNvSpPr>
                <a:spLocks noChangeShapeType="1"/>
              </p:cNvSpPr>
              <p:nvPr/>
            </p:nvSpPr>
            <p:spPr bwMode="auto">
              <a:xfrm>
                <a:off x="2259013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37" name="Line 29"/>
              <p:cNvSpPr>
                <a:spLocks noChangeShapeType="1"/>
              </p:cNvSpPr>
              <p:nvPr/>
            </p:nvSpPr>
            <p:spPr bwMode="auto">
              <a:xfrm>
                <a:off x="2268538" y="2632076"/>
                <a:ext cx="7938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38" name="Line 30"/>
              <p:cNvSpPr>
                <a:spLocks noChangeShapeType="1"/>
              </p:cNvSpPr>
              <p:nvPr/>
            </p:nvSpPr>
            <p:spPr bwMode="auto">
              <a:xfrm>
                <a:off x="2276475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39" name="Line 31"/>
              <p:cNvSpPr>
                <a:spLocks noChangeShapeType="1"/>
              </p:cNvSpPr>
              <p:nvPr/>
            </p:nvSpPr>
            <p:spPr bwMode="auto">
              <a:xfrm>
                <a:off x="2286000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40" name="Line 32"/>
              <p:cNvSpPr>
                <a:spLocks noChangeShapeType="1"/>
              </p:cNvSpPr>
              <p:nvPr/>
            </p:nvSpPr>
            <p:spPr bwMode="auto">
              <a:xfrm>
                <a:off x="22955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41" name="Line 33"/>
              <p:cNvSpPr>
                <a:spLocks noChangeShapeType="1"/>
              </p:cNvSpPr>
              <p:nvPr/>
            </p:nvSpPr>
            <p:spPr bwMode="auto">
              <a:xfrm>
                <a:off x="2305050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42" name="Line 34"/>
              <p:cNvSpPr>
                <a:spLocks noChangeShapeType="1"/>
              </p:cNvSpPr>
              <p:nvPr/>
            </p:nvSpPr>
            <p:spPr bwMode="auto">
              <a:xfrm>
                <a:off x="2314575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43" name="Line 35"/>
              <p:cNvSpPr>
                <a:spLocks noChangeShapeType="1"/>
              </p:cNvSpPr>
              <p:nvPr/>
            </p:nvSpPr>
            <p:spPr bwMode="auto">
              <a:xfrm>
                <a:off x="2324100" y="2768601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44" name="Line 36"/>
              <p:cNvSpPr>
                <a:spLocks noChangeShapeType="1"/>
              </p:cNvSpPr>
              <p:nvPr/>
            </p:nvSpPr>
            <p:spPr bwMode="auto">
              <a:xfrm>
                <a:off x="2332038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45" name="Line 37"/>
              <p:cNvSpPr>
                <a:spLocks noChangeShapeType="1"/>
              </p:cNvSpPr>
              <p:nvPr/>
            </p:nvSpPr>
            <p:spPr bwMode="auto">
              <a:xfrm>
                <a:off x="2341563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46" name="Line 38"/>
              <p:cNvSpPr>
                <a:spLocks noChangeShapeType="1"/>
              </p:cNvSpPr>
              <p:nvPr/>
            </p:nvSpPr>
            <p:spPr bwMode="auto">
              <a:xfrm>
                <a:off x="2351088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47" name="Line 39"/>
              <p:cNvSpPr>
                <a:spLocks noChangeShapeType="1"/>
              </p:cNvSpPr>
              <p:nvPr/>
            </p:nvSpPr>
            <p:spPr bwMode="auto">
              <a:xfrm>
                <a:off x="2360613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48" name="Line 40"/>
              <p:cNvSpPr>
                <a:spLocks noChangeShapeType="1"/>
              </p:cNvSpPr>
              <p:nvPr/>
            </p:nvSpPr>
            <p:spPr bwMode="auto">
              <a:xfrm>
                <a:off x="2370138" y="2932113"/>
                <a:ext cx="7938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49" name="Line 41"/>
              <p:cNvSpPr>
                <a:spLocks noChangeShapeType="1"/>
              </p:cNvSpPr>
              <p:nvPr/>
            </p:nvSpPr>
            <p:spPr bwMode="auto">
              <a:xfrm>
                <a:off x="2378075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50" name="Line 42"/>
              <p:cNvSpPr>
                <a:spLocks noChangeShapeType="1"/>
              </p:cNvSpPr>
              <p:nvPr/>
            </p:nvSpPr>
            <p:spPr bwMode="auto">
              <a:xfrm>
                <a:off x="2387600" y="3000376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51" name="Line 43"/>
              <p:cNvSpPr>
                <a:spLocks noChangeShapeType="1"/>
              </p:cNvSpPr>
              <p:nvPr/>
            </p:nvSpPr>
            <p:spPr bwMode="auto">
              <a:xfrm>
                <a:off x="2397125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52" name="Line 44"/>
              <p:cNvSpPr>
                <a:spLocks noChangeShapeType="1"/>
              </p:cNvSpPr>
              <p:nvPr/>
            </p:nvSpPr>
            <p:spPr bwMode="auto">
              <a:xfrm>
                <a:off x="2406650" y="30686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53" name="Line 45"/>
              <p:cNvSpPr>
                <a:spLocks noChangeShapeType="1"/>
              </p:cNvSpPr>
              <p:nvPr/>
            </p:nvSpPr>
            <p:spPr bwMode="auto">
              <a:xfrm>
                <a:off x="2416175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54" name="Line 46"/>
              <p:cNvSpPr>
                <a:spLocks noChangeShapeType="1"/>
              </p:cNvSpPr>
              <p:nvPr/>
            </p:nvSpPr>
            <p:spPr bwMode="auto">
              <a:xfrm>
                <a:off x="2425700" y="3133726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55" name="Line 47"/>
              <p:cNvSpPr>
                <a:spLocks noChangeShapeType="1"/>
              </p:cNvSpPr>
              <p:nvPr/>
            </p:nvSpPr>
            <p:spPr bwMode="auto">
              <a:xfrm>
                <a:off x="2433638" y="3163888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56" name="Line 48"/>
              <p:cNvSpPr>
                <a:spLocks noChangeShapeType="1"/>
              </p:cNvSpPr>
              <p:nvPr/>
            </p:nvSpPr>
            <p:spPr bwMode="auto">
              <a:xfrm>
                <a:off x="2443163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57" name="Line 49"/>
              <p:cNvSpPr>
                <a:spLocks noChangeShapeType="1"/>
              </p:cNvSpPr>
              <p:nvPr/>
            </p:nvSpPr>
            <p:spPr bwMode="auto">
              <a:xfrm>
                <a:off x="2452688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58" name="Line 50"/>
              <p:cNvSpPr>
                <a:spLocks noChangeShapeType="1"/>
              </p:cNvSpPr>
              <p:nvPr/>
            </p:nvSpPr>
            <p:spPr bwMode="auto">
              <a:xfrm>
                <a:off x="2462213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59" name="Line 51"/>
              <p:cNvSpPr>
                <a:spLocks noChangeShapeType="1"/>
              </p:cNvSpPr>
              <p:nvPr/>
            </p:nvSpPr>
            <p:spPr bwMode="auto">
              <a:xfrm>
                <a:off x="2471738" y="3265488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60" name="Line 52"/>
              <p:cNvSpPr>
                <a:spLocks noChangeShapeType="1"/>
              </p:cNvSpPr>
              <p:nvPr/>
            </p:nvSpPr>
            <p:spPr bwMode="auto">
              <a:xfrm>
                <a:off x="2479675" y="3282951"/>
                <a:ext cx="9525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61" name="Line 53"/>
              <p:cNvSpPr>
                <a:spLocks noChangeShapeType="1"/>
              </p:cNvSpPr>
              <p:nvPr/>
            </p:nvSpPr>
            <p:spPr bwMode="auto">
              <a:xfrm>
                <a:off x="2489200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62" name="Line 54"/>
              <p:cNvSpPr>
                <a:spLocks noChangeShapeType="1"/>
              </p:cNvSpPr>
              <p:nvPr/>
            </p:nvSpPr>
            <p:spPr bwMode="auto">
              <a:xfrm>
                <a:off x="2498725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63" name="Line 55"/>
              <p:cNvSpPr>
                <a:spLocks noChangeShapeType="1"/>
              </p:cNvSpPr>
              <p:nvPr/>
            </p:nvSpPr>
            <p:spPr bwMode="auto">
              <a:xfrm>
                <a:off x="2508250" y="3322638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64" name="Line 56"/>
              <p:cNvSpPr>
                <a:spLocks noChangeShapeType="1"/>
              </p:cNvSpPr>
              <p:nvPr/>
            </p:nvSpPr>
            <p:spPr bwMode="auto">
              <a:xfrm>
                <a:off x="2517775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65" name="Line 57"/>
              <p:cNvSpPr>
                <a:spLocks noChangeShapeType="1"/>
              </p:cNvSpPr>
              <p:nvPr/>
            </p:nvSpPr>
            <p:spPr bwMode="auto">
              <a:xfrm>
                <a:off x="2527300" y="3332163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66" name="Line 58"/>
              <p:cNvSpPr>
                <a:spLocks noChangeShapeType="1"/>
              </p:cNvSpPr>
              <p:nvPr/>
            </p:nvSpPr>
            <p:spPr bwMode="auto">
              <a:xfrm flipV="1">
                <a:off x="2535238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67" name="Line 59"/>
              <p:cNvSpPr>
                <a:spLocks noChangeShapeType="1"/>
              </p:cNvSpPr>
              <p:nvPr/>
            </p:nvSpPr>
            <p:spPr bwMode="auto">
              <a:xfrm flipV="1">
                <a:off x="2544763" y="3322638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68" name="Line 60"/>
              <p:cNvSpPr>
                <a:spLocks noChangeShapeType="1"/>
              </p:cNvSpPr>
              <p:nvPr/>
            </p:nvSpPr>
            <p:spPr bwMode="auto">
              <a:xfrm flipV="1">
                <a:off x="2554288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69" name="Line 61"/>
              <p:cNvSpPr>
                <a:spLocks noChangeShapeType="1"/>
              </p:cNvSpPr>
              <p:nvPr/>
            </p:nvSpPr>
            <p:spPr bwMode="auto">
              <a:xfrm flipV="1">
                <a:off x="2563813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70" name="Line 62"/>
              <p:cNvSpPr>
                <a:spLocks noChangeShapeType="1"/>
              </p:cNvSpPr>
              <p:nvPr/>
            </p:nvSpPr>
            <p:spPr bwMode="auto">
              <a:xfrm flipV="1">
                <a:off x="2573338" y="3282951"/>
                <a:ext cx="9525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71" name="Line 63"/>
              <p:cNvSpPr>
                <a:spLocks noChangeShapeType="1"/>
              </p:cNvSpPr>
              <p:nvPr/>
            </p:nvSpPr>
            <p:spPr bwMode="auto">
              <a:xfrm flipV="1">
                <a:off x="2582863" y="3265488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72" name="Line 64"/>
              <p:cNvSpPr>
                <a:spLocks noChangeShapeType="1"/>
              </p:cNvSpPr>
              <p:nvPr/>
            </p:nvSpPr>
            <p:spPr bwMode="auto">
              <a:xfrm flipV="1">
                <a:off x="2590800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73" name="Line 65"/>
              <p:cNvSpPr>
                <a:spLocks noChangeShapeType="1"/>
              </p:cNvSpPr>
              <p:nvPr/>
            </p:nvSpPr>
            <p:spPr bwMode="auto">
              <a:xfrm flipV="1">
                <a:off x="2600325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74" name="Line 66"/>
              <p:cNvSpPr>
                <a:spLocks noChangeShapeType="1"/>
              </p:cNvSpPr>
              <p:nvPr/>
            </p:nvSpPr>
            <p:spPr bwMode="auto">
              <a:xfrm flipV="1">
                <a:off x="2609850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75" name="Line 67"/>
              <p:cNvSpPr>
                <a:spLocks noChangeShapeType="1"/>
              </p:cNvSpPr>
              <p:nvPr/>
            </p:nvSpPr>
            <p:spPr bwMode="auto">
              <a:xfrm flipV="1">
                <a:off x="2619375" y="3163888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76" name="Line 68"/>
              <p:cNvSpPr>
                <a:spLocks noChangeShapeType="1"/>
              </p:cNvSpPr>
              <p:nvPr/>
            </p:nvSpPr>
            <p:spPr bwMode="auto">
              <a:xfrm flipV="1">
                <a:off x="2628900" y="3133726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77" name="Line 69"/>
              <p:cNvSpPr>
                <a:spLocks noChangeShapeType="1"/>
              </p:cNvSpPr>
              <p:nvPr/>
            </p:nvSpPr>
            <p:spPr bwMode="auto">
              <a:xfrm flipV="1">
                <a:off x="2636838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78" name="Line 70"/>
              <p:cNvSpPr>
                <a:spLocks noChangeShapeType="1"/>
              </p:cNvSpPr>
              <p:nvPr/>
            </p:nvSpPr>
            <p:spPr bwMode="auto">
              <a:xfrm flipV="1">
                <a:off x="2646363" y="30686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79" name="Line 71"/>
              <p:cNvSpPr>
                <a:spLocks noChangeShapeType="1"/>
              </p:cNvSpPr>
              <p:nvPr/>
            </p:nvSpPr>
            <p:spPr bwMode="auto">
              <a:xfrm flipV="1">
                <a:off x="2655888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80" name="Line 72"/>
              <p:cNvSpPr>
                <a:spLocks noChangeShapeType="1"/>
              </p:cNvSpPr>
              <p:nvPr/>
            </p:nvSpPr>
            <p:spPr bwMode="auto">
              <a:xfrm flipV="1">
                <a:off x="2665413" y="3000376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81" name="Line 73"/>
              <p:cNvSpPr>
                <a:spLocks noChangeShapeType="1"/>
              </p:cNvSpPr>
              <p:nvPr/>
            </p:nvSpPr>
            <p:spPr bwMode="auto">
              <a:xfrm flipV="1">
                <a:off x="2674938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82" name="Line 74"/>
              <p:cNvSpPr>
                <a:spLocks noChangeShapeType="1"/>
              </p:cNvSpPr>
              <p:nvPr/>
            </p:nvSpPr>
            <p:spPr bwMode="auto">
              <a:xfrm flipV="1">
                <a:off x="2684463" y="2932113"/>
                <a:ext cx="7938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83" name="Line 75"/>
              <p:cNvSpPr>
                <a:spLocks noChangeShapeType="1"/>
              </p:cNvSpPr>
              <p:nvPr/>
            </p:nvSpPr>
            <p:spPr bwMode="auto">
              <a:xfrm flipV="1">
                <a:off x="2692400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84" name="Line 76"/>
              <p:cNvSpPr>
                <a:spLocks noChangeShapeType="1"/>
              </p:cNvSpPr>
              <p:nvPr/>
            </p:nvSpPr>
            <p:spPr bwMode="auto">
              <a:xfrm flipV="1">
                <a:off x="2701925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85" name="Line 77"/>
              <p:cNvSpPr>
                <a:spLocks noChangeShapeType="1"/>
              </p:cNvSpPr>
              <p:nvPr/>
            </p:nvSpPr>
            <p:spPr bwMode="auto">
              <a:xfrm flipV="1">
                <a:off x="2711450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86" name="Line 78"/>
              <p:cNvSpPr>
                <a:spLocks noChangeShapeType="1"/>
              </p:cNvSpPr>
              <p:nvPr/>
            </p:nvSpPr>
            <p:spPr bwMode="auto">
              <a:xfrm flipV="1">
                <a:off x="2720975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87" name="Line 79"/>
              <p:cNvSpPr>
                <a:spLocks noChangeShapeType="1"/>
              </p:cNvSpPr>
              <p:nvPr/>
            </p:nvSpPr>
            <p:spPr bwMode="auto">
              <a:xfrm flipV="1">
                <a:off x="2730500" y="2768601"/>
                <a:ext cx="9525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88" name="Line 80"/>
              <p:cNvSpPr>
                <a:spLocks noChangeShapeType="1"/>
              </p:cNvSpPr>
              <p:nvPr/>
            </p:nvSpPr>
            <p:spPr bwMode="auto">
              <a:xfrm flipV="1">
                <a:off x="2740025" y="2740026"/>
                <a:ext cx="7938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89" name="Line 81"/>
              <p:cNvSpPr>
                <a:spLocks noChangeShapeType="1"/>
              </p:cNvSpPr>
              <p:nvPr/>
            </p:nvSpPr>
            <p:spPr bwMode="auto">
              <a:xfrm flipV="1">
                <a:off x="2747963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90" name="Line 82"/>
              <p:cNvSpPr>
                <a:spLocks noChangeShapeType="1"/>
              </p:cNvSpPr>
              <p:nvPr/>
            </p:nvSpPr>
            <p:spPr bwMode="auto">
              <a:xfrm flipV="1">
                <a:off x="2757488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91" name="Line 83"/>
              <p:cNvSpPr>
                <a:spLocks noChangeShapeType="1"/>
              </p:cNvSpPr>
              <p:nvPr/>
            </p:nvSpPr>
            <p:spPr bwMode="auto">
              <a:xfrm flipV="1">
                <a:off x="2767013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92" name="Line 84"/>
              <p:cNvSpPr>
                <a:spLocks noChangeShapeType="1"/>
              </p:cNvSpPr>
              <p:nvPr/>
            </p:nvSpPr>
            <p:spPr bwMode="auto">
              <a:xfrm flipV="1">
                <a:off x="2776538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93" name="Line 85"/>
              <p:cNvSpPr>
                <a:spLocks noChangeShapeType="1"/>
              </p:cNvSpPr>
              <p:nvPr/>
            </p:nvSpPr>
            <p:spPr bwMode="auto">
              <a:xfrm flipV="1">
                <a:off x="2786063" y="2632076"/>
                <a:ext cx="7938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94" name="Line 86"/>
              <p:cNvSpPr>
                <a:spLocks noChangeShapeType="1"/>
              </p:cNvSpPr>
              <p:nvPr/>
            </p:nvSpPr>
            <p:spPr bwMode="auto">
              <a:xfrm flipV="1">
                <a:off x="2794000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95" name="Line 87"/>
              <p:cNvSpPr>
                <a:spLocks noChangeShapeType="1"/>
              </p:cNvSpPr>
              <p:nvPr/>
            </p:nvSpPr>
            <p:spPr bwMode="auto">
              <a:xfrm flipV="1">
                <a:off x="28035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96" name="Line 88"/>
              <p:cNvSpPr>
                <a:spLocks noChangeShapeType="1"/>
              </p:cNvSpPr>
              <p:nvPr/>
            </p:nvSpPr>
            <p:spPr bwMode="auto">
              <a:xfrm flipV="1">
                <a:off x="2813050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97" name="Line 89"/>
              <p:cNvSpPr>
                <a:spLocks noChangeShapeType="1"/>
              </p:cNvSpPr>
              <p:nvPr/>
            </p:nvSpPr>
            <p:spPr bwMode="auto">
              <a:xfrm flipV="1">
                <a:off x="2822575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98" name="Line 90"/>
              <p:cNvSpPr>
                <a:spLocks noChangeShapeType="1"/>
              </p:cNvSpPr>
              <p:nvPr/>
            </p:nvSpPr>
            <p:spPr bwMode="auto">
              <a:xfrm>
                <a:off x="2832100" y="2600326"/>
                <a:ext cx="952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99" name="Line 91"/>
              <p:cNvSpPr>
                <a:spLocks noChangeShapeType="1"/>
              </p:cNvSpPr>
              <p:nvPr/>
            </p:nvSpPr>
            <p:spPr bwMode="auto">
              <a:xfrm>
                <a:off x="2841625" y="2600326"/>
                <a:ext cx="793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00" name="Line 92"/>
              <p:cNvSpPr>
                <a:spLocks noChangeShapeType="1"/>
              </p:cNvSpPr>
              <p:nvPr/>
            </p:nvSpPr>
            <p:spPr bwMode="auto">
              <a:xfrm>
                <a:off x="28495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01" name="Line 93"/>
              <p:cNvSpPr>
                <a:spLocks noChangeShapeType="1"/>
              </p:cNvSpPr>
              <p:nvPr/>
            </p:nvSpPr>
            <p:spPr bwMode="auto">
              <a:xfrm>
                <a:off x="2859088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02" name="Line 94"/>
              <p:cNvSpPr>
                <a:spLocks noChangeShapeType="1"/>
              </p:cNvSpPr>
              <p:nvPr/>
            </p:nvSpPr>
            <p:spPr bwMode="auto">
              <a:xfrm>
                <a:off x="2868613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03" name="Line 95"/>
              <p:cNvSpPr>
                <a:spLocks noChangeShapeType="1"/>
              </p:cNvSpPr>
              <p:nvPr/>
            </p:nvSpPr>
            <p:spPr bwMode="auto">
              <a:xfrm>
                <a:off x="2878138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04" name="Line 96"/>
              <p:cNvSpPr>
                <a:spLocks noChangeShapeType="1"/>
              </p:cNvSpPr>
              <p:nvPr/>
            </p:nvSpPr>
            <p:spPr bwMode="auto">
              <a:xfrm>
                <a:off x="2887663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05" name="Line 97"/>
              <p:cNvSpPr>
                <a:spLocks noChangeShapeType="1"/>
              </p:cNvSpPr>
              <p:nvPr/>
            </p:nvSpPr>
            <p:spPr bwMode="auto">
              <a:xfrm>
                <a:off x="2897188" y="2667001"/>
                <a:ext cx="7938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06" name="Line 98"/>
              <p:cNvSpPr>
                <a:spLocks noChangeShapeType="1"/>
              </p:cNvSpPr>
              <p:nvPr/>
            </p:nvSpPr>
            <p:spPr bwMode="auto">
              <a:xfrm>
                <a:off x="29051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07" name="Line 99"/>
              <p:cNvSpPr>
                <a:spLocks noChangeShapeType="1"/>
              </p:cNvSpPr>
              <p:nvPr/>
            </p:nvSpPr>
            <p:spPr bwMode="auto">
              <a:xfrm>
                <a:off x="2914650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08" name="Line 100"/>
              <p:cNvSpPr>
                <a:spLocks noChangeShapeType="1"/>
              </p:cNvSpPr>
              <p:nvPr/>
            </p:nvSpPr>
            <p:spPr bwMode="auto">
              <a:xfrm>
                <a:off x="2924175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09" name="Line 101"/>
              <p:cNvSpPr>
                <a:spLocks noChangeShapeType="1"/>
              </p:cNvSpPr>
              <p:nvPr/>
            </p:nvSpPr>
            <p:spPr bwMode="auto">
              <a:xfrm>
                <a:off x="2933700" y="2768601"/>
                <a:ext cx="9525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10" name="Line 102"/>
              <p:cNvSpPr>
                <a:spLocks noChangeShapeType="1"/>
              </p:cNvSpPr>
              <p:nvPr/>
            </p:nvSpPr>
            <p:spPr bwMode="auto">
              <a:xfrm>
                <a:off x="2943225" y="2798763"/>
                <a:ext cx="7938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11" name="Line 103"/>
              <p:cNvSpPr>
                <a:spLocks noChangeShapeType="1"/>
              </p:cNvSpPr>
              <p:nvPr/>
            </p:nvSpPr>
            <p:spPr bwMode="auto">
              <a:xfrm>
                <a:off x="2951163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12" name="Line 104"/>
              <p:cNvSpPr>
                <a:spLocks noChangeShapeType="1"/>
              </p:cNvSpPr>
              <p:nvPr/>
            </p:nvSpPr>
            <p:spPr bwMode="auto">
              <a:xfrm>
                <a:off x="2960688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13" name="Line 105"/>
              <p:cNvSpPr>
                <a:spLocks noChangeShapeType="1"/>
              </p:cNvSpPr>
              <p:nvPr/>
            </p:nvSpPr>
            <p:spPr bwMode="auto">
              <a:xfrm>
                <a:off x="2970213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14" name="Line 106"/>
              <p:cNvSpPr>
                <a:spLocks noChangeShapeType="1"/>
              </p:cNvSpPr>
              <p:nvPr/>
            </p:nvSpPr>
            <p:spPr bwMode="auto">
              <a:xfrm>
                <a:off x="2979738" y="293211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15" name="Line 107"/>
              <p:cNvSpPr>
                <a:spLocks noChangeShapeType="1"/>
              </p:cNvSpPr>
              <p:nvPr/>
            </p:nvSpPr>
            <p:spPr bwMode="auto">
              <a:xfrm>
                <a:off x="2073275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16" name="Line 108"/>
              <p:cNvSpPr>
                <a:spLocks noChangeShapeType="1"/>
              </p:cNvSpPr>
              <p:nvPr/>
            </p:nvSpPr>
            <p:spPr bwMode="auto">
              <a:xfrm>
                <a:off x="2092325" y="303371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17" name="Line 109"/>
              <p:cNvSpPr>
                <a:spLocks noChangeShapeType="1"/>
              </p:cNvSpPr>
              <p:nvPr/>
            </p:nvSpPr>
            <p:spPr bwMode="auto">
              <a:xfrm>
                <a:off x="2092325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18" name="Line 110"/>
              <p:cNvSpPr>
                <a:spLocks noChangeShapeType="1"/>
              </p:cNvSpPr>
              <p:nvPr/>
            </p:nvSpPr>
            <p:spPr bwMode="auto">
              <a:xfrm>
                <a:off x="2111375" y="310197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19" name="Line 111"/>
              <p:cNvSpPr>
                <a:spLocks noChangeShapeType="1"/>
              </p:cNvSpPr>
              <p:nvPr/>
            </p:nvSpPr>
            <p:spPr bwMode="auto">
              <a:xfrm>
                <a:off x="2111375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20" name="Line 112"/>
              <p:cNvSpPr>
                <a:spLocks noChangeShapeType="1"/>
              </p:cNvSpPr>
              <p:nvPr/>
            </p:nvSpPr>
            <p:spPr bwMode="auto">
              <a:xfrm>
                <a:off x="2120900" y="313372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21" name="Line 113"/>
              <p:cNvSpPr>
                <a:spLocks noChangeShapeType="1"/>
              </p:cNvSpPr>
              <p:nvPr/>
            </p:nvSpPr>
            <p:spPr bwMode="auto">
              <a:xfrm>
                <a:off x="2130425" y="3168651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22" name="Line 114"/>
              <p:cNvSpPr>
                <a:spLocks noChangeShapeType="1"/>
              </p:cNvSpPr>
              <p:nvPr/>
            </p:nvSpPr>
            <p:spPr bwMode="auto">
              <a:xfrm>
                <a:off x="2138363" y="3192463"/>
                <a:ext cx="3175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23" name="Line 115"/>
              <p:cNvSpPr>
                <a:spLocks noChangeShapeType="1"/>
              </p:cNvSpPr>
              <p:nvPr/>
            </p:nvSpPr>
            <p:spPr bwMode="auto">
              <a:xfrm>
                <a:off x="2152650" y="3232151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24" name="Line 116"/>
              <p:cNvSpPr>
                <a:spLocks noChangeShapeType="1"/>
              </p:cNvSpPr>
              <p:nvPr/>
            </p:nvSpPr>
            <p:spPr bwMode="auto">
              <a:xfrm>
                <a:off x="2157413" y="3243263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25" name="Line 117"/>
              <p:cNvSpPr>
                <a:spLocks noChangeShapeType="1"/>
              </p:cNvSpPr>
              <p:nvPr/>
            </p:nvSpPr>
            <p:spPr bwMode="auto">
              <a:xfrm>
                <a:off x="2179638" y="3289301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26" name="Line 118"/>
              <p:cNvSpPr>
                <a:spLocks noChangeShapeType="1"/>
              </p:cNvSpPr>
              <p:nvPr/>
            </p:nvSpPr>
            <p:spPr bwMode="auto">
              <a:xfrm>
                <a:off x="2184400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27" name="Line 119"/>
              <p:cNvSpPr>
                <a:spLocks noChangeShapeType="1"/>
              </p:cNvSpPr>
              <p:nvPr/>
            </p:nvSpPr>
            <p:spPr bwMode="auto">
              <a:xfrm>
                <a:off x="2193925" y="331311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28" name="Line 120"/>
              <p:cNvSpPr>
                <a:spLocks noChangeShapeType="1"/>
              </p:cNvSpPr>
              <p:nvPr/>
            </p:nvSpPr>
            <p:spPr bwMode="auto">
              <a:xfrm>
                <a:off x="2214563" y="3328988"/>
                <a:ext cx="793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29" name="Line 121"/>
              <p:cNvSpPr>
                <a:spLocks noChangeShapeType="1"/>
              </p:cNvSpPr>
              <p:nvPr/>
            </p:nvSpPr>
            <p:spPr bwMode="auto">
              <a:xfrm>
                <a:off x="2222500" y="3332163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30" name="Line 122"/>
              <p:cNvSpPr>
                <a:spLocks noChangeShapeType="1"/>
              </p:cNvSpPr>
              <p:nvPr/>
            </p:nvSpPr>
            <p:spPr bwMode="auto">
              <a:xfrm flipV="1">
                <a:off x="2230438" y="3330576"/>
                <a:ext cx="317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31" name="Line 123"/>
              <p:cNvSpPr>
                <a:spLocks noChangeShapeType="1"/>
              </p:cNvSpPr>
              <p:nvPr/>
            </p:nvSpPr>
            <p:spPr bwMode="auto">
              <a:xfrm flipV="1">
                <a:off x="2252663" y="3313113"/>
                <a:ext cx="6350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32" name="Line 124"/>
              <p:cNvSpPr>
                <a:spLocks noChangeShapeType="1"/>
              </p:cNvSpPr>
              <p:nvPr/>
            </p:nvSpPr>
            <p:spPr bwMode="auto">
              <a:xfrm flipV="1">
                <a:off x="2259013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33" name="Line 125"/>
              <p:cNvSpPr>
                <a:spLocks noChangeShapeType="1"/>
              </p:cNvSpPr>
              <p:nvPr/>
            </p:nvSpPr>
            <p:spPr bwMode="auto">
              <a:xfrm flipV="1">
                <a:off x="2268538" y="3295651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34" name="Line 126"/>
              <p:cNvSpPr>
                <a:spLocks noChangeShapeType="1"/>
              </p:cNvSpPr>
              <p:nvPr/>
            </p:nvSpPr>
            <p:spPr bwMode="auto">
              <a:xfrm flipV="1">
                <a:off x="2284413" y="3265488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35" name="Line 127"/>
              <p:cNvSpPr>
                <a:spLocks noChangeShapeType="1"/>
              </p:cNvSpPr>
              <p:nvPr/>
            </p:nvSpPr>
            <p:spPr bwMode="auto">
              <a:xfrm flipV="1">
                <a:off x="2286000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36" name="Line 128"/>
              <p:cNvSpPr>
                <a:spLocks noChangeShapeType="1"/>
              </p:cNvSpPr>
              <p:nvPr/>
            </p:nvSpPr>
            <p:spPr bwMode="auto">
              <a:xfrm flipV="1">
                <a:off x="2295525" y="3238501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37" name="Line 129"/>
              <p:cNvSpPr>
                <a:spLocks noChangeShapeType="1"/>
              </p:cNvSpPr>
              <p:nvPr/>
            </p:nvSpPr>
            <p:spPr bwMode="auto">
              <a:xfrm flipV="1">
                <a:off x="2308225" y="3192463"/>
                <a:ext cx="6350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38" name="Line 130"/>
              <p:cNvSpPr>
                <a:spLocks noChangeShapeType="1"/>
              </p:cNvSpPr>
              <p:nvPr/>
            </p:nvSpPr>
            <p:spPr bwMode="auto">
              <a:xfrm flipV="1">
                <a:off x="2314575" y="3175001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39" name="Line 131"/>
              <p:cNvSpPr>
                <a:spLocks noChangeShapeType="1"/>
              </p:cNvSpPr>
              <p:nvPr/>
            </p:nvSpPr>
            <p:spPr bwMode="auto">
              <a:xfrm flipV="1">
                <a:off x="2330450" y="3133726"/>
                <a:ext cx="1588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40" name="Line 132"/>
              <p:cNvSpPr>
                <a:spLocks noChangeShapeType="1"/>
              </p:cNvSpPr>
              <p:nvPr/>
            </p:nvSpPr>
            <p:spPr bwMode="auto">
              <a:xfrm flipV="1">
                <a:off x="2332038" y="3109913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41" name="Line 133"/>
              <p:cNvSpPr>
                <a:spLocks noChangeShapeType="1"/>
              </p:cNvSpPr>
              <p:nvPr/>
            </p:nvSpPr>
            <p:spPr bwMode="auto">
              <a:xfrm flipV="1">
                <a:off x="2349500" y="3068638"/>
                <a:ext cx="1588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42" name="Line 134"/>
              <p:cNvSpPr>
                <a:spLocks noChangeShapeType="1"/>
              </p:cNvSpPr>
              <p:nvPr/>
            </p:nvSpPr>
            <p:spPr bwMode="auto">
              <a:xfrm flipV="1">
                <a:off x="2351088" y="3041651"/>
                <a:ext cx="7938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43" name="Line 135"/>
              <p:cNvSpPr>
                <a:spLocks noChangeShapeType="1"/>
              </p:cNvSpPr>
              <p:nvPr/>
            </p:nvSpPr>
            <p:spPr bwMode="auto">
              <a:xfrm flipV="1">
                <a:off x="2366963" y="3000376"/>
                <a:ext cx="3175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44" name="Line 136"/>
              <p:cNvSpPr>
                <a:spLocks noChangeShapeType="1"/>
              </p:cNvSpPr>
              <p:nvPr/>
            </p:nvSpPr>
            <p:spPr bwMode="auto">
              <a:xfrm flipV="1">
                <a:off x="2370138" y="2973388"/>
                <a:ext cx="6350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45" name="Line 137"/>
              <p:cNvSpPr>
                <a:spLocks noChangeShapeType="1"/>
              </p:cNvSpPr>
              <p:nvPr/>
            </p:nvSpPr>
            <p:spPr bwMode="auto">
              <a:xfrm flipV="1">
                <a:off x="2386013" y="2932113"/>
                <a:ext cx="1588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46" name="Line 138"/>
              <p:cNvSpPr>
                <a:spLocks noChangeShapeType="1"/>
              </p:cNvSpPr>
              <p:nvPr/>
            </p:nvSpPr>
            <p:spPr bwMode="auto">
              <a:xfrm flipV="1">
                <a:off x="2387600" y="2906713"/>
                <a:ext cx="7938" cy="254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47" name="Line 139"/>
              <p:cNvSpPr>
                <a:spLocks noChangeShapeType="1"/>
              </p:cNvSpPr>
              <p:nvPr/>
            </p:nvSpPr>
            <p:spPr bwMode="auto">
              <a:xfrm flipV="1">
                <a:off x="2403475" y="2862263"/>
                <a:ext cx="317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48" name="Line 140"/>
              <p:cNvSpPr>
                <a:spLocks noChangeShapeType="1"/>
              </p:cNvSpPr>
              <p:nvPr/>
            </p:nvSpPr>
            <p:spPr bwMode="auto">
              <a:xfrm flipV="1">
                <a:off x="2406650" y="2838451"/>
                <a:ext cx="6350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49" name="Line 141"/>
              <p:cNvSpPr>
                <a:spLocks noChangeShapeType="1"/>
              </p:cNvSpPr>
              <p:nvPr/>
            </p:nvSpPr>
            <p:spPr bwMode="auto">
              <a:xfrm flipV="1">
                <a:off x="2422525" y="2798763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50" name="Line 142"/>
              <p:cNvSpPr>
                <a:spLocks noChangeShapeType="1"/>
              </p:cNvSpPr>
              <p:nvPr/>
            </p:nvSpPr>
            <p:spPr bwMode="auto">
              <a:xfrm flipV="1">
                <a:off x="2425700" y="2771776"/>
                <a:ext cx="7938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51" name="Line 143"/>
              <p:cNvSpPr>
                <a:spLocks noChangeShapeType="1"/>
              </p:cNvSpPr>
              <p:nvPr/>
            </p:nvSpPr>
            <p:spPr bwMode="auto">
              <a:xfrm flipV="1">
                <a:off x="2443163" y="2713038"/>
                <a:ext cx="9525" cy="254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52" name="Line 144"/>
              <p:cNvSpPr>
                <a:spLocks noChangeShapeType="1"/>
              </p:cNvSpPr>
              <p:nvPr/>
            </p:nvSpPr>
            <p:spPr bwMode="auto">
              <a:xfrm flipV="1">
                <a:off x="2452688" y="2706688"/>
                <a:ext cx="1588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53" name="Line 145"/>
              <p:cNvSpPr>
                <a:spLocks noChangeShapeType="1"/>
              </p:cNvSpPr>
              <p:nvPr/>
            </p:nvSpPr>
            <p:spPr bwMode="auto">
              <a:xfrm flipV="1">
                <a:off x="2466975" y="2667001"/>
                <a:ext cx="4763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54" name="Line 146"/>
              <p:cNvSpPr>
                <a:spLocks noChangeShapeType="1"/>
              </p:cNvSpPr>
              <p:nvPr/>
            </p:nvSpPr>
            <p:spPr bwMode="auto">
              <a:xfrm flipV="1">
                <a:off x="2471738" y="2647951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55" name="Line 147"/>
              <p:cNvSpPr>
                <a:spLocks noChangeShapeType="1"/>
              </p:cNvSpPr>
              <p:nvPr/>
            </p:nvSpPr>
            <p:spPr bwMode="auto">
              <a:xfrm flipV="1">
                <a:off x="2479675" y="2647951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56" name="Line 148"/>
              <p:cNvSpPr>
                <a:spLocks noChangeShapeType="1"/>
              </p:cNvSpPr>
              <p:nvPr/>
            </p:nvSpPr>
            <p:spPr bwMode="auto">
              <a:xfrm flipV="1">
                <a:off x="2495550" y="2619376"/>
                <a:ext cx="3175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57" name="Line 149"/>
              <p:cNvSpPr>
                <a:spLocks noChangeShapeType="1"/>
              </p:cNvSpPr>
              <p:nvPr/>
            </p:nvSpPr>
            <p:spPr bwMode="auto">
              <a:xfrm flipV="1">
                <a:off x="24987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58" name="Line 150"/>
              <p:cNvSpPr>
                <a:spLocks noChangeShapeType="1"/>
              </p:cNvSpPr>
              <p:nvPr/>
            </p:nvSpPr>
            <p:spPr bwMode="auto">
              <a:xfrm flipV="1">
                <a:off x="2508250" y="2605088"/>
                <a:ext cx="6350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59" name="Line 151"/>
              <p:cNvSpPr>
                <a:spLocks noChangeShapeType="1"/>
              </p:cNvSpPr>
              <p:nvPr/>
            </p:nvSpPr>
            <p:spPr bwMode="auto">
              <a:xfrm>
                <a:off x="2533650" y="260032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60" name="Line 152"/>
              <p:cNvSpPr>
                <a:spLocks noChangeShapeType="1"/>
              </p:cNvSpPr>
              <p:nvPr/>
            </p:nvSpPr>
            <p:spPr bwMode="auto">
              <a:xfrm>
                <a:off x="2535238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61" name="Line 153"/>
              <p:cNvSpPr>
                <a:spLocks noChangeShapeType="1"/>
              </p:cNvSpPr>
              <p:nvPr/>
            </p:nvSpPr>
            <p:spPr bwMode="auto">
              <a:xfrm>
                <a:off x="25447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62" name="Line 154"/>
              <p:cNvSpPr>
                <a:spLocks noChangeShapeType="1"/>
              </p:cNvSpPr>
              <p:nvPr/>
            </p:nvSpPr>
            <p:spPr bwMode="auto">
              <a:xfrm>
                <a:off x="2571750" y="2630488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63" name="Line 155"/>
              <p:cNvSpPr>
                <a:spLocks noChangeShapeType="1"/>
              </p:cNvSpPr>
              <p:nvPr/>
            </p:nvSpPr>
            <p:spPr bwMode="auto">
              <a:xfrm>
                <a:off x="2573338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64" name="Line 156"/>
              <p:cNvSpPr>
                <a:spLocks noChangeShapeType="1"/>
              </p:cNvSpPr>
              <p:nvPr/>
            </p:nvSpPr>
            <p:spPr bwMode="auto">
              <a:xfrm>
                <a:off x="2582863" y="2647951"/>
                <a:ext cx="317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65" name="Line 157"/>
              <p:cNvSpPr>
                <a:spLocks noChangeShapeType="1"/>
              </p:cNvSpPr>
              <p:nvPr/>
            </p:nvSpPr>
            <p:spPr bwMode="auto">
              <a:xfrm>
                <a:off x="2598738" y="2686051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66" name="Line 158"/>
              <p:cNvSpPr>
                <a:spLocks noChangeShapeType="1"/>
              </p:cNvSpPr>
              <p:nvPr/>
            </p:nvSpPr>
            <p:spPr bwMode="auto">
              <a:xfrm>
                <a:off x="26003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67" name="Line 159"/>
              <p:cNvSpPr>
                <a:spLocks noChangeShapeType="1"/>
              </p:cNvSpPr>
              <p:nvPr/>
            </p:nvSpPr>
            <p:spPr bwMode="auto">
              <a:xfrm>
                <a:off x="2609850" y="2713038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68" name="Line 160"/>
              <p:cNvSpPr>
                <a:spLocks noChangeShapeType="1"/>
              </p:cNvSpPr>
              <p:nvPr/>
            </p:nvSpPr>
            <p:spPr bwMode="auto">
              <a:xfrm>
                <a:off x="2622550" y="2749551"/>
                <a:ext cx="6350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69" name="Line 161"/>
              <p:cNvSpPr>
                <a:spLocks noChangeShapeType="1"/>
              </p:cNvSpPr>
              <p:nvPr/>
            </p:nvSpPr>
            <p:spPr bwMode="auto">
              <a:xfrm>
                <a:off x="2628900" y="2768601"/>
                <a:ext cx="317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70" name="Line 162"/>
              <p:cNvSpPr>
                <a:spLocks noChangeShapeType="1"/>
              </p:cNvSpPr>
              <p:nvPr/>
            </p:nvSpPr>
            <p:spPr bwMode="auto">
              <a:xfrm>
                <a:off x="2643188" y="2814638"/>
                <a:ext cx="317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71" name="Line 163"/>
              <p:cNvSpPr>
                <a:spLocks noChangeShapeType="1"/>
              </p:cNvSpPr>
              <p:nvPr/>
            </p:nvSpPr>
            <p:spPr bwMode="auto">
              <a:xfrm>
                <a:off x="2646363" y="2830513"/>
                <a:ext cx="6350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72" name="Line 164"/>
              <p:cNvSpPr>
                <a:spLocks noChangeShapeType="1"/>
              </p:cNvSpPr>
              <p:nvPr/>
            </p:nvSpPr>
            <p:spPr bwMode="auto">
              <a:xfrm>
                <a:off x="2660650" y="2882901"/>
                <a:ext cx="4763" cy="142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73" name="Line 165"/>
              <p:cNvSpPr>
                <a:spLocks noChangeShapeType="1"/>
              </p:cNvSpPr>
              <p:nvPr/>
            </p:nvSpPr>
            <p:spPr bwMode="auto">
              <a:xfrm>
                <a:off x="2665413" y="2897188"/>
                <a:ext cx="4763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74" name="Line 166"/>
              <p:cNvSpPr>
                <a:spLocks noChangeShapeType="1"/>
              </p:cNvSpPr>
              <p:nvPr/>
            </p:nvSpPr>
            <p:spPr bwMode="auto">
              <a:xfrm>
                <a:off x="2679700" y="2949576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75" name="Line 167"/>
              <p:cNvSpPr>
                <a:spLocks noChangeShapeType="1"/>
              </p:cNvSpPr>
              <p:nvPr/>
            </p:nvSpPr>
            <p:spPr bwMode="auto">
              <a:xfrm>
                <a:off x="2684463" y="2967038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76" name="Line 168"/>
              <p:cNvSpPr>
                <a:spLocks noChangeShapeType="1"/>
              </p:cNvSpPr>
              <p:nvPr/>
            </p:nvSpPr>
            <p:spPr bwMode="auto">
              <a:xfrm>
                <a:off x="2697163" y="3017838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77" name="Line 169"/>
              <p:cNvSpPr>
                <a:spLocks noChangeShapeType="1"/>
              </p:cNvSpPr>
              <p:nvPr/>
            </p:nvSpPr>
            <p:spPr bwMode="auto">
              <a:xfrm>
                <a:off x="2701925" y="3035301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78" name="Line 170"/>
              <p:cNvSpPr>
                <a:spLocks noChangeShapeType="1"/>
              </p:cNvSpPr>
              <p:nvPr/>
            </p:nvSpPr>
            <p:spPr bwMode="auto">
              <a:xfrm>
                <a:off x="2716213" y="3086101"/>
                <a:ext cx="4763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79" name="Line 171"/>
              <p:cNvSpPr>
                <a:spLocks noChangeShapeType="1"/>
              </p:cNvSpPr>
              <p:nvPr/>
            </p:nvSpPr>
            <p:spPr bwMode="auto">
              <a:xfrm>
                <a:off x="2720975" y="3101976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80" name="Line 172"/>
              <p:cNvSpPr>
                <a:spLocks noChangeShapeType="1"/>
              </p:cNvSpPr>
              <p:nvPr/>
            </p:nvSpPr>
            <p:spPr bwMode="auto">
              <a:xfrm>
                <a:off x="2735263" y="3152776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81" name="Line 173"/>
              <p:cNvSpPr>
                <a:spLocks noChangeShapeType="1"/>
              </p:cNvSpPr>
              <p:nvPr/>
            </p:nvSpPr>
            <p:spPr bwMode="auto">
              <a:xfrm>
                <a:off x="2740025" y="3163888"/>
                <a:ext cx="6350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82" name="Line 174"/>
              <p:cNvSpPr>
                <a:spLocks noChangeShapeType="1"/>
              </p:cNvSpPr>
              <p:nvPr/>
            </p:nvSpPr>
            <p:spPr bwMode="auto">
              <a:xfrm>
                <a:off x="2757488" y="321786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83" name="Line 175"/>
              <p:cNvSpPr>
                <a:spLocks noChangeShapeType="1"/>
              </p:cNvSpPr>
              <p:nvPr/>
            </p:nvSpPr>
            <p:spPr bwMode="auto">
              <a:xfrm>
                <a:off x="2757488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84" name="Line 176"/>
              <p:cNvSpPr>
                <a:spLocks noChangeShapeType="1"/>
              </p:cNvSpPr>
              <p:nvPr/>
            </p:nvSpPr>
            <p:spPr bwMode="auto">
              <a:xfrm>
                <a:off x="2767013" y="3243263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85" name="Line 177"/>
              <p:cNvSpPr>
                <a:spLocks noChangeShapeType="1"/>
              </p:cNvSpPr>
              <p:nvPr/>
            </p:nvSpPr>
            <p:spPr bwMode="auto">
              <a:xfrm>
                <a:off x="2782888" y="3276601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86" name="Line 178"/>
              <p:cNvSpPr>
                <a:spLocks noChangeShapeType="1"/>
              </p:cNvSpPr>
              <p:nvPr/>
            </p:nvSpPr>
            <p:spPr bwMode="auto">
              <a:xfrm>
                <a:off x="2786063" y="3282951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87" name="Line 179"/>
              <p:cNvSpPr>
                <a:spLocks noChangeShapeType="1"/>
              </p:cNvSpPr>
              <p:nvPr/>
            </p:nvSpPr>
            <p:spPr bwMode="auto">
              <a:xfrm>
                <a:off x="2794000" y="3300413"/>
                <a:ext cx="317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88" name="Line 180"/>
              <p:cNvSpPr>
                <a:spLocks noChangeShapeType="1"/>
              </p:cNvSpPr>
              <p:nvPr/>
            </p:nvSpPr>
            <p:spPr bwMode="auto">
              <a:xfrm>
                <a:off x="2814638" y="3324226"/>
                <a:ext cx="793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89" name="Line 181"/>
              <p:cNvSpPr>
                <a:spLocks noChangeShapeType="1"/>
              </p:cNvSpPr>
              <p:nvPr/>
            </p:nvSpPr>
            <p:spPr bwMode="auto">
              <a:xfrm>
                <a:off x="2822575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90" name="Line 182"/>
              <p:cNvSpPr>
                <a:spLocks noChangeShapeType="1"/>
              </p:cNvSpPr>
              <p:nvPr/>
            </p:nvSpPr>
            <p:spPr bwMode="auto">
              <a:xfrm>
                <a:off x="2832100" y="3332163"/>
                <a:ext cx="317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91" name="Line 183"/>
              <p:cNvSpPr>
                <a:spLocks noChangeShapeType="1"/>
              </p:cNvSpPr>
              <p:nvPr/>
            </p:nvSpPr>
            <p:spPr bwMode="auto">
              <a:xfrm flipV="1">
                <a:off x="2854325" y="3322638"/>
                <a:ext cx="4763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92" name="Line 184"/>
              <p:cNvSpPr>
                <a:spLocks noChangeShapeType="1"/>
              </p:cNvSpPr>
              <p:nvPr/>
            </p:nvSpPr>
            <p:spPr bwMode="auto">
              <a:xfrm flipV="1">
                <a:off x="2859088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93" name="Line 185"/>
              <p:cNvSpPr>
                <a:spLocks noChangeShapeType="1"/>
              </p:cNvSpPr>
              <p:nvPr/>
            </p:nvSpPr>
            <p:spPr bwMode="auto">
              <a:xfrm flipV="1">
                <a:off x="2868613" y="3306763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94" name="Line 186"/>
              <p:cNvSpPr>
                <a:spLocks noChangeShapeType="1"/>
              </p:cNvSpPr>
              <p:nvPr/>
            </p:nvSpPr>
            <p:spPr bwMode="auto">
              <a:xfrm flipV="1">
                <a:off x="2887663" y="3265488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95" name="Line 187"/>
              <p:cNvSpPr>
                <a:spLocks noChangeShapeType="1"/>
              </p:cNvSpPr>
              <p:nvPr/>
            </p:nvSpPr>
            <p:spPr bwMode="auto">
              <a:xfrm flipV="1">
                <a:off x="2897188" y="3252788"/>
                <a:ext cx="4763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96" name="Line 188"/>
              <p:cNvSpPr>
                <a:spLocks noChangeShapeType="1"/>
              </p:cNvSpPr>
              <p:nvPr/>
            </p:nvSpPr>
            <p:spPr bwMode="auto">
              <a:xfrm flipV="1">
                <a:off x="2913063" y="3219451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97" name="Line 189"/>
              <p:cNvSpPr>
                <a:spLocks noChangeShapeType="1"/>
              </p:cNvSpPr>
              <p:nvPr/>
            </p:nvSpPr>
            <p:spPr bwMode="auto">
              <a:xfrm flipV="1">
                <a:off x="2914650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98" name="Line 190"/>
              <p:cNvSpPr>
                <a:spLocks noChangeShapeType="1"/>
              </p:cNvSpPr>
              <p:nvPr/>
            </p:nvSpPr>
            <p:spPr bwMode="auto">
              <a:xfrm flipV="1">
                <a:off x="2924175" y="319087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599" name="Line 191"/>
              <p:cNvSpPr>
                <a:spLocks noChangeShapeType="1"/>
              </p:cNvSpPr>
              <p:nvPr/>
            </p:nvSpPr>
            <p:spPr bwMode="auto">
              <a:xfrm flipV="1">
                <a:off x="2935288" y="3133726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600" name="Line 192"/>
              <p:cNvSpPr>
                <a:spLocks noChangeShapeType="1"/>
              </p:cNvSpPr>
              <p:nvPr/>
            </p:nvSpPr>
            <p:spPr bwMode="auto">
              <a:xfrm flipV="1">
                <a:off x="2943225" y="3124201"/>
                <a:ext cx="1588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601" name="Line 193"/>
              <p:cNvSpPr>
                <a:spLocks noChangeShapeType="1"/>
              </p:cNvSpPr>
              <p:nvPr/>
            </p:nvSpPr>
            <p:spPr bwMode="auto">
              <a:xfrm flipV="1">
                <a:off x="2954338" y="3068638"/>
                <a:ext cx="6350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602" name="Line 194"/>
              <p:cNvSpPr>
                <a:spLocks noChangeShapeType="1"/>
              </p:cNvSpPr>
              <p:nvPr/>
            </p:nvSpPr>
            <p:spPr bwMode="auto">
              <a:xfrm flipV="1">
                <a:off x="2960688" y="3057526"/>
                <a:ext cx="3175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603" name="Line 195"/>
              <p:cNvSpPr>
                <a:spLocks noChangeShapeType="1"/>
              </p:cNvSpPr>
              <p:nvPr/>
            </p:nvSpPr>
            <p:spPr bwMode="auto">
              <a:xfrm flipV="1">
                <a:off x="2973388" y="3000376"/>
                <a:ext cx="6350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604" name="Line 196"/>
              <p:cNvSpPr>
                <a:spLocks noChangeShapeType="1"/>
              </p:cNvSpPr>
              <p:nvPr/>
            </p:nvSpPr>
            <p:spPr bwMode="auto">
              <a:xfrm flipV="1">
                <a:off x="2979738" y="2989263"/>
                <a:ext cx="3175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" name="Group 204"/>
            <p:cNvGrpSpPr>
              <a:grpSpLocks/>
            </p:cNvGrpSpPr>
            <p:nvPr/>
          </p:nvGrpSpPr>
          <p:grpSpPr bwMode="auto">
            <a:xfrm flipV="1">
              <a:off x="2986286" y="2591774"/>
              <a:ext cx="915988" cy="733425"/>
              <a:chOff x="2073275" y="2600326"/>
              <a:chExt cx="915988" cy="733425"/>
            </a:xfrm>
          </p:grpSpPr>
          <p:sp>
            <p:nvSpPr>
              <p:cNvPr id="637907" name="Line 8"/>
              <p:cNvSpPr>
                <a:spLocks noChangeShapeType="1"/>
              </p:cNvSpPr>
              <p:nvPr/>
            </p:nvSpPr>
            <p:spPr bwMode="auto">
              <a:xfrm flipV="1">
                <a:off x="2073275" y="293211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08" name="Line 9"/>
              <p:cNvSpPr>
                <a:spLocks noChangeShapeType="1"/>
              </p:cNvSpPr>
              <p:nvPr/>
            </p:nvSpPr>
            <p:spPr bwMode="auto">
              <a:xfrm flipV="1">
                <a:off x="2082800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09" name="Line 10"/>
              <p:cNvSpPr>
                <a:spLocks noChangeShapeType="1"/>
              </p:cNvSpPr>
              <p:nvPr/>
            </p:nvSpPr>
            <p:spPr bwMode="auto">
              <a:xfrm flipV="1">
                <a:off x="2092325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10" name="Line 11"/>
              <p:cNvSpPr>
                <a:spLocks noChangeShapeType="1"/>
              </p:cNvSpPr>
              <p:nvPr/>
            </p:nvSpPr>
            <p:spPr bwMode="auto">
              <a:xfrm flipV="1">
                <a:off x="2101850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11" name="Line 12"/>
              <p:cNvSpPr>
                <a:spLocks noChangeShapeType="1"/>
              </p:cNvSpPr>
              <p:nvPr/>
            </p:nvSpPr>
            <p:spPr bwMode="auto">
              <a:xfrm flipV="1">
                <a:off x="2111375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12" name="Line 13"/>
              <p:cNvSpPr>
                <a:spLocks noChangeShapeType="1"/>
              </p:cNvSpPr>
              <p:nvPr/>
            </p:nvSpPr>
            <p:spPr bwMode="auto">
              <a:xfrm flipV="1">
                <a:off x="2120900" y="2768601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13" name="Line 14"/>
              <p:cNvSpPr>
                <a:spLocks noChangeShapeType="1"/>
              </p:cNvSpPr>
              <p:nvPr/>
            </p:nvSpPr>
            <p:spPr bwMode="auto">
              <a:xfrm flipV="1">
                <a:off x="2128838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14" name="Line 15"/>
              <p:cNvSpPr>
                <a:spLocks noChangeShapeType="1"/>
              </p:cNvSpPr>
              <p:nvPr/>
            </p:nvSpPr>
            <p:spPr bwMode="auto">
              <a:xfrm flipV="1">
                <a:off x="2138363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15" name="Line 16"/>
              <p:cNvSpPr>
                <a:spLocks noChangeShapeType="1"/>
              </p:cNvSpPr>
              <p:nvPr/>
            </p:nvSpPr>
            <p:spPr bwMode="auto">
              <a:xfrm flipV="1">
                <a:off x="2147888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16" name="Line 17"/>
              <p:cNvSpPr>
                <a:spLocks noChangeShapeType="1"/>
              </p:cNvSpPr>
              <p:nvPr/>
            </p:nvSpPr>
            <p:spPr bwMode="auto">
              <a:xfrm flipV="1">
                <a:off x="2157413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17" name="Line 18"/>
              <p:cNvSpPr>
                <a:spLocks noChangeShapeType="1"/>
              </p:cNvSpPr>
              <p:nvPr/>
            </p:nvSpPr>
            <p:spPr bwMode="auto">
              <a:xfrm flipV="1">
                <a:off x="2166938" y="2647951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18" name="Line 19"/>
              <p:cNvSpPr>
                <a:spLocks noChangeShapeType="1"/>
              </p:cNvSpPr>
              <p:nvPr/>
            </p:nvSpPr>
            <p:spPr bwMode="auto">
              <a:xfrm flipV="1">
                <a:off x="2174875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19" name="Line 20"/>
              <p:cNvSpPr>
                <a:spLocks noChangeShapeType="1"/>
              </p:cNvSpPr>
              <p:nvPr/>
            </p:nvSpPr>
            <p:spPr bwMode="auto">
              <a:xfrm flipV="1">
                <a:off x="2184400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20" name="Line 21"/>
              <p:cNvSpPr>
                <a:spLocks noChangeShapeType="1"/>
              </p:cNvSpPr>
              <p:nvPr/>
            </p:nvSpPr>
            <p:spPr bwMode="auto">
              <a:xfrm flipV="1">
                <a:off x="21939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21" name="Line 22"/>
              <p:cNvSpPr>
                <a:spLocks noChangeShapeType="1"/>
              </p:cNvSpPr>
              <p:nvPr/>
            </p:nvSpPr>
            <p:spPr bwMode="auto">
              <a:xfrm flipV="1">
                <a:off x="2203450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22" name="Line 23"/>
              <p:cNvSpPr>
                <a:spLocks noChangeShapeType="1"/>
              </p:cNvSpPr>
              <p:nvPr/>
            </p:nvSpPr>
            <p:spPr bwMode="auto">
              <a:xfrm flipV="1">
                <a:off x="2212975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23" name="Line 24"/>
              <p:cNvSpPr>
                <a:spLocks noChangeShapeType="1"/>
              </p:cNvSpPr>
              <p:nvPr/>
            </p:nvSpPr>
            <p:spPr bwMode="auto">
              <a:xfrm>
                <a:off x="2222500" y="2600326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24" name="Line 25"/>
              <p:cNvSpPr>
                <a:spLocks noChangeShapeType="1"/>
              </p:cNvSpPr>
              <p:nvPr/>
            </p:nvSpPr>
            <p:spPr bwMode="auto">
              <a:xfrm>
                <a:off x="2230438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25" name="Line 26"/>
              <p:cNvSpPr>
                <a:spLocks noChangeShapeType="1"/>
              </p:cNvSpPr>
              <p:nvPr/>
            </p:nvSpPr>
            <p:spPr bwMode="auto">
              <a:xfrm>
                <a:off x="22399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26" name="Line 27"/>
              <p:cNvSpPr>
                <a:spLocks noChangeShapeType="1"/>
              </p:cNvSpPr>
              <p:nvPr/>
            </p:nvSpPr>
            <p:spPr bwMode="auto">
              <a:xfrm>
                <a:off x="2249488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27" name="Line 28"/>
              <p:cNvSpPr>
                <a:spLocks noChangeShapeType="1"/>
              </p:cNvSpPr>
              <p:nvPr/>
            </p:nvSpPr>
            <p:spPr bwMode="auto">
              <a:xfrm>
                <a:off x="2259013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28" name="Line 29"/>
              <p:cNvSpPr>
                <a:spLocks noChangeShapeType="1"/>
              </p:cNvSpPr>
              <p:nvPr/>
            </p:nvSpPr>
            <p:spPr bwMode="auto">
              <a:xfrm>
                <a:off x="2268538" y="2632076"/>
                <a:ext cx="7938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29" name="Line 30"/>
              <p:cNvSpPr>
                <a:spLocks noChangeShapeType="1"/>
              </p:cNvSpPr>
              <p:nvPr/>
            </p:nvSpPr>
            <p:spPr bwMode="auto">
              <a:xfrm>
                <a:off x="2276475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30" name="Line 31"/>
              <p:cNvSpPr>
                <a:spLocks noChangeShapeType="1"/>
              </p:cNvSpPr>
              <p:nvPr/>
            </p:nvSpPr>
            <p:spPr bwMode="auto">
              <a:xfrm>
                <a:off x="2286000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31" name="Line 32"/>
              <p:cNvSpPr>
                <a:spLocks noChangeShapeType="1"/>
              </p:cNvSpPr>
              <p:nvPr/>
            </p:nvSpPr>
            <p:spPr bwMode="auto">
              <a:xfrm>
                <a:off x="22955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32" name="Line 33"/>
              <p:cNvSpPr>
                <a:spLocks noChangeShapeType="1"/>
              </p:cNvSpPr>
              <p:nvPr/>
            </p:nvSpPr>
            <p:spPr bwMode="auto">
              <a:xfrm>
                <a:off x="2305050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33" name="Line 34"/>
              <p:cNvSpPr>
                <a:spLocks noChangeShapeType="1"/>
              </p:cNvSpPr>
              <p:nvPr/>
            </p:nvSpPr>
            <p:spPr bwMode="auto">
              <a:xfrm>
                <a:off x="2314575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34" name="Line 35"/>
              <p:cNvSpPr>
                <a:spLocks noChangeShapeType="1"/>
              </p:cNvSpPr>
              <p:nvPr/>
            </p:nvSpPr>
            <p:spPr bwMode="auto">
              <a:xfrm>
                <a:off x="2324100" y="2768601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35" name="Line 36"/>
              <p:cNvSpPr>
                <a:spLocks noChangeShapeType="1"/>
              </p:cNvSpPr>
              <p:nvPr/>
            </p:nvSpPr>
            <p:spPr bwMode="auto">
              <a:xfrm>
                <a:off x="2332038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36" name="Line 37"/>
              <p:cNvSpPr>
                <a:spLocks noChangeShapeType="1"/>
              </p:cNvSpPr>
              <p:nvPr/>
            </p:nvSpPr>
            <p:spPr bwMode="auto">
              <a:xfrm>
                <a:off x="2341563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37" name="Line 38"/>
              <p:cNvSpPr>
                <a:spLocks noChangeShapeType="1"/>
              </p:cNvSpPr>
              <p:nvPr/>
            </p:nvSpPr>
            <p:spPr bwMode="auto">
              <a:xfrm>
                <a:off x="2351088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38" name="Line 39"/>
              <p:cNvSpPr>
                <a:spLocks noChangeShapeType="1"/>
              </p:cNvSpPr>
              <p:nvPr/>
            </p:nvSpPr>
            <p:spPr bwMode="auto">
              <a:xfrm>
                <a:off x="2360613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39" name="Line 40"/>
              <p:cNvSpPr>
                <a:spLocks noChangeShapeType="1"/>
              </p:cNvSpPr>
              <p:nvPr/>
            </p:nvSpPr>
            <p:spPr bwMode="auto">
              <a:xfrm>
                <a:off x="2370138" y="2932113"/>
                <a:ext cx="7938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40" name="Line 41"/>
              <p:cNvSpPr>
                <a:spLocks noChangeShapeType="1"/>
              </p:cNvSpPr>
              <p:nvPr/>
            </p:nvSpPr>
            <p:spPr bwMode="auto">
              <a:xfrm>
                <a:off x="2378075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41" name="Line 42"/>
              <p:cNvSpPr>
                <a:spLocks noChangeShapeType="1"/>
              </p:cNvSpPr>
              <p:nvPr/>
            </p:nvSpPr>
            <p:spPr bwMode="auto">
              <a:xfrm>
                <a:off x="2387600" y="3000376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42" name="Line 43"/>
              <p:cNvSpPr>
                <a:spLocks noChangeShapeType="1"/>
              </p:cNvSpPr>
              <p:nvPr/>
            </p:nvSpPr>
            <p:spPr bwMode="auto">
              <a:xfrm>
                <a:off x="2397125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43" name="Line 44"/>
              <p:cNvSpPr>
                <a:spLocks noChangeShapeType="1"/>
              </p:cNvSpPr>
              <p:nvPr/>
            </p:nvSpPr>
            <p:spPr bwMode="auto">
              <a:xfrm>
                <a:off x="2406650" y="30686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44" name="Line 45"/>
              <p:cNvSpPr>
                <a:spLocks noChangeShapeType="1"/>
              </p:cNvSpPr>
              <p:nvPr/>
            </p:nvSpPr>
            <p:spPr bwMode="auto">
              <a:xfrm>
                <a:off x="2416175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45" name="Line 46"/>
              <p:cNvSpPr>
                <a:spLocks noChangeShapeType="1"/>
              </p:cNvSpPr>
              <p:nvPr/>
            </p:nvSpPr>
            <p:spPr bwMode="auto">
              <a:xfrm>
                <a:off x="2425700" y="3133726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46" name="Line 47"/>
              <p:cNvSpPr>
                <a:spLocks noChangeShapeType="1"/>
              </p:cNvSpPr>
              <p:nvPr/>
            </p:nvSpPr>
            <p:spPr bwMode="auto">
              <a:xfrm>
                <a:off x="2433638" y="3163888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47" name="Line 48"/>
              <p:cNvSpPr>
                <a:spLocks noChangeShapeType="1"/>
              </p:cNvSpPr>
              <p:nvPr/>
            </p:nvSpPr>
            <p:spPr bwMode="auto">
              <a:xfrm>
                <a:off x="2443163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48" name="Line 49"/>
              <p:cNvSpPr>
                <a:spLocks noChangeShapeType="1"/>
              </p:cNvSpPr>
              <p:nvPr/>
            </p:nvSpPr>
            <p:spPr bwMode="auto">
              <a:xfrm>
                <a:off x="2452688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49" name="Line 50"/>
              <p:cNvSpPr>
                <a:spLocks noChangeShapeType="1"/>
              </p:cNvSpPr>
              <p:nvPr/>
            </p:nvSpPr>
            <p:spPr bwMode="auto">
              <a:xfrm>
                <a:off x="2462213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50" name="Line 51"/>
              <p:cNvSpPr>
                <a:spLocks noChangeShapeType="1"/>
              </p:cNvSpPr>
              <p:nvPr/>
            </p:nvSpPr>
            <p:spPr bwMode="auto">
              <a:xfrm>
                <a:off x="2471738" y="3265488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51" name="Line 52"/>
              <p:cNvSpPr>
                <a:spLocks noChangeShapeType="1"/>
              </p:cNvSpPr>
              <p:nvPr/>
            </p:nvSpPr>
            <p:spPr bwMode="auto">
              <a:xfrm>
                <a:off x="2479675" y="3282951"/>
                <a:ext cx="9525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72" name="Line 53"/>
              <p:cNvSpPr>
                <a:spLocks noChangeShapeType="1"/>
              </p:cNvSpPr>
              <p:nvPr/>
            </p:nvSpPr>
            <p:spPr bwMode="auto">
              <a:xfrm>
                <a:off x="2489200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73" name="Line 54"/>
              <p:cNvSpPr>
                <a:spLocks noChangeShapeType="1"/>
              </p:cNvSpPr>
              <p:nvPr/>
            </p:nvSpPr>
            <p:spPr bwMode="auto">
              <a:xfrm>
                <a:off x="2498725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74" name="Line 55"/>
              <p:cNvSpPr>
                <a:spLocks noChangeShapeType="1"/>
              </p:cNvSpPr>
              <p:nvPr/>
            </p:nvSpPr>
            <p:spPr bwMode="auto">
              <a:xfrm>
                <a:off x="2508250" y="3322638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75" name="Line 56"/>
              <p:cNvSpPr>
                <a:spLocks noChangeShapeType="1"/>
              </p:cNvSpPr>
              <p:nvPr/>
            </p:nvSpPr>
            <p:spPr bwMode="auto">
              <a:xfrm>
                <a:off x="2517775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76" name="Line 57"/>
              <p:cNvSpPr>
                <a:spLocks noChangeShapeType="1"/>
              </p:cNvSpPr>
              <p:nvPr/>
            </p:nvSpPr>
            <p:spPr bwMode="auto">
              <a:xfrm>
                <a:off x="2527300" y="3332163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77" name="Line 58"/>
              <p:cNvSpPr>
                <a:spLocks noChangeShapeType="1"/>
              </p:cNvSpPr>
              <p:nvPr/>
            </p:nvSpPr>
            <p:spPr bwMode="auto">
              <a:xfrm flipV="1">
                <a:off x="2535238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78" name="Line 59"/>
              <p:cNvSpPr>
                <a:spLocks noChangeShapeType="1"/>
              </p:cNvSpPr>
              <p:nvPr/>
            </p:nvSpPr>
            <p:spPr bwMode="auto">
              <a:xfrm flipV="1">
                <a:off x="2544763" y="3322638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79" name="Line 60"/>
              <p:cNvSpPr>
                <a:spLocks noChangeShapeType="1"/>
              </p:cNvSpPr>
              <p:nvPr/>
            </p:nvSpPr>
            <p:spPr bwMode="auto">
              <a:xfrm flipV="1">
                <a:off x="2554288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80" name="Line 61"/>
              <p:cNvSpPr>
                <a:spLocks noChangeShapeType="1"/>
              </p:cNvSpPr>
              <p:nvPr/>
            </p:nvSpPr>
            <p:spPr bwMode="auto">
              <a:xfrm flipV="1">
                <a:off x="2563813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81" name="Line 62"/>
              <p:cNvSpPr>
                <a:spLocks noChangeShapeType="1"/>
              </p:cNvSpPr>
              <p:nvPr/>
            </p:nvSpPr>
            <p:spPr bwMode="auto">
              <a:xfrm flipV="1">
                <a:off x="2573338" y="3282951"/>
                <a:ext cx="9525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82" name="Line 63"/>
              <p:cNvSpPr>
                <a:spLocks noChangeShapeType="1"/>
              </p:cNvSpPr>
              <p:nvPr/>
            </p:nvSpPr>
            <p:spPr bwMode="auto">
              <a:xfrm flipV="1">
                <a:off x="2582863" y="3265488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83" name="Line 64"/>
              <p:cNvSpPr>
                <a:spLocks noChangeShapeType="1"/>
              </p:cNvSpPr>
              <p:nvPr/>
            </p:nvSpPr>
            <p:spPr bwMode="auto">
              <a:xfrm flipV="1">
                <a:off x="2590800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84" name="Line 65"/>
              <p:cNvSpPr>
                <a:spLocks noChangeShapeType="1"/>
              </p:cNvSpPr>
              <p:nvPr/>
            </p:nvSpPr>
            <p:spPr bwMode="auto">
              <a:xfrm flipV="1">
                <a:off x="2600325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85" name="Line 66"/>
              <p:cNvSpPr>
                <a:spLocks noChangeShapeType="1"/>
              </p:cNvSpPr>
              <p:nvPr/>
            </p:nvSpPr>
            <p:spPr bwMode="auto">
              <a:xfrm flipV="1">
                <a:off x="2609850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86" name="Line 67"/>
              <p:cNvSpPr>
                <a:spLocks noChangeShapeType="1"/>
              </p:cNvSpPr>
              <p:nvPr/>
            </p:nvSpPr>
            <p:spPr bwMode="auto">
              <a:xfrm flipV="1">
                <a:off x="2619375" y="3163888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87" name="Line 68"/>
              <p:cNvSpPr>
                <a:spLocks noChangeShapeType="1"/>
              </p:cNvSpPr>
              <p:nvPr/>
            </p:nvSpPr>
            <p:spPr bwMode="auto">
              <a:xfrm flipV="1">
                <a:off x="2628900" y="3133726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88" name="Line 69"/>
              <p:cNvSpPr>
                <a:spLocks noChangeShapeType="1"/>
              </p:cNvSpPr>
              <p:nvPr/>
            </p:nvSpPr>
            <p:spPr bwMode="auto">
              <a:xfrm flipV="1">
                <a:off x="2636838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89" name="Line 70"/>
              <p:cNvSpPr>
                <a:spLocks noChangeShapeType="1"/>
              </p:cNvSpPr>
              <p:nvPr/>
            </p:nvSpPr>
            <p:spPr bwMode="auto">
              <a:xfrm flipV="1">
                <a:off x="2646363" y="30686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90" name="Line 71"/>
              <p:cNvSpPr>
                <a:spLocks noChangeShapeType="1"/>
              </p:cNvSpPr>
              <p:nvPr/>
            </p:nvSpPr>
            <p:spPr bwMode="auto">
              <a:xfrm flipV="1">
                <a:off x="2655888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91" name="Line 72"/>
              <p:cNvSpPr>
                <a:spLocks noChangeShapeType="1"/>
              </p:cNvSpPr>
              <p:nvPr/>
            </p:nvSpPr>
            <p:spPr bwMode="auto">
              <a:xfrm flipV="1">
                <a:off x="2665413" y="3000376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92" name="Line 73"/>
              <p:cNvSpPr>
                <a:spLocks noChangeShapeType="1"/>
              </p:cNvSpPr>
              <p:nvPr/>
            </p:nvSpPr>
            <p:spPr bwMode="auto">
              <a:xfrm flipV="1">
                <a:off x="2674938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93" name="Line 74"/>
              <p:cNvSpPr>
                <a:spLocks noChangeShapeType="1"/>
              </p:cNvSpPr>
              <p:nvPr/>
            </p:nvSpPr>
            <p:spPr bwMode="auto">
              <a:xfrm flipV="1">
                <a:off x="2684463" y="2932113"/>
                <a:ext cx="7938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94" name="Line 75"/>
              <p:cNvSpPr>
                <a:spLocks noChangeShapeType="1"/>
              </p:cNvSpPr>
              <p:nvPr/>
            </p:nvSpPr>
            <p:spPr bwMode="auto">
              <a:xfrm flipV="1">
                <a:off x="2692400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95" name="Line 76"/>
              <p:cNvSpPr>
                <a:spLocks noChangeShapeType="1"/>
              </p:cNvSpPr>
              <p:nvPr/>
            </p:nvSpPr>
            <p:spPr bwMode="auto">
              <a:xfrm flipV="1">
                <a:off x="2701925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96" name="Line 77"/>
              <p:cNvSpPr>
                <a:spLocks noChangeShapeType="1"/>
              </p:cNvSpPr>
              <p:nvPr/>
            </p:nvSpPr>
            <p:spPr bwMode="auto">
              <a:xfrm flipV="1">
                <a:off x="2711450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97" name="Line 78"/>
              <p:cNvSpPr>
                <a:spLocks noChangeShapeType="1"/>
              </p:cNvSpPr>
              <p:nvPr/>
            </p:nvSpPr>
            <p:spPr bwMode="auto">
              <a:xfrm flipV="1">
                <a:off x="2720975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98" name="Line 79"/>
              <p:cNvSpPr>
                <a:spLocks noChangeShapeType="1"/>
              </p:cNvSpPr>
              <p:nvPr/>
            </p:nvSpPr>
            <p:spPr bwMode="auto">
              <a:xfrm flipV="1">
                <a:off x="2730500" y="2768601"/>
                <a:ext cx="9525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299" name="Line 80"/>
              <p:cNvSpPr>
                <a:spLocks noChangeShapeType="1"/>
              </p:cNvSpPr>
              <p:nvPr/>
            </p:nvSpPr>
            <p:spPr bwMode="auto">
              <a:xfrm flipV="1">
                <a:off x="2740025" y="2740026"/>
                <a:ext cx="7938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00" name="Line 81"/>
              <p:cNvSpPr>
                <a:spLocks noChangeShapeType="1"/>
              </p:cNvSpPr>
              <p:nvPr/>
            </p:nvSpPr>
            <p:spPr bwMode="auto">
              <a:xfrm flipV="1">
                <a:off x="2747963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01" name="Line 82"/>
              <p:cNvSpPr>
                <a:spLocks noChangeShapeType="1"/>
              </p:cNvSpPr>
              <p:nvPr/>
            </p:nvSpPr>
            <p:spPr bwMode="auto">
              <a:xfrm flipV="1">
                <a:off x="2757488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02" name="Line 83"/>
              <p:cNvSpPr>
                <a:spLocks noChangeShapeType="1"/>
              </p:cNvSpPr>
              <p:nvPr/>
            </p:nvSpPr>
            <p:spPr bwMode="auto">
              <a:xfrm flipV="1">
                <a:off x="2767013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03" name="Line 84"/>
              <p:cNvSpPr>
                <a:spLocks noChangeShapeType="1"/>
              </p:cNvSpPr>
              <p:nvPr/>
            </p:nvSpPr>
            <p:spPr bwMode="auto">
              <a:xfrm flipV="1">
                <a:off x="2776538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04" name="Line 85"/>
              <p:cNvSpPr>
                <a:spLocks noChangeShapeType="1"/>
              </p:cNvSpPr>
              <p:nvPr/>
            </p:nvSpPr>
            <p:spPr bwMode="auto">
              <a:xfrm flipV="1">
                <a:off x="2786063" y="2632076"/>
                <a:ext cx="7938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05" name="Line 86"/>
              <p:cNvSpPr>
                <a:spLocks noChangeShapeType="1"/>
              </p:cNvSpPr>
              <p:nvPr/>
            </p:nvSpPr>
            <p:spPr bwMode="auto">
              <a:xfrm flipV="1">
                <a:off x="2794000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06" name="Line 87"/>
              <p:cNvSpPr>
                <a:spLocks noChangeShapeType="1"/>
              </p:cNvSpPr>
              <p:nvPr/>
            </p:nvSpPr>
            <p:spPr bwMode="auto">
              <a:xfrm flipV="1">
                <a:off x="28035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07" name="Line 88"/>
              <p:cNvSpPr>
                <a:spLocks noChangeShapeType="1"/>
              </p:cNvSpPr>
              <p:nvPr/>
            </p:nvSpPr>
            <p:spPr bwMode="auto">
              <a:xfrm flipV="1">
                <a:off x="2813050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08" name="Line 89"/>
              <p:cNvSpPr>
                <a:spLocks noChangeShapeType="1"/>
              </p:cNvSpPr>
              <p:nvPr/>
            </p:nvSpPr>
            <p:spPr bwMode="auto">
              <a:xfrm flipV="1">
                <a:off x="2822575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09" name="Line 90"/>
              <p:cNvSpPr>
                <a:spLocks noChangeShapeType="1"/>
              </p:cNvSpPr>
              <p:nvPr/>
            </p:nvSpPr>
            <p:spPr bwMode="auto">
              <a:xfrm>
                <a:off x="2832100" y="2600326"/>
                <a:ext cx="952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10" name="Line 91"/>
              <p:cNvSpPr>
                <a:spLocks noChangeShapeType="1"/>
              </p:cNvSpPr>
              <p:nvPr/>
            </p:nvSpPr>
            <p:spPr bwMode="auto">
              <a:xfrm>
                <a:off x="2841625" y="2600326"/>
                <a:ext cx="793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11" name="Line 92"/>
              <p:cNvSpPr>
                <a:spLocks noChangeShapeType="1"/>
              </p:cNvSpPr>
              <p:nvPr/>
            </p:nvSpPr>
            <p:spPr bwMode="auto">
              <a:xfrm>
                <a:off x="28495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12" name="Line 93"/>
              <p:cNvSpPr>
                <a:spLocks noChangeShapeType="1"/>
              </p:cNvSpPr>
              <p:nvPr/>
            </p:nvSpPr>
            <p:spPr bwMode="auto">
              <a:xfrm>
                <a:off x="2859088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13" name="Line 94"/>
              <p:cNvSpPr>
                <a:spLocks noChangeShapeType="1"/>
              </p:cNvSpPr>
              <p:nvPr/>
            </p:nvSpPr>
            <p:spPr bwMode="auto">
              <a:xfrm>
                <a:off x="2868613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14" name="Line 95"/>
              <p:cNvSpPr>
                <a:spLocks noChangeShapeType="1"/>
              </p:cNvSpPr>
              <p:nvPr/>
            </p:nvSpPr>
            <p:spPr bwMode="auto">
              <a:xfrm>
                <a:off x="2878138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15" name="Line 96"/>
              <p:cNvSpPr>
                <a:spLocks noChangeShapeType="1"/>
              </p:cNvSpPr>
              <p:nvPr/>
            </p:nvSpPr>
            <p:spPr bwMode="auto">
              <a:xfrm>
                <a:off x="2887663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16" name="Line 97"/>
              <p:cNvSpPr>
                <a:spLocks noChangeShapeType="1"/>
              </p:cNvSpPr>
              <p:nvPr/>
            </p:nvSpPr>
            <p:spPr bwMode="auto">
              <a:xfrm>
                <a:off x="2897188" y="2667001"/>
                <a:ext cx="7938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17" name="Line 98"/>
              <p:cNvSpPr>
                <a:spLocks noChangeShapeType="1"/>
              </p:cNvSpPr>
              <p:nvPr/>
            </p:nvSpPr>
            <p:spPr bwMode="auto">
              <a:xfrm>
                <a:off x="29051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18" name="Line 99"/>
              <p:cNvSpPr>
                <a:spLocks noChangeShapeType="1"/>
              </p:cNvSpPr>
              <p:nvPr/>
            </p:nvSpPr>
            <p:spPr bwMode="auto">
              <a:xfrm>
                <a:off x="2914650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19" name="Line 100"/>
              <p:cNvSpPr>
                <a:spLocks noChangeShapeType="1"/>
              </p:cNvSpPr>
              <p:nvPr/>
            </p:nvSpPr>
            <p:spPr bwMode="auto">
              <a:xfrm>
                <a:off x="2924175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20" name="Line 101"/>
              <p:cNvSpPr>
                <a:spLocks noChangeShapeType="1"/>
              </p:cNvSpPr>
              <p:nvPr/>
            </p:nvSpPr>
            <p:spPr bwMode="auto">
              <a:xfrm>
                <a:off x="2933700" y="2768601"/>
                <a:ext cx="9525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21" name="Line 102"/>
              <p:cNvSpPr>
                <a:spLocks noChangeShapeType="1"/>
              </p:cNvSpPr>
              <p:nvPr/>
            </p:nvSpPr>
            <p:spPr bwMode="auto">
              <a:xfrm>
                <a:off x="2943225" y="2798763"/>
                <a:ext cx="7938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22" name="Line 103"/>
              <p:cNvSpPr>
                <a:spLocks noChangeShapeType="1"/>
              </p:cNvSpPr>
              <p:nvPr/>
            </p:nvSpPr>
            <p:spPr bwMode="auto">
              <a:xfrm>
                <a:off x="2951163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23" name="Line 104"/>
              <p:cNvSpPr>
                <a:spLocks noChangeShapeType="1"/>
              </p:cNvSpPr>
              <p:nvPr/>
            </p:nvSpPr>
            <p:spPr bwMode="auto">
              <a:xfrm>
                <a:off x="2960688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24" name="Line 105"/>
              <p:cNvSpPr>
                <a:spLocks noChangeShapeType="1"/>
              </p:cNvSpPr>
              <p:nvPr/>
            </p:nvSpPr>
            <p:spPr bwMode="auto">
              <a:xfrm>
                <a:off x="2970213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25" name="Line 106"/>
              <p:cNvSpPr>
                <a:spLocks noChangeShapeType="1"/>
              </p:cNvSpPr>
              <p:nvPr/>
            </p:nvSpPr>
            <p:spPr bwMode="auto">
              <a:xfrm>
                <a:off x="2979738" y="293211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26" name="Line 107"/>
              <p:cNvSpPr>
                <a:spLocks noChangeShapeType="1"/>
              </p:cNvSpPr>
              <p:nvPr/>
            </p:nvSpPr>
            <p:spPr bwMode="auto">
              <a:xfrm>
                <a:off x="2073275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27" name="Line 108"/>
              <p:cNvSpPr>
                <a:spLocks noChangeShapeType="1"/>
              </p:cNvSpPr>
              <p:nvPr/>
            </p:nvSpPr>
            <p:spPr bwMode="auto">
              <a:xfrm>
                <a:off x="2092325" y="303371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28" name="Line 109"/>
              <p:cNvSpPr>
                <a:spLocks noChangeShapeType="1"/>
              </p:cNvSpPr>
              <p:nvPr/>
            </p:nvSpPr>
            <p:spPr bwMode="auto">
              <a:xfrm>
                <a:off x="2092325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29" name="Line 110"/>
              <p:cNvSpPr>
                <a:spLocks noChangeShapeType="1"/>
              </p:cNvSpPr>
              <p:nvPr/>
            </p:nvSpPr>
            <p:spPr bwMode="auto">
              <a:xfrm>
                <a:off x="2111375" y="310197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30" name="Line 111"/>
              <p:cNvSpPr>
                <a:spLocks noChangeShapeType="1"/>
              </p:cNvSpPr>
              <p:nvPr/>
            </p:nvSpPr>
            <p:spPr bwMode="auto">
              <a:xfrm>
                <a:off x="2111375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31" name="Line 112"/>
              <p:cNvSpPr>
                <a:spLocks noChangeShapeType="1"/>
              </p:cNvSpPr>
              <p:nvPr/>
            </p:nvSpPr>
            <p:spPr bwMode="auto">
              <a:xfrm>
                <a:off x="2120900" y="313372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32" name="Line 113"/>
              <p:cNvSpPr>
                <a:spLocks noChangeShapeType="1"/>
              </p:cNvSpPr>
              <p:nvPr/>
            </p:nvSpPr>
            <p:spPr bwMode="auto">
              <a:xfrm>
                <a:off x="2130425" y="3168651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33" name="Line 114"/>
              <p:cNvSpPr>
                <a:spLocks noChangeShapeType="1"/>
              </p:cNvSpPr>
              <p:nvPr/>
            </p:nvSpPr>
            <p:spPr bwMode="auto">
              <a:xfrm>
                <a:off x="2138363" y="3192463"/>
                <a:ext cx="3175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34" name="Line 115"/>
              <p:cNvSpPr>
                <a:spLocks noChangeShapeType="1"/>
              </p:cNvSpPr>
              <p:nvPr/>
            </p:nvSpPr>
            <p:spPr bwMode="auto">
              <a:xfrm>
                <a:off x="2152650" y="3232151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35" name="Line 116"/>
              <p:cNvSpPr>
                <a:spLocks noChangeShapeType="1"/>
              </p:cNvSpPr>
              <p:nvPr/>
            </p:nvSpPr>
            <p:spPr bwMode="auto">
              <a:xfrm>
                <a:off x="2157413" y="3243263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36" name="Line 117"/>
              <p:cNvSpPr>
                <a:spLocks noChangeShapeType="1"/>
              </p:cNvSpPr>
              <p:nvPr/>
            </p:nvSpPr>
            <p:spPr bwMode="auto">
              <a:xfrm>
                <a:off x="2179638" y="3289301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37" name="Line 118"/>
              <p:cNvSpPr>
                <a:spLocks noChangeShapeType="1"/>
              </p:cNvSpPr>
              <p:nvPr/>
            </p:nvSpPr>
            <p:spPr bwMode="auto">
              <a:xfrm>
                <a:off x="2184400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38" name="Line 119"/>
              <p:cNvSpPr>
                <a:spLocks noChangeShapeType="1"/>
              </p:cNvSpPr>
              <p:nvPr/>
            </p:nvSpPr>
            <p:spPr bwMode="auto">
              <a:xfrm>
                <a:off x="2193925" y="331311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39" name="Line 120"/>
              <p:cNvSpPr>
                <a:spLocks noChangeShapeType="1"/>
              </p:cNvSpPr>
              <p:nvPr/>
            </p:nvSpPr>
            <p:spPr bwMode="auto">
              <a:xfrm>
                <a:off x="2214563" y="3328988"/>
                <a:ext cx="793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40" name="Line 121"/>
              <p:cNvSpPr>
                <a:spLocks noChangeShapeType="1"/>
              </p:cNvSpPr>
              <p:nvPr/>
            </p:nvSpPr>
            <p:spPr bwMode="auto">
              <a:xfrm>
                <a:off x="2222500" y="3332163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41" name="Line 122"/>
              <p:cNvSpPr>
                <a:spLocks noChangeShapeType="1"/>
              </p:cNvSpPr>
              <p:nvPr/>
            </p:nvSpPr>
            <p:spPr bwMode="auto">
              <a:xfrm flipV="1">
                <a:off x="2230438" y="3330576"/>
                <a:ext cx="317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42" name="Line 123"/>
              <p:cNvSpPr>
                <a:spLocks noChangeShapeType="1"/>
              </p:cNvSpPr>
              <p:nvPr/>
            </p:nvSpPr>
            <p:spPr bwMode="auto">
              <a:xfrm flipV="1">
                <a:off x="2252663" y="3313113"/>
                <a:ext cx="6350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43" name="Line 124"/>
              <p:cNvSpPr>
                <a:spLocks noChangeShapeType="1"/>
              </p:cNvSpPr>
              <p:nvPr/>
            </p:nvSpPr>
            <p:spPr bwMode="auto">
              <a:xfrm flipV="1">
                <a:off x="2259013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44" name="Line 125"/>
              <p:cNvSpPr>
                <a:spLocks noChangeShapeType="1"/>
              </p:cNvSpPr>
              <p:nvPr/>
            </p:nvSpPr>
            <p:spPr bwMode="auto">
              <a:xfrm flipV="1">
                <a:off x="2268538" y="3295651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45" name="Line 126"/>
              <p:cNvSpPr>
                <a:spLocks noChangeShapeType="1"/>
              </p:cNvSpPr>
              <p:nvPr/>
            </p:nvSpPr>
            <p:spPr bwMode="auto">
              <a:xfrm flipV="1">
                <a:off x="2284413" y="3265488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46" name="Line 127"/>
              <p:cNvSpPr>
                <a:spLocks noChangeShapeType="1"/>
              </p:cNvSpPr>
              <p:nvPr/>
            </p:nvSpPr>
            <p:spPr bwMode="auto">
              <a:xfrm flipV="1">
                <a:off x="2286000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47" name="Line 128"/>
              <p:cNvSpPr>
                <a:spLocks noChangeShapeType="1"/>
              </p:cNvSpPr>
              <p:nvPr/>
            </p:nvSpPr>
            <p:spPr bwMode="auto">
              <a:xfrm flipV="1">
                <a:off x="2295525" y="3238501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48" name="Line 129"/>
              <p:cNvSpPr>
                <a:spLocks noChangeShapeType="1"/>
              </p:cNvSpPr>
              <p:nvPr/>
            </p:nvSpPr>
            <p:spPr bwMode="auto">
              <a:xfrm flipV="1">
                <a:off x="2308225" y="3192463"/>
                <a:ext cx="6350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49" name="Line 130"/>
              <p:cNvSpPr>
                <a:spLocks noChangeShapeType="1"/>
              </p:cNvSpPr>
              <p:nvPr/>
            </p:nvSpPr>
            <p:spPr bwMode="auto">
              <a:xfrm flipV="1">
                <a:off x="2314575" y="3175001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50" name="Line 131"/>
              <p:cNvSpPr>
                <a:spLocks noChangeShapeType="1"/>
              </p:cNvSpPr>
              <p:nvPr/>
            </p:nvSpPr>
            <p:spPr bwMode="auto">
              <a:xfrm flipV="1">
                <a:off x="2330450" y="3133726"/>
                <a:ext cx="1588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51" name="Line 132"/>
              <p:cNvSpPr>
                <a:spLocks noChangeShapeType="1"/>
              </p:cNvSpPr>
              <p:nvPr/>
            </p:nvSpPr>
            <p:spPr bwMode="auto">
              <a:xfrm flipV="1">
                <a:off x="2332038" y="3109913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52" name="Line 133"/>
              <p:cNvSpPr>
                <a:spLocks noChangeShapeType="1"/>
              </p:cNvSpPr>
              <p:nvPr/>
            </p:nvSpPr>
            <p:spPr bwMode="auto">
              <a:xfrm flipV="1">
                <a:off x="2349500" y="3068638"/>
                <a:ext cx="1588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53" name="Line 134"/>
              <p:cNvSpPr>
                <a:spLocks noChangeShapeType="1"/>
              </p:cNvSpPr>
              <p:nvPr/>
            </p:nvSpPr>
            <p:spPr bwMode="auto">
              <a:xfrm flipV="1">
                <a:off x="2351088" y="3041651"/>
                <a:ext cx="7938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54" name="Line 135"/>
              <p:cNvSpPr>
                <a:spLocks noChangeShapeType="1"/>
              </p:cNvSpPr>
              <p:nvPr/>
            </p:nvSpPr>
            <p:spPr bwMode="auto">
              <a:xfrm flipV="1">
                <a:off x="2366963" y="3000376"/>
                <a:ext cx="3175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55" name="Line 136"/>
              <p:cNvSpPr>
                <a:spLocks noChangeShapeType="1"/>
              </p:cNvSpPr>
              <p:nvPr/>
            </p:nvSpPr>
            <p:spPr bwMode="auto">
              <a:xfrm flipV="1">
                <a:off x="2370138" y="2973388"/>
                <a:ext cx="6350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56" name="Line 137"/>
              <p:cNvSpPr>
                <a:spLocks noChangeShapeType="1"/>
              </p:cNvSpPr>
              <p:nvPr/>
            </p:nvSpPr>
            <p:spPr bwMode="auto">
              <a:xfrm flipV="1">
                <a:off x="2386013" y="2932113"/>
                <a:ext cx="1588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57" name="Line 138"/>
              <p:cNvSpPr>
                <a:spLocks noChangeShapeType="1"/>
              </p:cNvSpPr>
              <p:nvPr/>
            </p:nvSpPr>
            <p:spPr bwMode="auto">
              <a:xfrm flipV="1">
                <a:off x="2387600" y="2906713"/>
                <a:ext cx="7938" cy="254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58" name="Line 139"/>
              <p:cNvSpPr>
                <a:spLocks noChangeShapeType="1"/>
              </p:cNvSpPr>
              <p:nvPr/>
            </p:nvSpPr>
            <p:spPr bwMode="auto">
              <a:xfrm flipV="1">
                <a:off x="2403475" y="2862263"/>
                <a:ext cx="317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59" name="Line 140"/>
              <p:cNvSpPr>
                <a:spLocks noChangeShapeType="1"/>
              </p:cNvSpPr>
              <p:nvPr/>
            </p:nvSpPr>
            <p:spPr bwMode="auto">
              <a:xfrm flipV="1">
                <a:off x="2406650" y="2838451"/>
                <a:ext cx="6350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60" name="Line 141"/>
              <p:cNvSpPr>
                <a:spLocks noChangeShapeType="1"/>
              </p:cNvSpPr>
              <p:nvPr/>
            </p:nvSpPr>
            <p:spPr bwMode="auto">
              <a:xfrm flipV="1">
                <a:off x="2422525" y="2798763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61" name="Line 142"/>
              <p:cNvSpPr>
                <a:spLocks noChangeShapeType="1"/>
              </p:cNvSpPr>
              <p:nvPr/>
            </p:nvSpPr>
            <p:spPr bwMode="auto">
              <a:xfrm flipV="1">
                <a:off x="2425700" y="2771776"/>
                <a:ext cx="7938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62" name="Line 143"/>
              <p:cNvSpPr>
                <a:spLocks noChangeShapeType="1"/>
              </p:cNvSpPr>
              <p:nvPr/>
            </p:nvSpPr>
            <p:spPr bwMode="auto">
              <a:xfrm flipV="1">
                <a:off x="2443163" y="2713038"/>
                <a:ext cx="9525" cy="254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63" name="Line 144"/>
              <p:cNvSpPr>
                <a:spLocks noChangeShapeType="1"/>
              </p:cNvSpPr>
              <p:nvPr/>
            </p:nvSpPr>
            <p:spPr bwMode="auto">
              <a:xfrm flipV="1">
                <a:off x="2452688" y="2706688"/>
                <a:ext cx="1588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64" name="Line 145"/>
              <p:cNvSpPr>
                <a:spLocks noChangeShapeType="1"/>
              </p:cNvSpPr>
              <p:nvPr/>
            </p:nvSpPr>
            <p:spPr bwMode="auto">
              <a:xfrm flipV="1">
                <a:off x="2466975" y="2667001"/>
                <a:ext cx="4763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65" name="Line 146"/>
              <p:cNvSpPr>
                <a:spLocks noChangeShapeType="1"/>
              </p:cNvSpPr>
              <p:nvPr/>
            </p:nvSpPr>
            <p:spPr bwMode="auto">
              <a:xfrm flipV="1">
                <a:off x="2471738" y="2647951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66" name="Line 147"/>
              <p:cNvSpPr>
                <a:spLocks noChangeShapeType="1"/>
              </p:cNvSpPr>
              <p:nvPr/>
            </p:nvSpPr>
            <p:spPr bwMode="auto">
              <a:xfrm flipV="1">
                <a:off x="2479675" y="2647951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67" name="Line 148"/>
              <p:cNvSpPr>
                <a:spLocks noChangeShapeType="1"/>
              </p:cNvSpPr>
              <p:nvPr/>
            </p:nvSpPr>
            <p:spPr bwMode="auto">
              <a:xfrm flipV="1">
                <a:off x="2495550" y="2619376"/>
                <a:ext cx="3175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68" name="Line 149"/>
              <p:cNvSpPr>
                <a:spLocks noChangeShapeType="1"/>
              </p:cNvSpPr>
              <p:nvPr/>
            </p:nvSpPr>
            <p:spPr bwMode="auto">
              <a:xfrm flipV="1">
                <a:off x="24987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69" name="Line 150"/>
              <p:cNvSpPr>
                <a:spLocks noChangeShapeType="1"/>
              </p:cNvSpPr>
              <p:nvPr/>
            </p:nvSpPr>
            <p:spPr bwMode="auto">
              <a:xfrm flipV="1">
                <a:off x="2508250" y="2605088"/>
                <a:ext cx="6350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70" name="Line 151"/>
              <p:cNvSpPr>
                <a:spLocks noChangeShapeType="1"/>
              </p:cNvSpPr>
              <p:nvPr/>
            </p:nvSpPr>
            <p:spPr bwMode="auto">
              <a:xfrm>
                <a:off x="2533650" y="260032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71" name="Line 152"/>
              <p:cNvSpPr>
                <a:spLocks noChangeShapeType="1"/>
              </p:cNvSpPr>
              <p:nvPr/>
            </p:nvSpPr>
            <p:spPr bwMode="auto">
              <a:xfrm>
                <a:off x="2535238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72" name="Line 153"/>
              <p:cNvSpPr>
                <a:spLocks noChangeShapeType="1"/>
              </p:cNvSpPr>
              <p:nvPr/>
            </p:nvSpPr>
            <p:spPr bwMode="auto">
              <a:xfrm>
                <a:off x="25447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73" name="Line 154"/>
              <p:cNvSpPr>
                <a:spLocks noChangeShapeType="1"/>
              </p:cNvSpPr>
              <p:nvPr/>
            </p:nvSpPr>
            <p:spPr bwMode="auto">
              <a:xfrm>
                <a:off x="2571750" y="2630488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74" name="Line 155"/>
              <p:cNvSpPr>
                <a:spLocks noChangeShapeType="1"/>
              </p:cNvSpPr>
              <p:nvPr/>
            </p:nvSpPr>
            <p:spPr bwMode="auto">
              <a:xfrm>
                <a:off x="2573338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75" name="Line 156"/>
              <p:cNvSpPr>
                <a:spLocks noChangeShapeType="1"/>
              </p:cNvSpPr>
              <p:nvPr/>
            </p:nvSpPr>
            <p:spPr bwMode="auto">
              <a:xfrm>
                <a:off x="2582863" y="2647951"/>
                <a:ext cx="317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76" name="Line 157"/>
              <p:cNvSpPr>
                <a:spLocks noChangeShapeType="1"/>
              </p:cNvSpPr>
              <p:nvPr/>
            </p:nvSpPr>
            <p:spPr bwMode="auto">
              <a:xfrm>
                <a:off x="2598738" y="2686051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77" name="Line 158"/>
              <p:cNvSpPr>
                <a:spLocks noChangeShapeType="1"/>
              </p:cNvSpPr>
              <p:nvPr/>
            </p:nvSpPr>
            <p:spPr bwMode="auto">
              <a:xfrm>
                <a:off x="26003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78" name="Line 159"/>
              <p:cNvSpPr>
                <a:spLocks noChangeShapeType="1"/>
              </p:cNvSpPr>
              <p:nvPr/>
            </p:nvSpPr>
            <p:spPr bwMode="auto">
              <a:xfrm>
                <a:off x="2609850" y="2713038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79" name="Line 160"/>
              <p:cNvSpPr>
                <a:spLocks noChangeShapeType="1"/>
              </p:cNvSpPr>
              <p:nvPr/>
            </p:nvSpPr>
            <p:spPr bwMode="auto">
              <a:xfrm>
                <a:off x="2622550" y="2749551"/>
                <a:ext cx="6350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80" name="Line 161"/>
              <p:cNvSpPr>
                <a:spLocks noChangeShapeType="1"/>
              </p:cNvSpPr>
              <p:nvPr/>
            </p:nvSpPr>
            <p:spPr bwMode="auto">
              <a:xfrm>
                <a:off x="2628900" y="2768601"/>
                <a:ext cx="317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81" name="Line 162"/>
              <p:cNvSpPr>
                <a:spLocks noChangeShapeType="1"/>
              </p:cNvSpPr>
              <p:nvPr/>
            </p:nvSpPr>
            <p:spPr bwMode="auto">
              <a:xfrm>
                <a:off x="2643188" y="2814638"/>
                <a:ext cx="317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82" name="Line 163"/>
              <p:cNvSpPr>
                <a:spLocks noChangeShapeType="1"/>
              </p:cNvSpPr>
              <p:nvPr/>
            </p:nvSpPr>
            <p:spPr bwMode="auto">
              <a:xfrm>
                <a:off x="2646363" y="2830513"/>
                <a:ext cx="6350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83" name="Line 164"/>
              <p:cNvSpPr>
                <a:spLocks noChangeShapeType="1"/>
              </p:cNvSpPr>
              <p:nvPr/>
            </p:nvSpPr>
            <p:spPr bwMode="auto">
              <a:xfrm>
                <a:off x="2660650" y="2882901"/>
                <a:ext cx="4763" cy="142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84" name="Line 165"/>
              <p:cNvSpPr>
                <a:spLocks noChangeShapeType="1"/>
              </p:cNvSpPr>
              <p:nvPr/>
            </p:nvSpPr>
            <p:spPr bwMode="auto">
              <a:xfrm>
                <a:off x="2665413" y="2897188"/>
                <a:ext cx="4763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85" name="Line 166"/>
              <p:cNvSpPr>
                <a:spLocks noChangeShapeType="1"/>
              </p:cNvSpPr>
              <p:nvPr/>
            </p:nvSpPr>
            <p:spPr bwMode="auto">
              <a:xfrm>
                <a:off x="2679700" y="2949576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86" name="Line 167"/>
              <p:cNvSpPr>
                <a:spLocks noChangeShapeType="1"/>
              </p:cNvSpPr>
              <p:nvPr/>
            </p:nvSpPr>
            <p:spPr bwMode="auto">
              <a:xfrm>
                <a:off x="2684463" y="2967038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87" name="Line 168"/>
              <p:cNvSpPr>
                <a:spLocks noChangeShapeType="1"/>
              </p:cNvSpPr>
              <p:nvPr/>
            </p:nvSpPr>
            <p:spPr bwMode="auto">
              <a:xfrm>
                <a:off x="2697163" y="3017838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88" name="Line 169"/>
              <p:cNvSpPr>
                <a:spLocks noChangeShapeType="1"/>
              </p:cNvSpPr>
              <p:nvPr/>
            </p:nvSpPr>
            <p:spPr bwMode="auto">
              <a:xfrm>
                <a:off x="2701925" y="3035301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89" name="Line 170"/>
              <p:cNvSpPr>
                <a:spLocks noChangeShapeType="1"/>
              </p:cNvSpPr>
              <p:nvPr/>
            </p:nvSpPr>
            <p:spPr bwMode="auto">
              <a:xfrm>
                <a:off x="2716213" y="3086101"/>
                <a:ext cx="4763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90" name="Line 171"/>
              <p:cNvSpPr>
                <a:spLocks noChangeShapeType="1"/>
              </p:cNvSpPr>
              <p:nvPr/>
            </p:nvSpPr>
            <p:spPr bwMode="auto">
              <a:xfrm>
                <a:off x="2720975" y="3101976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91" name="Line 172"/>
              <p:cNvSpPr>
                <a:spLocks noChangeShapeType="1"/>
              </p:cNvSpPr>
              <p:nvPr/>
            </p:nvSpPr>
            <p:spPr bwMode="auto">
              <a:xfrm>
                <a:off x="2735263" y="3152776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92" name="Line 173"/>
              <p:cNvSpPr>
                <a:spLocks noChangeShapeType="1"/>
              </p:cNvSpPr>
              <p:nvPr/>
            </p:nvSpPr>
            <p:spPr bwMode="auto">
              <a:xfrm>
                <a:off x="2740025" y="3163888"/>
                <a:ext cx="6350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93" name="Line 174"/>
              <p:cNvSpPr>
                <a:spLocks noChangeShapeType="1"/>
              </p:cNvSpPr>
              <p:nvPr/>
            </p:nvSpPr>
            <p:spPr bwMode="auto">
              <a:xfrm>
                <a:off x="2757488" y="321786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94" name="Line 175"/>
              <p:cNvSpPr>
                <a:spLocks noChangeShapeType="1"/>
              </p:cNvSpPr>
              <p:nvPr/>
            </p:nvSpPr>
            <p:spPr bwMode="auto">
              <a:xfrm>
                <a:off x="2757488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95" name="Line 176"/>
              <p:cNvSpPr>
                <a:spLocks noChangeShapeType="1"/>
              </p:cNvSpPr>
              <p:nvPr/>
            </p:nvSpPr>
            <p:spPr bwMode="auto">
              <a:xfrm>
                <a:off x="2767013" y="3243263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96" name="Line 177"/>
              <p:cNvSpPr>
                <a:spLocks noChangeShapeType="1"/>
              </p:cNvSpPr>
              <p:nvPr/>
            </p:nvSpPr>
            <p:spPr bwMode="auto">
              <a:xfrm>
                <a:off x="2782888" y="3276601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97" name="Line 178"/>
              <p:cNvSpPr>
                <a:spLocks noChangeShapeType="1"/>
              </p:cNvSpPr>
              <p:nvPr/>
            </p:nvSpPr>
            <p:spPr bwMode="auto">
              <a:xfrm>
                <a:off x="2786063" y="3282951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98" name="Line 179"/>
              <p:cNvSpPr>
                <a:spLocks noChangeShapeType="1"/>
              </p:cNvSpPr>
              <p:nvPr/>
            </p:nvSpPr>
            <p:spPr bwMode="auto">
              <a:xfrm>
                <a:off x="2794000" y="3300413"/>
                <a:ext cx="317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399" name="Line 180"/>
              <p:cNvSpPr>
                <a:spLocks noChangeShapeType="1"/>
              </p:cNvSpPr>
              <p:nvPr/>
            </p:nvSpPr>
            <p:spPr bwMode="auto">
              <a:xfrm>
                <a:off x="2814638" y="3324226"/>
                <a:ext cx="793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00" name="Line 181"/>
              <p:cNvSpPr>
                <a:spLocks noChangeShapeType="1"/>
              </p:cNvSpPr>
              <p:nvPr/>
            </p:nvSpPr>
            <p:spPr bwMode="auto">
              <a:xfrm>
                <a:off x="2822575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01" name="Line 182"/>
              <p:cNvSpPr>
                <a:spLocks noChangeShapeType="1"/>
              </p:cNvSpPr>
              <p:nvPr/>
            </p:nvSpPr>
            <p:spPr bwMode="auto">
              <a:xfrm>
                <a:off x="2832100" y="3332163"/>
                <a:ext cx="317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02" name="Line 183"/>
              <p:cNvSpPr>
                <a:spLocks noChangeShapeType="1"/>
              </p:cNvSpPr>
              <p:nvPr/>
            </p:nvSpPr>
            <p:spPr bwMode="auto">
              <a:xfrm flipV="1">
                <a:off x="2854325" y="3322638"/>
                <a:ext cx="4763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03" name="Line 184"/>
              <p:cNvSpPr>
                <a:spLocks noChangeShapeType="1"/>
              </p:cNvSpPr>
              <p:nvPr/>
            </p:nvSpPr>
            <p:spPr bwMode="auto">
              <a:xfrm flipV="1">
                <a:off x="2859088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04" name="Line 185"/>
              <p:cNvSpPr>
                <a:spLocks noChangeShapeType="1"/>
              </p:cNvSpPr>
              <p:nvPr/>
            </p:nvSpPr>
            <p:spPr bwMode="auto">
              <a:xfrm flipV="1">
                <a:off x="2868613" y="3306763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05" name="Line 186"/>
              <p:cNvSpPr>
                <a:spLocks noChangeShapeType="1"/>
              </p:cNvSpPr>
              <p:nvPr/>
            </p:nvSpPr>
            <p:spPr bwMode="auto">
              <a:xfrm flipV="1">
                <a:off x="2887663" y="3265488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06" name="Line 187"/>
              <p:cNvSpPr>
                <a:spLocks noChangeShapeType="1"/>
              </p:cNvSpPr>
              <p:nvPr/>
            </p:nvSpPr>
            <p:spPr bwMode="auto">
              <a:xfrm flipV="1">
                <a:off x="2897188" y="3252788"/>
                <a:ext cx="4763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07" name="Line 188"/>
              <p:cNvSpPr>
                <a:spLocks noChangeShapeType="1"/>
              </p:cNvSpPr>
              <p:nvPr/>
            </p:nvSpPr>
            <p:spPr bwMode="auto">
              <a:xfrm flipV="1">
                <a:off x="2913063" y="3219451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08" name="Line 189"/>
              <p:cNvSpPr>
                <a:spLocks noChangeShapeType="1"/>
              </p:cNvSpPr>
              <p:nvPr/>
            </p:nvSpPr>
            <p:spPr bwMode="auto">
              <a:xfrm flipV="1">
                <a:off x="2914650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09" name="Line 190"/>
              <p:cNvSpPr>
                <a:spLocks noChangeShapeType="1"/>
              </p:cNvSpPr>
              <p:nvPr/>
            </p:nvSpPr>
            <p:spPr bwMode="auto">
              <a:xfrm flipV="1">
                <a:off x="2924175" y="319087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10" name="Line 191"/>
              <p:cNvSpPr>
                <a:spLocks noChangeShapeType="1"/>
              </p:cNvSpPr>
              <p:nvPr/>
            </p:nvSpPr>
            <p:spPr bwMode="auto">
              <a:xfrm flipV="1">
                <a:off x="2935288" y="3133726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11" name="Line 192"/>
              <p:cNvSpPr>
                <a:spLocks noChangeShapeType="1"/>
              </p:cNvSpPr>
              <p:nvPr/>
            </p:nvSpPr>
            <p:spPr bwMode="auto">
              <a:xfrm flipV="1">
                <a:off x="2943225" y="3124201"/>
                <a:ext cx="1588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12" name="Line 193"/>
              <p:cNvSpPr>
                <a:spLocks noChangeShapeType="1"/>
              </p:cNvSpPr>
              <p:nvPr/>
            </p:nvSpPr>
            <p:spPr bwMode="auto">
              <a:xfrm flipV="1">
                <a:off x="2954338" y="3068638"/>
                <a:ext cx="6350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13" name="Line 194"/>
              <p:cNvSpPr>
                <a:spLocks noChangeShapeType="1"/>
              </p:cNvSpPr>
              <p:nvPr/>
            </p:nvSpPr>
            <p:spPr bwMode="auto">
              <a:xfrm flipV="1">
                <a:off x="2960688" y="3057526"/>
                <a:ext cx="3175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14" name="Line 195"/>
              <p:cNvSpPr>
                <a:spLocks noChangeShapeType="1"/>
              </p:cNvSpPr>
              <p:nvPr/>
            </p:nvSpPr>
            <p:spPr bwMode="auto">
              <a:xfrm flipV="1">
                <a:off x="2973388" y="3000376"/>
                <a:ext cx="6350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4415" name="Line 196"/>
              <p:cNvSpPr>
                <a:spLocks noChangeShapeType="1"/>
              </p:cNvSpPr>
              <p:nvPr/>
            </p:nvSpPr>
            <p:spPr bwMode="auto">
              <a:xfrm flipV="1">
                <a:off x="2979738" y="2989263"/>
                <a:ext cx="3175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0" name="Group 395"/>
          <p:cNvGrpSpPr>
            <a:grpSpLocks/>
          </p:cNvGrpSpPr>
          <p:nvPr/>
        </p:nvGrpSpPr>
        <p:grpSpPr bwMode="auto">
          <a:xfrm>
            <a:off x="3676650" y="3741738"/>
            <a:ext cx="1828800" cy="742950"/>
            <a:chOff x="2073275" y="2591774"/>
            <a:chExt cx="1828999" cy="741977"/>
          </a:xfrm>
        </p:grpSpPr>
        <p:grpSp>
          <p:nvGrpSpPr>
            <p:cNvPr id="11" name="Group 203"/>
            <p:cNvGrpSpPr>
              <a:grpSpLocks/>
            </p:cNvGrpSpPr>
            <p:nvPr/>
          </p:nvGrpSpPr>
          <p:grpSpPr bwMode="auto">
            <a:xfrm>
              <a:off x="2073275" y="2600326"/>
              <a:ext cx="915988" cy="733425"/>
              <a:chOff x="2073275" y="2600326"/>
              <a:chExt cx="915988" cy="733425"/>
            </a:xfrm>
          </p:grpSpPr>
          <p:sp>
            <p:nvSpPr>
              <p:cNvPr id="637716" name="Line 8"/>
              <p:cNvSpPr>
                <a:spLocks noChangeShapeType="1"/>
              </p:cNvSpPr>
              <p:nvPr/>
            </p:nvSpPr>
            <p:spPr bwMode="auto">
              <a:xfrm flipV="1">
                <a:off x="2073275" y="293211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17" name="Line 9"/>
              <p:cNvSpPr>
                <a:spLocks noChangeShapeType="1"/>
              </p:cNvSpPr>
              <p:nvPr/>
            </p:nvSpPr>
            <p:spPr bwMode="auto">
              <a:xfrm flipV="1">
                <a:off x="2082800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18" name="Line 10"/>
              <p:cNvSpPr>
                <a:spLocks noChangeShapeType="1"/>
              </p:cNvSpPr>
              <p:nvPr/>
            </p:nvSpPr>
            <p:spPr bwMode="auto">
              <a:xfrm flipV="1">
                <a:off x="2092325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19" name="Line 11"/>
              <p:cNvSpPr>
                <a:spLocks noChangeShapeType="1"/>
              </p:cNvSpPr>
              <p:nvPr/>
            </p:nvSpPr>
            <p:spPr bwMode="auto">
              <a:xfrm flipV="1">
                <a:off x="2101850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20" name="Line 12"/>
              <p:cNvSpPr>
                <a:spLocks noChangeShapeType="1"/>
              </p:cNvSpPr>
              <p:nvPr/>
            </p:nvSpPr>
            <p:spPr bwMode="auto">
              <a:xfrm flipV="1">
                <a:off x="2111375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21" name="Line 13"/>
              <p:cNvSpPr>
                <a:spLocks noChangeShapeType="1"/>
              </p:cNvSpPr>
              <p:nvPr/>
            </p:nvSpPr>
            <p:spPr bwMode="auto">
              <a:xfrm flipV="1">
                <a:off x="2120900" y="2768601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22" name="Line 14"/>
              <p:cNvSpPr>
                <a:spLocks noChangeShapeType="1"/>
              </p:cNvSpPr>
              <p:nvPr/>
            </p:nvSpPr>
            <p:spPr bwMode="auto">
              <a:xfrm flipV="1">
                <a:off x="2128838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23" name="Line 15"/>
              <p:cNvSpPr>
                <a:spLocks noChangeShapeType="1"/>
              </p:cNvSpPr>
              <p:nvPr/>
            </p:nvSpPr>
            <p:spPr bwMode="auto">
              <a:xfrm flipV="1">
                <a:off x="2138363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24" name="Line 16"/>
              <p:cNvSpPr>
                <a:spLocks noChangeShapeType="1"/>
              </p:cNvSpPr>
              <p:nvPr/>
            </p:nvSpPr>
            <p:spPr bwMode="auto">
              <a:xfrm flipV="1">
                <a:off x="2147888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25" name="Line 17"/>
              <p:cNvSpPr>
                <a:spLocks noChangeShapeType="1"/>
              </p:cNvSpPr>
              <p:nvPr/>
            </p:nvSpPr>
            <p:spPr bwMode="auto">
              <a:xfrm flipV="1">
                <a:off x="2157413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26" name="Line 18"/>
              <p:cNvSpPr>
                <a:spLocks noChangeShapeType="1"/>
              </p:cNvSpPr>
              <p:nvPr/>
            </p:nvSpPr>
            <p:spPr bwMode="auto">
              <a:xfrm flipV="1">
                <a:off x="2166938" y="2647951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27" name="Line 19"/>
              <p:cNvSpPr>
                <a:spLocks noChangeShapeType="1"/>
              </p:cNvSpPr>
              <p:nvPr/>
            </p:nvSpPr>
            <p:spPr bwMode="auto">
              <a:xfrm flipV="1">
                <a:off x="2174875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28" name="Line 20"/>
              <p:cNvSpPr>
                <a:spLocks noChangeShapeType="1"/>
              </p:cNvSpPr>
              <p:nvPr/>
            </p:nvSpPr>
            <p:spPr bwMode="auto">
              <a:xfrm flipV="1">
                <a:off x="2184400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29" name="Line 21"/>
              <p:cNvSpPr>
                <a:spLocks noChangeShapeType="1"/>
              </p:cNvSpPr>
              <p:nvPr/>
            </p:nvSpPr>
            <p:spPr bwMode="auto">
              <a:xfrm flipV="1">
                <a:off x="21939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30" name="Line 22"/>
              <p:cNvSpPr>
                <a:spLocks noChangeShapeType="1"/>
              </p:cNvSpPr>
              <p:nvPr/>
            </p:nvSpPr>
            <p:spPr bwMode="auto">
              <a:xfrm flipV="1">
                <a:off x="2203450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31" name="Line 23"/>
              <p:cNvSpPr>
                <a:spLocks noChangeShapeType="1"/>
              </p:cNvSpPr>
              <p:nvPr/>
            </p:nvSpPr>
            <p:spPr bwMode="auto">
              <a:xfrm flipV="1">
                <a:off x="2212975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32" name="Line 24"/>
              <p:cNvSpPr>
                <a:spLocks noChangeShapeType="1"/>
              </p:cNvSpPr>
              <p:nvPr/>
            </p:nvSpPr>
            <p:spPr bwMode="auto">
              <a:xfrm>
                <a:off x="2222500" y="2600326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33" name="Line 25"/>
              <p:cNvSpPr>
                <a:spLocks noChangeShapeType="1"/>
              </p:cNvSpPr>
              <p:nvPr/>
            </p:nvSpPr>
            <p:spPr bwMode="auto">
              <a:xfrm>
                <a:off x="2230438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34" name="Line 26"/>
              <p:cNvSpPr>
                <a:spLocks noChangeShapeType="1"/>
              </p:cNvSpPr>
              <p:nvPr/>
            </p:nvSpPr>
            <p:spPr bwMode="auto">
              <a:xfrm>
                <a:off x="22399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35" name="Line 27"/>
              <p:cNvSpPr>
                <a:spLocks noChangeShapeType="1"/>
              </p:cNvSpPr>
              <p:nvPr/>
            </p:nvSpPr>
            <p:spPr bwMode="auto">
              <a:xfrm>
                <a:off x="2249488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36" name="Line 28"/>
              <p:cNvSpPr>
                <a:spLocks noChangeShapeType="1"/>
              </p:cNvSpPr>
              <p:nvPr/>
            </p:nvSpPr>
            <p:spPr bwMode="auto">
              <a:xfrm>
                <a:off x="2259013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37" name="Line 29"/>
              <p:cNvSpPr>
                <a:spLocks noChangeShapeType="1"/>
              </p:cNvSpPr>
              <p:nvPr/>
            </p:nvSpPr>
            <p:spPr bwMode="auto">
              <a:xfrm>
                <a:off x="2268538" y="2632076"/>
                <a:ext cx="7938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38" name="Line 30"/>
              <p:cNvSpPr>
                <a:spLocks noChangeShapeType="1"/>
              </p:cNvSpPr>
              <p:nvPr/>
            </p:nvSpPr>
            <p:spPr bwMode="auto">
              <a:xfrm>
                <a:off x="2276475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39" name="Line 31"/>
              <p:cNvSpPr>
                <a:spLocks noChangeShapeType="1"/>
              </p:cNvSpPr>
              <p:nvPr/>
            </p:nvSpPr>
            <p:spPr bwMode="auto">
              <a:xfrm>
                <a:off x="2286000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40" name="Line 32"/>
              <p:cNvSpPr>
                <a:spLocks noChangeShapeType="1"/>
              </p:cNvSpPr>
              <p:nvPr/>
            </p:nvSpPr>
            <p:spPr bwMode="auto">
              <a:xfrm>
                <a:off x="22955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41" name="Line 33"/>
              <p:cNvSpPr>
                <a:spLocks noChangeShapeType="1"/>
              </p:cNvSpPr>
              <p:nvPr/>
            </p:nvSpPr>
            <p:spPr bwMode="auto">
              <a:xfrm>
                <a:off x="2305050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42" name="Line 34"/>
              <p:cNvSpPr>
                <a:spLocks noChangeShapeType="1"/>
              </p:cNvSpPr>
              <p:nvPr/>
            </p:nvSpPr>
            <p:spPr bwMode="auto">
              <a:xfrm>
                <a:off x="2314575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43" name="Line 35"/>
              <p:cNvSpPr>
                <a:spLocks noChangeShapeType="1"/>
              </p:cNvSpPr>
              <p:nvPr/>
            </p:nvSpPr>
            <p:spPr bwMode="auto">
              <a:xfrm>
                <a:off x="2324100" y="2768601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44" name="Line 36"/>
              <p:cNvSpPr>
                <a:spLocks noChangeShapeType="1"/>
              </p:cNvSpPr>
              <p:nvPr/>
            </p:nvSpPr>
            <p:spPr bwMode="auto">
              <a:xfrm>
                <a:off x="2332038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45" name="Line 37"/>
              <p:cNvSpPr>
                <a:spLocks noChangeShapeType="1"/>
              </p:cNvSpPr>
              <p:nvPr/>
            </p:nvSpPr>
            <p:spPr bwMode="auto">
              <a:xfrm>
                <a:off x="2341563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46" name="Line 38"/>
              <p:cNvSpPr>
                <a:spLocks noChangeShapeType="1"/>
              </p:cNvSpPr>
              <p:nvPr/>
            </p:nvSpPr>
            <p:spPr bwMode="auto">
              <a:xfrm>
                <a:off x="2351088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47" name="Line 39"/>
              <p:cNvSpPr>
                <a:spLocks noChangeShapeType="1"/>
              </p:cNvSpPr>
              <p:nvPr/>
            </p:nvSpPr>
            <p:spPr bwMode="auto">
              <a:xfrm>
                <a:off x="2360613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48" name="Line 40"/>
              <p:cNvSpPr>
                <a:spLocks noChangeShapeType="1"/>
              </p:cNvSpPr>
              <p:nvPr/>
            </p:nvSpPr>
            <p:spPr bwMode="auto">
              <a:xfrm>
                <a:off x="2370138" y="2932113"/>
                <a:ext cx="7938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49" name="Line 41"/>
              <p:cNvSpPr>
                <a:spLocks noChangeShapeType="1"/>
              </p:cNvSpPr>
              <p:nvPr/>
            </p:nvSpPr>
            <p:spPr bwMode="auto">
              <a:xfrm>
                <a:off x="2378075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50" name="Line 42"/>
              <p:cNvSpPr>
                <a:spLocks noChangeShapeType="1"/>
              </p:cNvSpPr>
              <p:nvPr/>
            </p:nvSpPr>
            <p:spPr bwMode="auto">
              <a:xfrm>
                <a:off x="2387600" y="3000376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51" name="Line 43"/>
              <p:cNvSpPr>
                <a:spLocks noChangeShapeType="1"/>
              </p:cNvSpPr>
              <p:nvPr/>
            </p:nvSpPr>
            <p:spPr bwMode="auto">
              <a:xfrm>
                <a:off x="2397125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52" name="Line 44"/>
              <p:cNvSpPr>
                <a:spLocks noChangeShapeType="1"/>
              </p:cNvSpPr>
              <p:nvPr/>
            </p:nvSpPr>
            <p:spPr bwMode="auto">
              <a:xfrm>
                <a:off x="2406650" y="30686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53" name="Line 45"/>
              <p:cNvSpPr>
                <a:spLocks noChangeShapeType="1"/>
              </p:cNvSpPr>
              <p:nvPr/>
            </p:nvSpPr>
            <p:spPr bwMode="auto">
              <a:xfrm>
                <a:off x="2416175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54" name="Line 46"/>
              <p:cNvSpPr>
                <a:spLocks noChangeShapeType="1"/>
              </p:cNvSpPr>
              <p:nvPr/>
            </p:nvSpPr>
            <p:spPr bwMode="auto">
              <a:xfrm>
                <a:off x="2425700" y="3133726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55" name="Line 47"/>
              <p:cNvSpPr>
                <a:spLocks noChangeShapeType="1"/>
              </p:cNvSpPr>
              <p:nvPr/>
            </p:nvSpPr>
            <p:spPr bwMode="auto">
              <a:xfrm>
                <a:off x="2433638" y="3163888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56" name="Line 48"/>
              <p:cNvSpPr>
                <a:spLocks noChangeShapeType="1"/>
              </p:cNvSpPr>
              <p:nvPr/>
            </p:nvSpPr>
            <p:spPr bwMode="auto">
              <a:xfrm>
                <a:off x="2443163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57" name="Line 49"/>
              <p:cNvSpPr>
                <a:spLocks noChangeShapeType="1"/>
              </p:cNvSpPr>
              <p:nvPr/>
            </p:nvSpPr>
            <p:spPr bwMode="auto">
              <a:xfrm>
                <a:off x="2452688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58" name="Line 50"/>
              <p:cNvSpPr>
                <a:spLocks noChangeShapeType="1"/>
              </p:cNvSpPr>
              <p:nvPr/>
            </p:nvSpPr>
            <p:spPr bwMode="auto">
              <a:xfrm>
                <a:off x="2462213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59" name="Line 51"/>
              <p:cNvSpPr>
                <a:spLocks noChangeShapeType="1"/>
              </p:cNvSpPr>
              <p:nvPr/>
            </p:nvSpPr>
            <p:spPr bwMode="auto">
              <a:xfrm>
                <a:off x="2471738" y="3265488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60" name="Line 52"/>
              <p:cNvSpPr>
                <a:spLocks noChangeShapeType="1"/>
              </p:cNvSpPr>
              <p:nvPr/>
            </p:nvSpPr>
            <p:spPr bwMode="auto">
              <a:xfrm>
                <a:off x="2479675" y="3282951"/>
                <a:ext cx="9525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61" name="Line 53"/>
              <p:cNvSpPr>
                <a:spLocks noChangeShapeType="1"/>
              </p:cNvSpPr>
              <p:nvPr/>
            </p:nvSpPr>
            <p:spPr bwMode="auto">
              <a:xfrm>
                <a:off x="2489200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62" name="Line 54"/>
              <p:cNvSpPr>
                <a:spLocks noChangeShapeType="1"/>
              </p:cNvSpPr>
              <p:nvPr/>
            </p:nvSpPr>
            <p:spPr bwMode="auto">
              <a:xfrm>
                <a:off x="2498725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63" name="Line 55"/>
              <p:cNvSpPr>
                <a:spLocks noChangeShapeType="1"/>
              </p:cNvSpPr>
              <p:nvPr/>
            </p:nvSpPr>
            <p:spPr bwMode="auto">
              <a:xfrm>
                <a:off x="2508250" y="3322638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64" name="Line 56"/>
              <p:cNvSpPr>
                <a:spLocks noChangeShapeType="1"/>
              </p:cNvSpPr>
              <p:nvPr/>
            </p:nvSpPr>
            <p:spPr bwMode="auto">
              <a:xfrm>
                <a:off x="2517775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65" name="Line 57"/>
              <p:cNvSpPr>
                <a:spLocks noChangeShapeType="1"/>
              </p:cNvSpPr>
              <p:nvPr/>
            </p:nvSpPr>
            <p:spPr bwMode="auto">
              <a:xfrm>
                <a:off x="2527300" y="3332163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66" name="Line 58"/>
              <p:cNvSpPr>
                <a:spLocks noChangeShapeType="1"/>
              </p:cNvSpPr>
              <p:nvPr/>
            </p:nvSpPr>
            <p:spPr bwMode="auto">
              <a:xfrm flipV="1">
                <a:off x="2535238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67" name="Line 59"/>
              <p:cNvSpPr>
                <a:spLocks noChangeShapeType="1"/>
              </p:cNvSpPr>
              <p:nvPr/>
            </p:nvSpPr>
            <p:spPr bwMode="auto">
              <a:xfrm flipV="1">
                <a:off x="2544763" y="3322638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68" name="Line 60"/>
              <p:cNvSpPr>
                <a:spLocks noChangeShapeType="1"/>
              </p:cNvSpPr>
              <p:nvPr/>
            </p:nvSpPr>
            <p:spPr bwMode="auto">
              <a:xfrm flipV="1">
                <a:off x="2554288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69" name="Line 61"/>
              <p:cNvSpPr>
                <a:spLocks noChangeShapeType="1"/>
              </p:cNvSpPr>
              <p:nvPr/>
            </p:nvSpPr>
            <p:spPr bwMode="auto">
              <a:xfrm flipV="1">
                <a:off x="2563813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70" name="Line 62"/>
              <p:cNvSpPr>
                <a:spLocks noChangeShapeType="1"/>
              </p:cNvSpPr>
              <p:nvPr/>
            </p:nvSpPr>
            <p:spPr bwMode="auto">
              <a:xfrm flipV="1">
                <a:off x="2573338" y="3282951"/>
                <a:ext cx="9525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71" name="Line 63"/>
              <p:cNvSpPr>
                <a:spLocks noChangeShapeType="1"/>
              </p:cNvSpPr>
              <p:nvPr/>
            </p:nvSpPr>
            <p:spPr bwMode="auto">
              <a:xfrm flipV="1">
                <a:off x="2582863" y="3265488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72" name="Line 64"/>
              <p:cNvSpPr>
                <a:spLocks noChangeShapeType="1"/>
              </p:cNvSpPr>
              <p:nvPr/>
            </p:nvSpPr>
            <p:spPr bwMode="auto">
              <a:xfrm flipV="1">
                <a:off x="2590800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73" name="Line 65"/>
              <p:cNvSpPr>
                <a:spLocks noChangeShapeType="1"/>
              </p:cNvSpPr>
              <p:nvPr/>
            </p:nvSpPr>
            <p:spPr bwMode="auto">
              <a:xfrm flipV="1">
                <a:off x="2600325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74" name="Line 66"/>
              <p:cNvSpPr>
                <a:spLocks noChangeShapeType="1"/>
              </p:cNvSpPr>
              <p:nvPr/>
            </p:nvSpPr>
            <p:spPr bwMode="auto">
              <a:xfrm flipV="1">
                <a:off x="2609850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75" name="Line 67"/>
              <p:cNvSpPr>
                <a:spLocks noChangeShapeType="1"/>
              </p:cNvSpPr>
              <p:nvPr/>
            </p:nvSpPr>
            <p:spPr bwMode="auto">
              <a:xfrm flipV="1">
                <a:off x="2619375" y="3163888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76" name="Line 68"/>
              <p:cNvSpPr>
                <a:spLocks noChangeShapeType="1"/>
              </p:cNvSpPr>
              <p:nvPr/>
            </p:nvSpPr>
            <p:spPr bwMode="auto">
              <a:xfrm flipV="1">
                <a:off x="2628900" y="3133726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77" name="Line 69"/>
              <p:cNvSpPr>
                <a:spLocks noChangeShapeType="1"/>
              </p:cNvSpPr>
              <p:nvPr/>
            </p:nvSpPr>
            <p:spPr bwMode="auto">
              <a:xfrm flipV="1">
                <a:off x="2636838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78" name="Line 70"/>
              <p:cNvSpPr>
                <a:spLocks noChangeShapeType="1"/>
              </p:cNvSpPr>
              <p:nvPr/>
            </p:nvSpPr>
            <p:spPr bwMode="auto">
              <a:xfrm flipV="1">
                <a:off x="2646363" y="30686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79" name="Line 71"/>
              <p:cNvSpPr>
                <a:spLocks noChangeShapeType="1"/>
              </p:cNvSpPr>
              <p:nvPr/>
            </p:nvSpPr>
            <p:spPr bwMode="auto">
              <a:xfrm flipV="1">
                <a:off x="2655888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80" name="Line 72"/>
              <p:cNvSpPr>
                <a:spLocks noChangeShapeType="1"/>
              </p:cNvSpPr>
              <p:nvPr/>
            </p:nvSpPr>
            <p:spPr bwMode="auto">
              <a:xfrm flipV="1">
                <a:off x="2665413" y="3000376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81" name="Line 73"/>
              <p:cNvSpPr>
                <a:spLocks noChangeShapeType="1"/>
              </p:cNvSpPr>
              <p:nvPr/>
            </p:nvSpPr>
            <p:spPr bwMode="auto">
              <a:xfrm flipV="1">
                <a:off x="2674938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82" name="Line 74"/>
              <p:cNvSpPr>
                <a:spLocks noChangeShapeType="1"/>
              </p:cNvSpPr>
              <p:nvPr/>
            </p:nvSpPr>
            <p:spPr bwMode="auto">
              <a:xfrm flipV="1">
                <a:off x="2684463" y="2932113"/>
                <a:ext cx="7938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83" name="Line 75"/>
              <p:cNvSpPr>
                <a:spLocks noChangeShapeType="1"/>
              </p:cNvSpPr>
              <p:nvPr/>
            </p:nvSpPr>
            <p:spPr bwMode="auto">
              <a:xfrm flipV="1">
                <a:off x="2692400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84" name="Line 76"/>
              <p:cNvSpPr>
                <a:spLocks noChangeShapeType="1"/>
              </p:cNvSpPr>
              <p:nvPr/>
            </p:nvSpPr>
            <p:spPr bwMode="auto">
              <a:xfrm flipV="1">
                <a:off x="2701925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85" name="Line 77"/>
              <p:cNvSpPr>
                <a:spLocks noChangeShapeType="1"/>
              </p:cNvSpPr>
              <p:nvPr/>
            </p:nvSpPr>
            <p:spPr bwMode="auto">
              <a:xfrm flipV="1">
                <a:off x="2711450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86" name="Line 78"/>
              <p:cNvSpPr>
                <a:spLocks noChangeShapeType="1"/>
              </p:cNvSpPr>
              <p:nvPr/>
            </p:nvSpPr>
            <p:spPr bwMode="auto">
              <a:xfrm flipV="1">
                <a:off x="2720975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87" name="Line 79"/>
              <p:cNvSpPr>
                <a:spLocks noChangeShapeType="1"/>
              </p:cNvSpPr>
              <p:nvPr/>
            </p:nvSpPr>
            <p:spPr bwMode="auto">
              <a:xfrm flipV="1">
                <a:off x="2730500" y="2768601"/>
                <a:ext cx="9525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88" name="Line 80"/>
              <p:cNvSpPr>
                <a:spLocks noChangeShapeType="1"/>
              </p:cNvSpPr>
              <p:nvPr/>
            </p:nvSpPr>
            <p:spPr bwMode="auto">
              <a:xfrm flipV="1">
                <a:off x="2740025" y="2740026"/>
                <a:ext cx="7938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89" name="Line 81"/>
              <p:cNvSpPr>
                <a:spLocks noChangeShapeType="1"/>
              </p:cNvSpPr>
              <p:nvPr/>
            </p:nvSpPr>
            <p:spPr bwMode="auto">
              <a:xfrm flipV="1">
                <a:off x="2747963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90" name="Line 82"/>
              <p:cNvSpPr>
                <a:spLocks noChangeShapeType="1"/>
              </p:cNvSpPr>
              <p:nvPr/>
            </p:nvSpPr>
            <p:spPr bwMode="auto">
              <a:xfrm flipV="1">
                <a:off x="2757488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91" name="Line 83"/>
              <p:cNvSpPr>
                <a:spLocks noChangeShapeType="1"/>
              </p:cNvSpPr>
              <p:nvPr/>
            </p:nvSpPr>
            <p:spPr bwMode="auto">
              <a:xfrm flipV="1">
                <a:off x="2767013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92" name="Line 84"/>
              <p:cNvSpPr>
                <a:spLocks noChangeShapeType="1"/>
              </p:cNvSpPr>
              <p:nvPr/>
            </p:nvSpPr>
            <p:spPr bwMode="auto">
              <a:xfrm flipV="1">
                <a:off x="2776538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93" name="Line 85"/>
              <p:cNvSpPr>
                <a:spLocks noChangeShapeType="1"/>
              </p:cNvSpPr>
              <p:nvPr/>
            </p:nvSpPr>
            <p:spPr bwMode="auto">
              <a:xfrm flipV="1">
                <a:off x="2786063" y="2632076"/>
                <a:ext cx="7938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94" name="Line 86"/>
              <p:cNvSpPr>
                <a:spLocks noChangeShapeType="1"/>
              </p:cNvSpPr>
              <p:nvPr/>
            </p:nvSpPr>
            <p:spPr bwMode="auto">
              <a:xfrm flipV="1">
                <a:off x="2794000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95" name="Line 87"/>
              <p:cNvSpPr>
                <a:spLocks noChangeShapeType="1"/>
              </p:cNvSpPr>
              <p:nvPr/>
            </p:nvSpPr>
            <p:spPr bwMode="auto">
              <a:xfrm flipV="1">
                <a:off x="28035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96" name="Line 88"/>
              <p:cNvSpPr>
                <a:spLocks noChangeShapeType="1"/>
              </p:cNvSpPr>
              <p:nvPr/>
            </p:nvSpPr>
            <p:spPr bwMode="auto">
              <a:xfrm flipV="1">
                <a:off x="2813050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97" name="Line 89"/>
              <p:cNvSpPr>
                <a:spLocks noChangeShapeType="1"/>
              </p:cNvSpPr>
              <p:nvPr/>
            </p:nvSpPr>
            <p:spPr bwMode="auto">
              <a:xfrm flipV="1">
                <a:off x="2822575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98" name="Line 90"/>
              <p:cNvSpPr>
                <a:spLocks noChangeShapeType="1"/>
              </p:cNvSpPr>
              <p:nvPr/>
            </p:nvSpPr>
            <p:spPr bwMode="auto">
              <a:xfrm>
                <a:off x="2832100" y="2600326"/>
                <a:ext cx="952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99" name="Line 91"/>
              <p:cNvSpPr>
                <a:spLocks noChangeShapeType="1"/>
              </p:cNvSpPr>
              <p:nvPr/>
            </p:nvSpPr>
            <p:spPr bwMode="auto">
              <a:xfrm>
                <a:off x="2841625" y="2600326"/>
                <a:ext cx="793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00" name="Line 92"/>
              <p:cNvSpPr>
                <a:spLocks noChangeShapeType="1"/>
              </p:cNvSpPr>
              <p:nvPr/>
            </p:nvSpPr>
            <p:spPr bwMode="auto">
              <a:xfrm>
                <a:off x="28495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01" name="Line 93"/>
              <p:cNvSpPr>
                <a:spLocks noChangeShapeType="1"/>
              </p:cNvSpPr>
              <p:nvPr/>
            </p:nvSpPr>
            <p:spPr bwMode="auto">
              <a:xfrm>
                <a:off x="2859088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02" name="Line 94"/>
              <p:cNvSpPr>
                <a:spLocks noChangeShapeType="1"/>
              </p:cNvSpPr>
              <p:nvPr/>
            </p:nvSpPr>
            <p:spPr bwMode="auto">
              <a:xfrm>
                <a:off x="2868613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03" name="Line 95"/>
              <p:cNvSpPr>
                <a:spLocks noChangeShapeType="1"/>
              </p:cNvSpPr>
              <p:nvPr/>
            </p:nvSpPr>
            <p:spPr bwMode="auto">
              <a:xfrm>
                <a:off x="2878138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04" name="Line 96"/>
              <p:cNvSpPr>
                <a:spLocks noChangeShapeType="1"/>
              </p:cNvSpPr>
              <p:nvPr/>
            </p:nvSpPr>
            <p:spPr bwMode="auto">
              <a:xfrm>
                <a:off x="2887663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05" name="Line 97"/>
              <p:cNvSpPr>
                <a:spLocks noChangeShapeType="1"/>
              </p:cNvSpPr>
              <p:nvPr/>
            </p:nvSpPr>
            <p:spPr bwMode="auto">
              <a:xfrm>
                <a:off x="2897188" y="2667001"/>
                <a:ext cx="7938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06" name="Line 98"/>
              <p:cNvSpPr>
                <a:spLocks noChangeShapeType="1"/>
              </p:cNvSpPr>
              <p:nvPr/>
            </p:nvSpPr>
            <p:spPr bwMode="auto">
              <a:xfrm>
                <a:off x="29051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07" name="Line 99"/>
              <p:cNvSpPr>
                <a:spLocks noChangeShapeType="1"/>
              </p:cNvSpPr>
              <p:nvPr/>
            </p:nvSpPr>
            <p:spPr bwMode="auto">
              <a:xfrm>
                <a:off x="2914650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08" name="Line 100"/>
              <p:cNvSpPr>
                <a:spLocks noChangeShapeType="1"/>
              </p:cNvSpPr>
              <p:nvPr/>
            </p:nvSpPr>
            <p:spPr bwMode="auto">
              <a:xfrm>
                <a:off x="2924175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09" name="Line 101"/>
              <p:cNvSpPr>
                <a:spLocks noChangeShapeType="1"/>
              </p:cNvSpPr>
              <p:nvPr/>
            </p:nvSpPr>
            <p:spPr bwMode="auto">
              <a:xfrm>
                <a:off x="2933700" y="2768601"/>
                <a:ext cx="9525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10" name="Line 102"/>
              <p:cNvSpPr>
                <a:spLocks noChangeShapeType="1"/>
              </p:cNvSpPr>
              <p:nvPr/>
            </p:nvSpPr>
            <p:spPr bwMode="auto">
              <a:xfrm>
                <a:off x="2943225" y="2798763"/>
                <a:ext cx="7938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11" name="Line 103"/>
              <p:cNvSpPr>
                <a:spLocks noChangeShapeType="1"/>
              </p:cNvSpPr>
              <p:nvPr/>
            </p:nvSpPr>
            <p:spPr bwMode="auto">
              <a:xfrm>
                <a:off x="2951163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12" name="Line 104"/>
              <p:cNvSpPr>
                <a:spLocks noChangeShapeType="1"/>
              </p:cNvSpPr>
              <p:nvPr/>
            </p:nvSpPr>
            <p:spPr bwMode="auto">
              <a:xfrm>
                <a:off x="2960688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13" name="Line 105"/>
              <p:cNvSpPr>
                <a:spLocks noChangeShapeType="1"/>
              </p:cNvSpPr>
              <p:nvPr/>
            </p:nvSpPr>
            <p:spPr bwMode="auto">
              <a:xfrm>
                <a:off x="2970213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14" name="Line 106"/>
              <p:cNvSpPr>
                <a:spLocks noChangeShapeType="1"/>
              </p:cNvSpPr>
              <p:nvPr/>
            </p:nvSpPr>
            <p:spPr bwMode="auto">
              <a:xfrm>
                <a:off x="2979738" y="293211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15" name="Line 107"/>
              <p:cNvSpPr>
                <a:spLocks noChangeShapeType="1"/>
              </p:cNvSpPr>
              <p:nvPr/>
            </p:nvSpPr>
            <p:spPr bwMode="auto">
              <a:xfrm>
                <a:off x="2073275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16" name="Line 108"/>
              <p:cNvSpPr>
                <a:spLocks noChangeShapeType="1"/>
              </p:cNvSpPr>
              <p:nvPr/>
            </p:nvSpPr>
            <p:spPr bwMode="auto">
              <a:xfrm>
                <a:off x="2092325" y="303371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17" name="Line 109"/>
              <p:cNvSpPr>
                <a:spLocks noChangeShapeType="1"/>
              </p:cNvSpPr>
              <p:nvPr/>
            </p:nvSpPr>
            <p:spPr bwMode="auto">
              <a:xfrm>
                <a:off x="2092325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18" name="Line 110"/>
              <p:cNvSpPr>
                <a:spLocks noChangeShapeType="1"/>
              </p:cNvSpPr>
              <p:nvPr/>
            </p:nvSpPr>
            <p:spPr bwMode="auto">
              <a:xfrm>
                <a:off x="2111375" y="310197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19" name="Line 111"/>
              <p:cNvSpPr>
                <a:spLocks noChangeShapeType="1"/>
              </p:cNvSpPr>
              <p:nvPr/>
            </p:nvSpPr>
            <p:spPr bwMode="auto">
              <a:xfrm>
                <a:off x="2111375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20" name="Line 112"/>
              <p:cNvSpPr>
                <a:spLocks noChangeShapeType="1"/>
              </p:cNvSpPr>
              <p:nvPr/>
            </p:nvSpPr>
            <p:spPr bwMode="auto">
              <a:xfrm>
                <a:off x="2120900" y="313372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21" name="Line 113"/>
              <p:cNvSpPr>
                <a:spLocks noChangeShapeType="1"/>
              </p:cNvSpPr>
              <p:nvPr/>
            </p:nvSpPr>
            <p:spPr bwMode="auto">
              <a:xfrm>
                <a:off x="2130425" y="3168651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22" name="Line 114"/>
              <p:cNvSpPr>
                <a:spLocks noChangeShapeType="1"/>
              </p:cNvSpPr>
              <p:nvPr/>
            </p:nvSpPr>
            <p:spPr bwMode="auto">
              <a:xfrm>
                <a:off x="2138363" y="3192463"/>
                <a:ext cx="3175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23" name="Line 115"/>
              <p:cNvSpPr>
                <a:spLocks noChangeShapeType="1"/>
              </p:cNvSpPr>
              <p:nvPr/>
            </p:nvSpPr>
            <p:spPr bwMode="auto">
              <a:xfrm>
                <a:off x="2152650" y="3232151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24" name="Line 116"/>
              <p:cNvSpPr>
                <a:spLocks noChangeShapeType="1"/>
              </p:cNvSpPr>
              <p:nvPr/>
            </p:nvSpPr>
            <p:spPr bwMode="auto">
              <a:xfrm>
                <a:off x="2157413" y="3243263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25" name="Line 117"/>
              <p:cNvSpPr>
                <a:spLocks noChangeShapeType="1"/>
              </p:cNvSpPr>
              <p:nvPr/>
            </p:nvSpPr>
            <p:spPr bwMode="auto">
              <a:xfrm>
                <a:off x="2179638" y="3289301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26" name="Line 118"/>
              <p:cNvSpPr>
                <a:spLocks noChangeShapeType="1"/>
              </p:cNvSpPr>
              <p:nvPr/>
            </p:nvSpPr>
            <p:spPr bwMode="auto">
              <a:xfrm>
                <a:off x="2184400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27" name="Line 119"/>
              <p:cNvSpPr>
                <a:spLocks noChangeShapeType="1"/>
              </p:cNvSpPr>
              <p:nvPr/>
            </p:nvSpPr>
            <p:spPr bwMode="auto">
              <a:xfrm>
                <a:off x="2193925" y="331311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28" name="Line 120"/>
              <p:cNvSpPr>
                <a:spLocks noChangeShapeType="1"/>
              </p:cNvSpPr>
              <p:nvPr/>
            </p:nvSpPr>
            <p:spPr bwMode="auto">
              <a:xfrm>
                <a:off x="2214563" y="3328988"/>
                <a:ext cx="793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29" name="Line 121"/>
              <p:cNvSpPr>
                <a:spLocks noChangeShapeType="1"/>
              </p:cNvSpPr>
              <p:nvPr/>
            </p:nvSpPr>
            <p:spPr bwMode="auto">
              <a:xfrm>
                <a:off x="2222500" y="3332163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30" name="Line 122"/>
              <p:cNvSpPr>
                <a:spLocks noChangeShapeType="1"/>
              </p:cNvSpPr>
              <p:nvPr/>
            </p:nvSpPr>
            <p:spPr bwMode="auto">
              <a:xfrm flipV="1">
                <a:off x="2230438" y="3330576"/>
                <a:ext cx="317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31" name="Line 123"/>
              <p:cNvSpPr>
                <a:spLocks noChangeShapeType="1"/>
              </p:cNvSpPr>
              <p:nvPr/>
            </p:nvSpPr>
            <p:spPr bwMode="auto">
              <a:xfrm flipV="1">
                <a:off x="2252663" y="3313113"/>
                <a:ext cx="6350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32" name="Line 124"/>
              <p:cNvSpPr>
                <a:spLocks noChangeShapeType="1"/>
              </p:cNvSpPr>
              <p:nvPr/>
            </p:nvSpPr>
            <p:spPr bwMode="auto">
              <a:xfrm flipV="1">
                <a:off x="2259013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33" name="Line 125"/>
              <p:cNvSpPr>
                <a:spLocks noChangeShapeType="1"/>
              </p:cNvSpPr>
              <p:nvPr/>
            </p:nvSpPr>
            <p:spPr bwMode="auto">
              <a:xfrm flipV="1">
                <a:off x="2268538" y="3295651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34" name="Line 126"/>
              <p:cNvSpPr>
                <a:spLocks noChangeShapeType="1"/>
              </p:cNvSpPr>
              <p:nvPr/>
            </p:nvSpPr>
            <p:spPr bwMode="auto">
              <a:xfrm flipV="1">
                <a:off x="2284413" y="3265488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35" name="Line 127"/>
              <p:cNvSpPr>
                <a:spLocks noChangeShapeType="1"/>
              </p:cNvSpPr>
              <p:nvPr/>
            </p:nvSpPr>
            <p:spPr bwMode="auto">
              <a:xfrm flipV="1">
                <a:off x="2286000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36" name="Line 128"/>
              <p:cNvSpPr>
                <a:spLocks noChangeShapeType="1"/>
              </p:cNvSpPr>
              <p:nvPr/>
            </p:nvSpPr>
            <p:spPr bwMode="auto">
              <a:xfrm flipV="1">
                <a:off x="2295525" y="3238501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37" name="Line 129"/>
              <p:cNvSpPr>
                <a:spLocks noChangeShapeType="1"/>
              </p:cNvSpPr>
              <p:nvPr/>
            </p:nvSpPr>
            <p:spPr bwMode="auto">
              <a:xfrm flipV="1">
                <a:off x="2308225" y="3192463"/>
                <a:ext cx="6350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38" name="Line 130"/>
              <p:cNvSpPr>
                <a:spLocks noChangeShapeType="1"/>
              </p:cNvSpPr>
              <p:nvPr/>
            </p:nvSpPr>
            <p:spPr bwMode="auto">
              <a:xfrm flipV="1">
                <a:off x="2314575" y="3175001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39" name="Line 131"/>
              <p:cNvSpPr>
                <a:spLocks noChangeShapeType="1"/>
              </p:cNvSpPr>
              <p:nvPr/>
            </p:nvSpPr>
            <p:spPr bwMode="auto">
              <a:xfrm flipV="1">
                <a:off x="2330450" y="3133726"/>
                <a:ext cx="1588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40" name="Line 132"/>
              <p:cNvSpPr>
                <a:spLocks noChangeShapeType="1"/>
              </p:cNvSpPr>
              <p:nvPr/>
            </p:nvSpPr>
            <p:spPr bwMode="auto">
              <a:xfrm flipV="1">
                <a:off x="2332038" y="3109913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41" name="Line 133"/>
              <p:cNvSpPr>
                <a:spLocks noChangeShapeType="1"/>
              </p:cNvSpPr>
              <p:nvPr/>
            </p:nvSpPr>
            <p:spPr bwMode="auto">
              <a:xfrm flipV="1">
                <a:off x="2349500" y="3068638"/>
                <a:ext cx="1588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42" name="Line 134"/>
              <p:cNvSpPr>
                <a:spLocks noChangeShapeType="1"/>
              </p:cNvSpPr>
              <p:nvPr/>
            </p:nvSpPr>
            <p:spPr bwMode="auto">
              <a:xfrm flipV="1">
                <a:off x="2351088" y="3041651"/>
                <a:ext cx="7938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43" name="Line 135"/>
              <p:cNvSpPr>
                <a:spLocks noChangeShapeType="1"/>
              </p:cNvSpPr>
              <p:nvPr/>
            </p:nvSpPr>
            <p:spPr bwMode="auto">
              <a:xfrm flipV="1">
                <a:off x="2366963" y="3000376"/>
                <a:ext cx="3175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44" name="Line 136"/>
              <p:cNvSpPr>
                <a:spLocks noChangeShapeType="1"/>
              </p:cNvSpPr>
              <p:nvPr/>
            </p:nvSpPr>
            <p:spPr bwMode="auto">
              <a:xfrm flipV="1">
                <a:off x="2370138" y="2973388"/>
                <a:ext cx="6350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45" name="Line 137"/>
              <p:cNvSpPr>
                <a:spLocks noChangeShapeType="1"/>
              </p:cNvSpPr>
              <p:nvPr/>
            </p:nvSpPr>
            <p:spPr bwMode="auto">
              <a:xfrm flipV="1">
                <a:off x="2386013" y="2932113"/>
                <a:ext cx="1588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46" name="Line 138"/>
              <p:cNvSpPr>
                <a:spLocks noChangeShapeType="1"/>
              </p:cNvSpPr>
              <p:nvPr/>
            </p:nvSpPr>
            <p:spPr bwMode="auto">
              <a:xfrm flipV="1">
                <a:off x="2387600" y="2906713"/>
                <a:ext cx="7938" cy="254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47" name="Line 139"/>
              <p:cNvSpPr>
                <a:spLocks noChangeShapeType="1"/>
              </p:cNvSpPr>
              <p:nvPr/>
            </p:nvSpPr>
            <p:spPr bwMode="auto">
              <a:xfrm flipV="1">
                <a:off x="2403475" y="2862263"/>
                <a:ext cx="317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48" name="Line 140"/>
              <p:cNvSpPr>
                <a:spLocks noChangeShapeType="1"/>
              </p:cNvSpPr>
              <p:nvPr/>
            </p:nvSpPr>
            <p:spPr bwMode="auto">
              <a:xfrm flipV="1">
                <a:off x="2406650" y="2838451"/>
                <a:ext cx="6350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49" name="Line 141"/>
              <p:cNvSpPr>
                <a:spLocks noChangeShapeType="1"/>
              </p:cNvSpPr>
              <p:nvPr/>
            </p:nvSpPr>
            <p:spPr bwMode="auto">
              <a:xfrm flipV="1">
                <a:off x="2422525" y="2798763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50" name="Line 142"/>
              <p:cNvSpPr>
                <a:spLocks noChangeShapeType="1"/>
              </p:cNvSpPr>
              <p:nvPr/>
            </p:nvSpPr>
            <p:spPr bwMode="auto">
              <a:xfrm flipV="1">
                <a:off x="2425700" y="2771776"/>
                <a:ext cx="7938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51" name="Line 143"/>
              <p:cNvSpPr>
                <a:spLocks noChangeShapeType="1"/>
              </p:cNvSpPr>
              <p:nvPr/>
            </p:nvSpPr>
            <p:spPr bwMode="auto">
              <a:xfrm flipV="1">
                <a:off x="2443163" y="2713038"/>
                <a:ext cx="9525" cy="254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52" name="Line 144"/>
              <p:cNvSpPr>
                <a:spLocks noChangeShapeType="1"/>
              </p:cNvSpPr>
              <p:nvPr/>
            </p:nvSpPr>
            <p:spPr bwMode="auto">
              <a:xfrm flipV="1">
                <a:off x="2452688" y="2706688"/>
                <a:ext cx="1588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53" name="Line 145"/>
              <p:cNvSpPr>
                <a:spLocks noChangeShapeType="1"/>
              </p:cNvSpPr>
              <p:nvPr/>
            </p:nvSpPr>
            <p:spPr bwMode="auto">
              <a:xfrm flipV="1">
                <a:off x="2466975" y="2667001"/>
                <a:ext cx="4763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54" name="Line 146"/>
              <p:cNvSpPr>
                <a:spLocks noChangeShapeType="1"/>
              </p:cNvSpPr>
              <p:nvPr/>
            </p:nvSpPr>
            <p:spPr bwMode="auto">
              <a:xfrm flipV="1">
                <a:off x="2471738" y="2647951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55" name="Line 147"/>
              <p:cNvSpPr>
                <a:spLocks noChangeShapeType="1"/>
              </p:cNvSpPr>
              <p:nvPr/>
            </p:nvSpPr>
            <p:spPr bwMode="auto">
              <a:xfrm flipV="1">
                <a:off x="2479675" y="2647951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56" name="Line 148"/>
              <p:cNvSpPr>
                <a:spLocks noChangeShapeType="1"/>
              </p:cNvSpPr>
              <p:nvPr/>
            </p:nvSpPr>
            <p:spPr bwMode="auto">
              <a:xfrm flipV="1">
                <a:off x="2495550" y="2619376"/>
                <a:ext cx="3175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57" name="Line 149"/>
              <p:cNvSpPr>
                <a:spLocks noChangeShapeType="1"/>
              </p:cNvSpPr>
              <p:nvPr/>
            </p:nvSpPr>
            <p:spPr bwMode="auto">
              <a:xfrm flipV="1">
                <a:off x="24987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58" name="Line 150"/>
              <p:cNvSpPr>
                <a:spLocks noChangeShapeType="1"/>
              </p:cNvSpPr>
              <p:nvPr/>
            </p:nvSpPr>
            <p:spPr bwMode="auto">
              <a:xfrm flipV="1">
                <a:off x="2508250" y="2605088"/>
                <a:ext cx="6350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59" name="Line 151"/>
              <p:cNvSpPr>
                <a:spLocks noChangeShapeType="1"/>
              </p:cNvSpPr>
              <p:nvPr/>
            </p:nvSpPr>
            <p:spPr bwMode="auto">
              <a:xfrm>
                <a:off x="2533650" y="260032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60" name="Line 152"/>
              <p:cNvSpPr>
                <a:spLocks noChangeShapeType="1"/>
              </p:cNvSpPr>
              <p:nvPr/>
            </p:nvSpPr>
            <p:spPr bwMode="auto">
              <a:xfrm>
                <a:off x="2535238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61" name="Line 153"/>
              <p:cNvSpPr>
                <a:spLocks noChangeShapeType="1"/>
              </p:cNvSpPr>
              <p:nvPr/>
            </p:nvSpPr>
            <p:spPr bwMode="auto">
              <a:xfrm>
                <a:off x="25447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62" name="Line 154"/>
              <p:cNvSpPr>
                <a:spLocks noChangeShapeType="1"/>
              </p:cNvSpPr>
              <p:nvPr/>
            </p:nvSpPr>
            <p:spPr bwMode="auto">
              <a:xfrm>
                <a:off x="2571750" y="2630488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63" name="Line 155"/>
              <p:cNvSpPr>
                <a:spLocks noChangeShapeType="1"/>
              </p:cNvSpPr>
              <p:nvPr/>
            </p:nvSpPr>
            <p:spPr bwMode="auto">
              <a:xfrm>
                <a:off x="2573338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64" name="Line 156"/>
              <p:cNvSpPr>
                <a:spLocks noChangeShapeType="1"/>
              </p:cNvSpPr>
              <p:nvPr/>
            </p:nvSpPr>
            <p:spPr bwMode="auto">
              <a:xfrm>
                <a:off x="2582863" y="2647951"/>
                <a:ext cx="317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65" name="Line 157"/>
              <p:cNvSpPr>
                <a:spLocks noChangeShapeType="1"/>
              </p:cNvSpPr>
              <p:nvPr/>
            </p:nvSpPr>
            <p:spPr bwMode="auto">
              <a:xfrm>
                <a:off x="2598738" y="2686051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66" name="Line 158"/>
              <p:cNvSpPr>
                <a:spLocks noChangeShapeType="1"/>
              </p:cNvSpPr>
              <p:nvPr/>
            </p:nvSpPr>
            <p:spPr bwMode="auto">
              <a:xfrm>
                <a:off x="26003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67" name="Line 159"/>
              <p:cNvSpPr>
                <a:spLocks noChangeShapeType="1"/>
              </p:cNvSpPr>
              <p:nvPr/>
            </p:nvSpPr>
            <p:spPr bwMode="auto">
              <a:xfrm>
                <a:off x="2609850" y="2713038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68" name="Line 160"/>
              <p:cNvSpPr>
                <a:spLocks noChangeShapeType="1"/>
              </p:cNvSpPr>
              <p:nvPr/>
            </p:nvSpPr>
            <p:spPr bwMode="auto">
              <a:xfrm>
                <a:off x="2622550" y="2749551"/>
                <a:ext cx="6350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69" name="Line 161"/>
              <p:cNvSpPr>
                <a:spLocks noChangeShapeType="1"/>
              </p:cNvSpPr>
              <p:nvPr/>
            </p:nvSpPr>
            <p:spPr bwMode="auto">
              <a:xfrm>
                <a:off x="2628900" y="2768601"/>
                <a:ext cx="317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70" name="Line 162"/>
              <p:cNvSpPr>
                <a:spLocks noChangeShapeType="1"/>
              </p:cNvSpPr>
              <p:nvPr/>
            </p:nvSpPr>
            <p:spPr bwMode="auto">
              <a:xfrm>
                <a:off x="2643188" y="2814638"/>
                <a:ext cx="317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71" name="Line 163"/>
              <p:cNvSpPr>
                <a:spLocks noChangeShapeType="1"/>
              </p:cNvSpPr>
              <p:nvPr/>
            </p:nvSpPr>
            <p:spPr bwMode="auto">
              <a:xfrm>
                <a:off x="2646363" y="2830513"/>
                <a:ext cx="6350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72" name="Line 164"/>
              <p:cNvSpPr>
                <a:spLocks noChangeShapeType="1"/>
              </p:cNvSpPr>
              <p:nvPr/>
            </p:nvSpPr>
            <p:spPr bwMode="auto">
              <a:xfrm>
                <a:off x="2660650" y="2882901"/>
                <a:ext cx="4763" cy="142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73" name="Line 165"/>
              <p:cNvSpPr>
                <a:spLocks noChangeShapeType="1"/>
              </p:cNvSpPr>
              <p:nvPr/>
            </p:nvSpPr>
            <p:spPr bwMode="auto">
              <a:xfrm>
                <a:off x="2665413" y="2897188"/>
                <a:ext cx="4763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74" name="Line 166"/>
              <p:cNvSpPr>
                <a:spLocks noChangeShapeType="1"/>
              </p:cNvSpPr>
              <p:nvPr/>
            </p:nvSpPr>
            <p:spPr bwMode="auto">
              <a:xfrm>
                <a:off x="2679700" y="2949576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75" name="Line 167"/>
              <p:cNvSpPr>
                <a:spLocks noChangeShapeType="1"/>
              </p:cNvSpPr>
              <p:nvPr/>
            </p:nvSpPr>
            <p:spPr bwMode="auto">
              <a:xfrm>
                <a:off x="2684463" y="2967038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76" name="Line 168"/>
              <p:cNvSpPr>
                <a:spLocks noChangeShapeType="1"/>
              </p:cNvSpPr>
              <p:nvPr/>
            </p:nvSpPr>
            <p:spPr bwMode="auto">
              <a:xfrm>
                <a:off x="2697163" y="3017838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77" name="Line 169"/>
              <p:cNvSpPr>
                <a:spLocks noChangeShapeType="1"/>
              </p:cNvSpPr>
              <p:nvPr/>
            </p:nvSpPr>
            <p:spPr bwMode="auto">
              <a:xfrm>
                <a:off x="2701925" y="3035301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78" name="Line 170"/>
              <p:cNvSpPr>
                <a:spLocks noChangeShapeType="1"/>
              </p:cNvSpPr>
              <p:nvPr/>
            </p:nvSpPr>
            <p:spPr bwMode="auto">
              <a:xfrm>
                <a:off x="2716213" y="3086101"/>
                <a:ext cx="4763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79" name="Line 171"/>
              <p:cNvSpPr>
                <a:spLocks noChangeShapeType="1"/>
              </p:cNvSpPr>
              <p:nvPr/>
            </p:nvSpPr>
            <p:spPr bwMode="auto">
              <a:xfrm>
                <a:off x="2720975" y="3101976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80" name="Line 172"/>
              <p:cNvSpPr>
                <a:spLocks noChangeShapeType="1"/>
              </p:cNvSpPr>
              <p:nvPr/>
            </p:nvSpPr>
            <p:spPr bwMode="auto">
              <a:xfrm>
                <a:off x="2735263" y="3152776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81" name="Line 173"/>
              <p:cNvSpPr>
                <a:spLocks noChangeShapeType="1"/>
              </p:cNvSpPr>
              <p:nvPr/>
            </p:nvSpPr>
            <p:spPr bwMode="auto">
              <a:xfrm>
                <a:off x="2740025" y="3163888"/>
                <a:ext cx="6350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82" name="Line 174"/>
              <p:cNvSpPr>
                <a:spLocks noChangeShapeType="1"/>
              </p:cNvSpPr>
              <p:nvPr/>
            </p:nvSpPr>
            <p:spPr bwMode="auto">
              <a:xfrm>
                <a:off x="2757488" y="321786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83" name="Line 175"/>
              <p:cNvSpPr>
                <a:spLocks noChangeShapeType="1"/>
              </p:cNvSpPr>
              <p:nvPr/>
            </p:nvSpPr>
            <p:spPr bwMode="auto">
              <a:xfrm>
                <a:off x="2757488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84" name="Line 176"/>
              <p:cNvSpPr>
                <a:spLocks noChangeShapeType="1"/>
              </p:cNvSpPr>
              <p:nvPr/>
            </p:nvSpPr>
            <p:spPr bwMode="auto">
              <a:xfrm>
                <a:off x="2767013" y="3243263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85" name="Line 177"/>
              <p:cNvSpPr>
                <a:spLocks noChangeShapeType="1"/>
              </p:cNvSpPr>
              <p:nvPr/>
            </p:nvSpPr>
            <p:spPr bwMode="auto">
              <a:xfrm>
                <a:off x="2782888" y="3276601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86" name="Line 178"/>
              <p:cNvSpPr>
                <a:spLocks noChangeShapeType="1"/>
              </p:cNvSpPr>
              <p:nvPr/>
            </p:nvSpPr>
            <p:spPr bwMode="auto">
              <a:xfrm>
                <a:off x="2786063" y="3282951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87" name="Line 179"/>
              <p:cNvSpPr>
                <a:spLocks noChangeShapeType="1"/>
              </p:cNvSpPr>
              <p:nvPr/>
            </p:nvSpPr>
            <p:spPr bwMode="auto">
              <a:xfrm>
                <a:off x="2794000" y="3300413"/>
                <a:ext cx="317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88" name="Line 180"/>
              <p:cNvSpPr>
                <a:spLocks noChangeShapeType="1"/>
              </p:cNvSpPr>
              <p:nvPr/>
            </p:nvSpPr>
            <p:spPr bwMode="auto">
              <a:xfrm>
                <a:off x="2814638" y="3324226"/>
                <a:ext cx="793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89" name="Line 181"/>
              <p:cNvSpPr>
                <a:spLocks noChangeShapeType="1"/>
              </p:cNvSpPr>
              <p:nvPr/>
            </p:nvSpPr>
            <p:spPr bwMode="auto">
              <a:xfrm>
                <a:off x="2822575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90" name="Line 182"/>
              <p:cNvSpPr>
                <a:spLocks noChangeShapeType="1"/>
              </p:cNvSpPr>
              <p:nvPr/>
            </p:nvSpPr>
            <p:spPr bwMode="auto">
              <a:xfrm>
                <a:off x="2832100" y="3332163"/>
                <a:ext cx="317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91" name="Line 183"/>
              <p:cNvSpPr>
                <a:spLocks noChangeShapeType="1"/>
              </p:cNvSpPr>
              <p:nvPr/>
            </p:nvSpPr>
            <p:spPr bwMode="auto">
              <a:xfrm flipV="1">
                <a:off x="2854325" y="3322638"/>
                <a:ext cx="4763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92" name="Line 184"/>
              <p:cNvSpPr>
                <a:spLocks noChangeShapeType="1"/>
              </p:cNvSpPr>
              <p:nvPr/>
            </p:nvSpPr>
            <p:spPr bwMode="auto">
              <a:xfrm flipV="1">
                <a:off x="2859088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93" name="Line 185"/>
              <p:cNvSpPr>
                <a:spLocks noChangeShapeType="1"/>
              </p:cNvSpPr>
              <p:nvPr/>
            </p:nvSpPr>
            <p:spPr bwMode="auto">
              <a:xfrm flipV="1">
                <a:off x="2868613" y="3306763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94" name="Line 186"/>
              <p:cNvSpPr>
                <a:spLocks noChangeShapeType="1"/>
              </p:cNvSpPr>
              <p:nvPr/>
            </p:nvSpPr>
            <p:spPr bwMode="auto">
              <a:xfrm flipV="1">
                <a:off x="2887663" y="3265488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95" name="Line 187"/>
              <p:cNvSpPr>
                <a:spLocks noChangeShapeType="1"/>
              </p:cNvSpPr>
              <p:nvPr/>
            </p:nvSpPr>
            <p:spPr bwMode="auto">
              <a:xfrm flipV="1">
                <a:off x="2897188" y="3252788"/>
                <a:ext cx="4763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96" name="Line 188"/>
              <p:cNvSpPr>
                <a:spLocks noChangeShapeType="1"/>
              </p:cNvSpPr>
              <p:nvPr/>
            </p:nvSpPr>
            <p:spPr bwMode="auto">
              <a:xfrm flipV="1">
                <a:off x="2913063" y="3219451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97" name="Line 189"/>
              <p:cNvSpPr>
                <a:spLocks noChangeShapeType="1"/>
              </p:cNvSpPr>
              <p:nvPr/>
            </p:nvSpPr>
            <p:spPr bwMode="auto">
              <a:xfrm flipV="1">
                <a:off x="2914650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98" name="Line 190"/>
              <p:cNvSpPr>
                <a:spLocks noChangeShapeType="1"/>
              </p:cNvSpPr>
              <p:nvPr/>
            </p:nvSpPr>
            <p:spPr bwMode="auto">
              <a:xfrm flipV="1">
                <a:off x="2924175" y="319087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899" name="Line 191"/>
              <p:cNvSpPr>
                <a:spLocks noChangeShapeType="1"/>
              </p:cNvSpPr>
              <p:nvPr/>
            </p:nvSpPr>
            <p:spPr bwMode="auto">
              <a:xfrm flipV="1">
                <a:off x="2935288" y="3133726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00" name="Line 192"/>
              <p:cNvSpPr>
                <a:spLocks noChangeShapeType="1"/>
              </p:cNvSpPr>
              <p:nvPr/>
            </p:nvSpPr>
            <p:spPr bwMode="auto">
              <a:xfrm flipV="1">
                <a:off x="2943225" y="3124201"/>
                <a:ext cx="1588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01" name="Line 193"/>
              <p:cNvSpPr>
                <a:spLocks noChangeShapeType="1"/>
              </p:cNvSpPr>
              <p:nvPr/>
            </p:nvSpPr>
            <p:spPr bwMode="auto">
              <a:xfrm flipV="1">
                <a:off x="2954338" y="3068638"/>
                <a:ext cx="6350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02" name="Line 194"/>
              <p:cNvSpPr>
                <a:spLocks noChangeShapeType="1"/>
              </p:cNvSpPr>
              <p:nvPr/>
            </p:nvSpPr>
            <p:spPr bwMode="auto">
              <a:xfrm flipV="1">
                <a:off x="2960688" y="3057526"/>
                <a:ext cx="3175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03" name="Line 195"/>
              <p:cNvSpPr>
                <a:spLocks noChangeShapeType="1"/>
              </p:cNvSpPr>
              <p:nvPr/>
            </p:nvSpPr>
            <p:spPr bwMode="auto">
              <a:xfrm flipV="1">
                <a:off x="2973388" y="3000376"/>
                <a:ext cx="6350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904" name="Line 196"/>
              <p:cNvSpPr>
                <a:spLocks noChangeShapeType="1"/>
              </p:cNvSpPr>
              <p:nvPr/>
            </p:nvSpPr>
            <p:spPr bwMode="auto">
              <a:xfrm flipV="1">
                <a:off x="2979738" y="2989263"/>
                <a:ext cx="3175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2" name="Group 204"/>
            <p:cNvGrpSpPr>
              <a:grpSpLocks/>
            </p:cNvGrpSpPr>
            <p:nvPr/>
          </p:nvGrpSpPr>
          <p:grpSpPr bwMode="auto">
            <a:xfrm flipV="1">
              <a:off x="2986286" y="2591774"/>
              <a:ext cx="915988" cy="733425"/>
              <a:chOff x="2073275" y="2600326"/>
              <a:chExt cx="915988" cy="733425"/>
            </a:xfrm>
          </p:grpSpPr>
          <p:sp>
            <p:nvSpPr>
              <p:cNvPr id="637527" name="Line 8"/>
              <p:cNvSpPr>
                <a:spLocks noChangeShapeType="1"/>
              </p:cNvSpPr>
              <p:nvPr/>
            </p:nvSpPr>
            <p:spPr bwMode="auto">
              <a:xfrm flipV="1">
                <a:off x="2073275" y="293211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28" name="Line 9"/>
              <p:cNvSpPr>
                <a:spLocks noChangeShapeType="1"/>
              </p:cNvSpPr>
              <p:nvPr/>
            </p:nvSpPr>
            <p:spPr bwMode="auto">
              <a:xfrm flipV="1">
                <a:off x="2082800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29" name="Line 10"/>
              <p:cNvSpPr>
                <a:spLocks noChangeShapeType="1"/>
              </p:cNvSpPr>
              <p:nvPr/>
            </p:nvSpPr>
            <p:spPr bwMode="auto">
              <a:xfrm flipV="1">
                <a:off x="2092325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30" name="Line 11"/>
              <p:cNvSpPr>
                <a:spLocks noChangeShapeType="1"/>
              </p:cNvSpPr>
              <p:nvPr/>
            </p:nvSpPr>
            <p:spPr bwMode="auto">
              <a:xfrm flipV="1">
                <a:off x="2101850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31" name="Line 12"/>
              <p:cNvSpPr>
                <a:spLocks noChangeShapeType="1"/>
              </p:cNvSpPr>
              <p:nvPr/>
            </p:nvSpPr>
            <p:spPr bwMode="auto">
              <a:xfrm flipV="1">
                <a:off x="2111375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32" name="Line 13"/>
              <p:cNvSpPr>
                <a:spLocks noChangeShapeType="1"/>
              </p:cNvSpPr>
              <p:nvPr/>
            </p:nvSpPr>
            <p:spPr bwMode="auto">
              <a:xfrm flipV="1">
                <a:off x="2120900" y="2768601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33" name="Line 14"/>
              <p:cNvSpPr>
                <a:spLocks noChangeShapeType="1"/>
              </p:cNvSpPr>
              <p:nvPr/>
            </p:nvSpPr>
            <p:spPr bwMode="auto">
              <a:xfrm flipV="1">
                <a:off x="2128838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34" name="Line 15"/>
              <p:cNvSpPr>
                <a:spLocks noChangeShapeType="1"/>
              </p:cNvSpPr>
              <p:nvPr/>
            </p:nvSpPr>
            <p:spPr bwMode="auto">
              <a:xfrm flipV="1">
                <a:off x="2138363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35" name="Line 16"/>
              <p:cNvSpPr>
                <a:spLocks noChangeShapeType="1"/>
              </p:cNvSpPr>
              <p:nvPr/>
            </p:nvSpPr>
            <p:spPr bwMode="auto">
              <a:xfrm flipV="1">
                <a:off x="2147888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36" name="Line 17"/>
              <p:cNvSpPr>
                <a:spLocks noChangeShapeType="1"/>
              </p:cNvSpPr>
              <p:nvPr/>
            </p:nvSpPr>
            <p:spPr bwMode="auto">
              <a:xfrm flipV="1">
                <a:off x="2157413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37" name="Line 18"/>
              <p:cNvSpPr>
                <a:spLocks noChangeShapeType="1"/>
              </p:cNvSpPr>
              <p:nvPr/>
            </p:nvSpPr>
            <p:spPr bwMode="auto">
              <a:xfrm flipV="1">
                <a:off x="2166938" y="2647951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38" name="Line 19"/>
              <p:cNvSpPr>
                <a:spLocks noChangeShapeType="1"/>
              </p:cNvSpPr>
              <p:nvPr/>
            </p:nvSpPr>
            <p:spPr bwMode="auto">
              <a:xfrm flipV="1">
                <a:off x="2174875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39" name="Line 20"/>
              <p:cNvSpPr>
                <a:spLocks noChangeShapeType="1"/>
              </p:cNvSpPr>
              <p:nvPr/>
            </p:nvSpPr>
            <p:spPr bwMode="auto">
              <a:xfrm flipV="1">
                <a:off x="2184400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40" name="Line 21"/>
              <p:cNvSpPr>
                <a:spLocks noChangeShapeType="1"/>
              </p:cNvSpPr>
              <p:nvPr/>
            </p:nvSpPr>
            <p:spPr bwMode="auto">
              <a:xfrm flipV="1">
                <a:off x="21939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41" name="Line 22"/>
              <p:cNvSpPr>
                <a:spLocks noChangeShapeType="1"/>
              </p:cNvSpPr>
              <p:nvPr/>
            </p:nvSpPr>
            <p:spPr bwMode="auto">
              <a:xfrm flipV="1">
                <a:off x="2203450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42" name="Line 23"/>
              <p:cNvSpPr>
                <a:spLocks noChangeShapeType="1"/>
              </p:cNvSpPr>
              <p:nvPr/>
            </p:nvSpPr>
            <p:spPr bwMode="auto">
              <a:xfrm flipV="1">
                <a:off x="2212975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43" name="Line 24"/>
              <p:cNvSpPr>
                <a:spLocks noChangeShapeType="1"/>
              </p:cNvSpPr>
              <p:nvPr/>
            </p:nvSpPr>
            <p:spPr bwMode="auto">
              <a:xfrm>
                <a:off x="2222500" y="2600326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44" name="Line 25"/>
              <p:cNvSpPr>
                <a:spLocks noChangeShapeType="1"/>
              </p:cNvSpPr>
              <p:nvPr/>
            </p:nvSpPr>
            <p:spPr bwMode="auto">
              <a:xfrm>
                <a:off x="2230438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45" name="Line 26"/>
              <p:cNvSpPr>
                <a:spLocks noChangeShapeType="1"/>
              </p:cNvSpPr>
              <p:nvPr/>
            </p:nvSpPr>
            <p:spPr bwMode="auto">
              <a:xfrm>
                <a:off x="22399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46" name="Line 27"/>
              <p:cNvSpPr>
                <a:spLocks noChangeShapeType="1"/>
              </p:cNvSpPr>
              <p:nvPr/>
            </p:nvSpPr>
            <p:spPr bwMode="auto">
              <a:xfrm>
                <a:off x="2249488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47" name="Line 28"/>
              <p:cNvSpPr>
                <a:spLocks noChangeShapeType="1"/>
              </p:cNvSpPr>
              <p:nvPr/>
            </p:nvSpPr>
            <p:spPr bwMode="auto">
              <a:xfrm>
                <a:off x="2259013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48" name="Line 29"/>
              <p:cNvSpPr>
                <a:spLocks noChangeShapeType="1"/>
              </p:cNvSpPr>
              <p:nvPr/>
            </p:nvSpPr>
            <p:spPr bwMode="auto">
              <a:xfrm>
                <a:off x="2268538" y="2632076"/>
                <a:ext cx="7938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49" name="Line 30"/>
              <p:cNvSpPr>
                <a:spLocks noChangeShapeType="1"/>
              </p:cNvSpPr>
              <p:nvPr/>
            </p:nvSpPr>
            <p:spPr bwMode="auto">
              <a:xfrm>
                <a:off x="2276475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50" name="Line 31"/>
              <p:cNvSpPr>
                <a:spLocks noChangeShapeType="1"/>
              </p:cNvSpPr>
              <p:nvPr/>
            </p:nvSpPr>
            <p:spPr bwMode="auto">
              <a:xfrm>
                <a:off x="2286000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51" name="Line 32"/>
              <p:cNvSpPr>
                <a:spLocks noChangeShapeType="1"/>
              </p:cNvSpPr>
              <p:nvPr/>
            </p:nvSpPr>
            <p:spPr bwMode="auto">
              <a:xfrm>
                <a:off x="22955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52" name="Line 33"/>
              <p:cNvSpPr>
                <a:spLocks noChangeShapeType="1"/>
              </p:cNvSpPr>
              <p:nvPr/>
            </p:nvSpPr>
            <p:spPr bwMode="auto">
              <a:xfrm>
                <a:off x="2305050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53" name="Line 34"/>
              <p:cNvSpPr>
                <a:spLocks noChangeShapeType="1"/>
              </p:cNvSpPr>
              <p:nvPr/>
            </p:nvSpPr>
            <p:spPr bwMode="auto">
              <a:xfrm>
                <a:off x="2314575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54" name="Line 35"/>
              <p:cNvSpPr>
                <a:spLocks noChangeShapeType="1"/>
              </p:cNvSpPr>
              <p:nvPr/>
            </p:nvSpPr>
            <p:spPr bwMode="auto">
              <a:xfrm>
                <a:off x="2324100" y="2768601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55" name="Line 36"/>
              <p:cNvSpPr>
                <a:spLocks noChangeShapeType="1"/>
              </p:cNvSpPr>
              <p:nvPr/>
            </p:nvSpPr>
            <p:spPr bwMode="auto">
              <a:xfrm>
                <a:off x="2332038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56" name="Line 37"/>
              <p:cNvSpPr>
                <a:spLocks noChangeShapeType="1"/>
              </p:cNvSpPr>
              <p:nvPr/>
            </p:nvSpPr>
            <p:spPr bwMode="auto">
              <a:xfrm>
                <a:off x="2341563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57" name="Line 38"/>
              <p:cNvSpPr>
                <a:spLocks noChangeShapeType="1"/>
              </p:cNvSpPr>
              <p:nvPr/>
            </p:nvSpPr>
            <p:spPr bwMode="auto">
              <a:xfrm>
                <a:off x="2351088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58" name="Line 39"/>
              <p:cNvSpPr>
                <a:spLocks noChangeShapeType="1"/>
              </p:cNvSpPr>
              <p:nvPr/>
            </p:nvSpPr>
            <p:spPr bwMode="auto">
              <a:xfrm>
                <a:off x="2360613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59" name="Line 40"/>
              <p:cNvSpPr>
                <a:spLocks noChangeShapeType="1"/>
              </p:cNvSpPr>
              <p:nvPr/>
            </p:nvSpPr>
            <p:spPr bwMode="auto">
              <a:xfrm>
                <a:off x="2370138" y="2932113"/>
                <a:ext cx="7938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60" name="Line 41"/>
              <p:cNvSpPr>
                <a:spLocks noChangeShapeType="1"/>
              </p:cNvSpPr>
              <p:nvPr/>
            </p:nvSpPr>
            <p:spPr bwMode="auto">
              <a:xfrm>
                <a:off x="2378075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61" name="Line 42"/>
              <p:cNvSpPr>
                <a:spLocks noChangeShapeType="1"/>
              </p:cNvSpPr>
              <p:nvPr/>
            </p:nvSpPr>
            <p:spPr bwMode="auto">
              <a:xfrm>
                <a:off x="2387600" y="3000376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62" name="Line 43"/>
              <p:cNvSpPr>
                <a:spLocks noChangeShapeType="1"/>
              </p:cNvSpPr>
              <p:nvPr/>
            </p:nvSpPr>
            <p:spPr bwMode="auto">
              <a:xfrm>
                <a:off x="2397125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63" name="Line 44"/>
              <p:cNvSpPr>
                <a:spLocks noChangeShapeType="1"/>
              </p:cNvSpPr>
              <p:nvPr/>
            </p:nvSpPr>
            <p:spPr bwMode="auto">
              <a:xfrm>
                <a:off x="2406650" y="30686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64" name="Line 45"/>
              <p:cNvSpPr>
                <a:spLocks noChangeShapeType="1"/>
              </p:cNvSpPr>
              <p:nvPr/>
            </p:nvSpPr>
            <p:spPr bwMode="auto">
              <a:xfrm>
                <a:off x="2416175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65" name="Line 46"/>
              <p:cNvSpPr>
                <a:spLocks noChangeShapeType="1"/>
              </p:cNvSpPr>
              <p:nvPr/>
            </p:nvSpPr>
            <p:spPr bwMode="auto">
              <a:xfrm>
                <a:off x="2425700" y="3133726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66" name="Line 47"/>
              <p:cNvSpPr>
                <a:spLocks noChangeShapeType="1"/>
              </p:cNvSpPr>
              <p:nvPr/>
            </p:nvSpPr>
            <p:spPr bwMode="auto">
              <a:xfrm>
                <a:off x="2433638" y="3163888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67" name="Line 48"/>
              <p:cNvSpPr>
                <a:spLocks noChangeShapeType="1"/>
              </p:cNvSpPr>
              <p:nvPr/>
            </p:nvSpPr>
            <p:spPr bwMode="auto">
              <a:xfrm>
                <a:off x="2443163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68" name="Line 49"/>
              <p:cNvSpPr>
                <a:spLocks noChangeShapeType="1"/>
              </p:cNvSpPr>
              <p:nvPr/>
            </p:nvSpPr>
            <p:spPr bwMode="auto">
              <a:xfrm>
                <a:off x="2452688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69" name="Line 50"/>
              <p:cNvSpPr>
                <a:spLocks noChangeShapeType="1"/>
              </p:cNvSpPr>
              <p:nvPr/>
            </p:nvSpPr>
            <p:spPr bwMode="auto">
              <a:xfrm>
                <a:off x="2462213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70" name="Line 51"/>
              <p:cNvSpPr>
                <a:spLocks noChangeShapeType="1"/>
              </p:cNvSpPr>
              <p:nvPr/>
            </p:nvSpPr>
            <p:spPr bwMode="auto">
              <a:xfrm>
                <a:off x="2471738" y="3265488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71" name="Line 52"/>
              <p:cNvSpPr>
                <a:spLocks noChangeShapeType="1"/>
              </p:cNvSpPr>
              <p:nvPr/>
            </p:nvSpPr>
            <p:spPr bwMode="auto">
              <a:xfrm>
                <a:off x="2479675" y="3282951"/>
                <a:ext cx="9525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72" name="Line 53"/>
              <p:cNvSpPr>
                <a:spLocks noChangeShapeType="1"/>
              </p:cNvSpPr>
              <p:nvPr/>
            </p:nvSpPr>
            <p:spPr bwMode="auto">
              <a:xfrm>
                <a:off x="2489200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73" name="Line 54"/>
              <p:cNvSpPr>
                <a:spLocks noChangeShapeType="1"/>
              </p:cNvSpPr>
              <p:nvPr/>
            </p:nvSpPr>
            <p:spPr bwMode="auto">
              <a:xfrm>
                <a:off x="2498725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74" name="Line 55"/>
              <p:cNvSpPr>
                <a:spLocks noChangeShapeType="1"/>
              </p:cNvSpPr>
              <p:nvPr/>
            </p:nvSpPr>
            <p:spPr bwMode="auto">
              <a:xfrm>
                <a:off x="2508250" y="3322638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75" name="Line 56"/>
              <p:cNvSpPr>
                <a:spLocks noChangeShapeType="1"/>
              </p:cNvSpPr>
              <p:nvPr/>
            </p:nvSpPr>
            <p:spPr bwMode="auto">
              <a:xfrm>
                <a:off x="2517775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76" name="Line 57"/>
              <p:cNvSpPr>
                <a:spLocks noChangeShapeType="1"/>
              </p:cNvSpPr>
              <p:nvPr/>
            </p:nvSpPr>
            <p:spPr bwMode="auto">
              <a:xfrm>
                <a:off x="2527300" y="3332163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77" name="Line 58"/>
              <p:cNvSpPr>
                <a:spLocks noChangeShapeType="1"/>
              </p:cNvSpPr>
              <p:nvPr/>
            </p:nvSpPr>
            <p:spPr bwMode="auto">
              <a:xfrm flipV="1">
                <a:off x="2535238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78" name="Line 59"/>
              <p:cNvSpPr>
                <a:spLocks noChangeShapeType="1"/>
              </p:cNvSpPr>
              <p:nvPr/>
            </p:nvSpPr>
            <p:spPr bwMode="auto">
              <a:xfrm flipV="1">
                <a:off x="2544763" y="3322638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79" name="Line 60"/>
              <p:cNvSpPr>
                <a:spLocks noChangeShapeType="1"/>
              </p:cNvSpPr>
              <p:nvPr/>
            </p:nvSpPr>
            <p:spPr bwMode="auto">
              <a:xfrm flipV="1">
                <a:off x="2554288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80" name="Line 61"/>
              <p:cNvSpPr>
                <a:spLocks noChangeShapeType="1"/>
              </p:cNvSpPr>
              <p:nvPr/>
            </p:nvSpPr>
            <p:spPr bwMode="auto">
              <a:xfrm flipV="1">
                <a:off x="2563813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81" name="Line 62"/>
              <p:cNvSpPr>
                <a:spLocks noChangeShapeType="1"/>
              </p:cNvSpPr>
              <p:nvPr/>
            </p:nvSpPr>
            <p:spPr bwMode="auto">
              <a:xfrm flipV="1">
                <a:off x="2573338" y="3282951"/>
                <a:ext cx="9525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82" name="Line 63"/>
              <p:cNvSpPr>
                <a:spLocks noChangeShapeType="1"/>
              </p:cNvSpPr>
              <p:nvPr/>
            </p:nvSpPr>
            <p:spPr bwMode="auto">
              <a:xfrm flipV="1">
                <a:off x="2582863" y="3265488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83" name="Line 64"/>
              <p:cNvSpPr>
                <a:spLocks noChangeShapeType="1"/>
              </p:cNvSpPr>
              <p:nvPr/>
            </p:nvSpPr>
            <p:spPr bwMode="auto">
              <a:xfrm flipV="1">
                <a:off x="2590800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84" name="Line 65"/>
              <p:cNvSpPr>
                <a:spLocks noChangeShapeType="1"/>
              </p:cNvSpPr>
              <p:nvPr/>
            </p:nvSpPr>
            <p:spPr bwMode="auto">
              <a:xfrm flipV="1">
                <a:off x="2600325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85" name="Line 66"/>
              <p:cNvSpPr>
                <a:spLocks noChangeShapeType="1"/>
              </p:cNvSpPr>
              <p:nvPr/>
            </p:nvSpPr>
            <p:spPr bwMode="auto">
              <a:xfrm flipV="1">
                <a:off x="2609850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86" name="Line 67"/>
              <p:cNvSpPr>
                <a:spLocks noChangeShapeType="1"/>
              </p:cNvSpPr>
              <p:nvPr/>
            </p:nvSpPr>
            <p:spPr bwMode="auto">
              <a:xfrm flipV="1">
                <a:off x="2619375" y="3163888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87" name="Line 68"/>
              <p:cNvSpPr>
                <a:spLocks noChangeShapeType="1"/>
              </p:cNvSpPr>
              <p:nvPr/>
            </p:nvSpPr>
            <p:spPr bwMode="auto">
              <a:xfrm flipV="1">
                <a:off x="2628900" y="3133726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88" name="Line 69"/>
              <p:cNvSpPr>
                <a:spLocks noChangeShapeType="1"/>
              </p:cNvSpPr>
              <p:nvPr/>
            </p:nvSpPr>
            <p:spPr bwMode="auto">
              <a:xfrm flipV="1">
                <a:off x="2636838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89" name="Line 70"/>
              <p:cNvSpPr>
                <a:spLocks noChangeShapeType="1"/>
              </p:cNvSpPr>
              <p:nvPr/>
            </p:nvSpPr>
            <p:spPr bwMode="auto">
              <a:xfrm flipV="1">
                <a:off x="2646363" y="30686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90" name="Line 71"/>
              <p:cNvSpPr>
                <a:spLocks noChangeShapeType="1"/>
              </p:cNvSpPr>
              <p:nvPr/>
            </p:nvSpPr>
            <p:spPr bwMode="auto">
              <a:xfrm flipV="1">
                <a:off x="2655888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91" name="Line 72"/>
              <p:cNvSpPr>
                <a:spLocks noChangeShapeType="1"/>
              </p:cNvSpPr>
              <p:nvPr/>
            </p:nvSpPr>
            <p:spPr bwMode="auto">
              <a:xfrm flipV="1">
                <a:off x="2665413" y="3000376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92" name="Line 73"/>
              <p:cNvSpPr>
                <a:spLocks noChangeShapeType="1"/>
              </p:cNvSpPr>
              <p:nvPr/>
            </p:nvSpPr>
            <p:spPr bwMode="auto">
              <a:xfrm flipV="1">
                <a:off x="2674938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93" name="Line 74"/>
              <p:cNvSpPr>
                <a:spLocks noChangeShapeType="1"/>
              </p:cNvSpPr>
              <p:nvPr/>
            </p:nvSpPr>
            <p:spPr bwMode="auto">
              <a:xfrm flipV="1">
                <a:off x="2684463" y="2932113"/>
                <a:ext cx="7938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94" name="Line 75"/>
              <p:cNvSpPr>
                <a:spLocks noChangeShapeType="1"/>
              </p:cNvSpPr>
              <p:nvPr/>
            </p:nvSpPr>
            <p:spPr bwMode="auto">
              <a:xfrm flipV="1">
                <a:off x="2692400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95" name="Line 76"/>
              <p:cNvSpPr>
                <a:spLocks noChangeShapeType="1"/>
              </p:cNvSpPr>
              <p:nvPr/>
            </p:nvSpPr>
            <p:spPr bwMode="auto">
              <a:xfrm flipV="1">
                <a:off x="2701925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96" name="Line 77"/>
              <p:cNvSpPr>
                <a:spLocks noChangeShapeType="1"/>
              </p:cNvSpPr>
              <p:nvPr/>
            </p:nvSpPr>
            <p:spPr bwMode="auto">
              <a:xfrm flipV="1">
                <a:off x="2711450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97" name="Line 78"/>
              <p:cNvSpPr>
                <a:spLocks noChangeShapeType="1"/>
              </p:cNvSpPr>
              <p:nvPr/>
            </p:nvSpPr>
            <p:spPr bwMode="auto">
              <a:xfrm flipV="1">
                <a:off x="2720975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98" name="Line 79"/>
              <p:cNvSpPr>
                <a:spLocks noChangeShapeType="1"/>
              </p:cNvSpPr>
              <p:nvPr/>
            </p:nvSpPr>
            <p:spPr bwMode="auto">
              <a:xfrm flipV="1">
                <a:off x="2730500" y="2768601"/>
                <a:ext cx="9525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99" name="Line 80"/>
              <p:cNvSpPr>
                <a:spLocks noChangeShapeType="1"/>
              </p:cNvSpPr>
              <p:nvPr/>
            </p:nvSpPr>
            <p:spPr bwMode="auto">
              <a:xfrm flipV="1">
                <a:off x="2740025" y="2740026"/>
                <a:ext cx="7938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00" name="Line 81"/>
              <p:cNvSpPr>
                <a:spLocks noChangeShapeType="1"/>
              </p:cNvSpPr>
              <p:nvPr/>
            </p:nvSpPr>
            <p:spPr bwMode="auto">
              <a:xfrm flipV="1">
                <a:off x="2747963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01" name="Line 82"/>
              <p:cNvSpPr>
                <a:spLocks noChangeShapeType="1"/>
              </p:cNvSpPr>
              <p:nvPr/>
            </p:nvSpPr>
            <p:spPr bwMode="auto">
              <a:xfrm flipV="1">
                <a:off x="2757488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02" name="Line 83"/>
              <p:cNvSpPr>
                <a:spLocks noChangeShapeType="1"/>
              </p:cNvSpPr>
              <p:nvPr/>
            </p:nvSpPr>
            <p:spPr bwMode="auto">
              <a:xfrm flipV="1">
                <a:off x="2767013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03" name="Line 84"/>
              <p:cNvSpPr>
                <a:spLocks noChangeShapeType="1"/>
              </p:cNvSpPr>
              <p:nvPr/>
            </p:nvSpPr>
            <p:spPr bwMode="auto">
              <a:xfrm flipV="1">
                <a:off x="2776538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04" name="Line 85"/>
              <p:cNvSpPr>
                <a:spLocks noChangeShapeType="1"/>
              </p:cNvSpPr>
              <p:nvPr/>
            </p:nvSpPr>
            <p:spPr bwMode="auto">
              <a:xfrm flipV="1">
                <a:off x="2786063" y="2632076"/>
                <a:ext cx="7938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05" name="Line 86"/>
              <p:cNvSpPr>
                <a:spLocks noChangeShapeType="1"/>
              </p:cNvSpPr>
              <p:nvPr/>
            </p:nvSpPr>
            <p:spPr bwMode="auto">
              <a:xfrm flipV="1">
                <a:off x="2794000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06" name="Line 87"/>
              <p:cNvSpPr>
                <a:spLocks noChangeShapeType="1"/>
              </p:cNvSpPr>
              <p:nvPr/>
            </p:nvSpPr>
            <p:spPr bwMode="auto">
              <a:xfrm flipV="1">
                <a:off x="28035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07" name="Line 88"/>
              <p:cNvSpPr>
                <a:spLocks noChangeShapeType="1"/>
              </p:cNvSpPr>
              <p:nvPr/>
            </p:nvSpPr>
            <p:spPr bwMode="auto">
              <a:xfrm flipV="1">
                <a:off x="2813050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08" name="Line 89"/>
              <p:cNvSpPr>
                <a:spLocks noChangeShapeType="1"/>
              </p:cNvSpPr>
              <p:nvPr/>
            </p:nvSpPr>
            <p:spPr bwMode="auto">
              <a:xfrm flipV="1">
                <a:off x="2822575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09" name="Line 90"/>
              <p:cNvSpPr>
                <a:spLocks noChangeShapeType="1"/>
              </p:cNvSpPr>
              <p:nvPr/>
            </p:nvSpPr>
            <p:spPr bwMode="auto">
              <a:xfrm>
                <a:off x="2832100" y="2600326"/>
                <a:ext cx="952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10" name="Line 91"/>
              <p:cNvSpPr>
                <a:spLocks noChangeShapeType="1"/>
              </p:cNvSpPr>
              <p:nvPr/>
            </p:nvSpPr>
            <p:spPr bwMode="auto">
              <a:xfrm>
                <a:off x="2841625" y="2600326"/>
                <a:ext cx="793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11" name="Line 92"/>
              <p:cNvSpPr>
                <a:spLocks noChangeShapeType="1"/>
              </p:cNvSpPr>
              <p:nvPr/>
            </p:nvSpPr>
            <p:spPr bwMode="auto">
              <a:xfrm>
                <a:off x="28495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12" name="Line 93"/>
              <p:cNvSpPr>
                <a:spLocks noChangeShapeType="1"/>
              </p:cNvSpPr>
              <p:nvPr/>
            </p:nvSpPr>
            <p:spPr bwMode="auto">
              <a:xfrm>
                <a:off x="2859088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13" name="Line 94"/>
              <p:cNvSpPr>
                <a:spLocks noChangeShapeType="1"/>
              </p:cNvSpPr>
              <p:nvPr/>
            </p:nvSpPr>
            <p:spPr bwMode="auto">
              <a:xfrm>
                <a:off x="2868613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14" name="Line 95"/>
              <p:cNvSpPr>
                <a:spLocks noChangeShapeType="1"/>
              </p:cNvSpPr>
              <p:nvPr/>
            </p:nvSpPr>
            <p:spPr bwMode="auto">
              <a:xfrm>
                <a:off x="2878138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15" name="Line 96"/>
              <p:cNvSpPr>
                <a:spLocks noChangeShapeType="1"/>
              </p:cNvSpPr>
              <p:nvPr/>
            </p:nvSpPr>
            <p:spPr bwMode="auto">
              <a:xfrm>
                <a:off x="2887663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16" name="Line 97"/>
              <p:cNvSpPr>
                <a:spLocks noChangeShapeType="1"/>
              </p:cNvSpPr>
              <p:nvPr/>
            </p:nvSpPr>
            <p:spPr bwMode="auto">
              <a:xfrm>
                <a:off x="2897188" y="2667001"/>
                <a:ext cx="7938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17" name="Line 98"/>
              <p:cNvSpPr>
                <a:spLocks noChangeShapeType="1"/>
              </p:cNvSpPr>
              <p:nvPr/>
            </p:nvSpPr>
            <p:spPr bwMode="auto">
              <a:xfrm>
                <a:off x="29051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18" name="Line 99"/>
              <p:cNvSpPr>
                <a:spLocks noChangeShapeType="1"/>
              </p:cNvSpPr>
              <p:nvPr/>
            </p:nvSpPr>
            <p:spPr bwMode="auto">
              <a:xfrm>
                <a:off x="2914650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19" name="Line 100"/>
              <p:cNvSpPr>
                <a:spLocks noChangeShapeType="1"/>
              </p:cNvSpPr>
              <p:nvPr/>
            </p:nvSpPr>
            <p:spPr bwMode="auto">
              <a:xfrm>
                <a:off x="2924175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20" name="Line 101"/>
              <p:cNvSpPr>
                <a:spLocks noChangeShapeType="1"/>
              </p:cNvSpPr>
              <p:nvPr/>
            </p:nvSpPr>
            <p:spPr bwMode="auto">
              <a:xfrm>
                <a:off x="2933700" y="2768601"/>
                <a:ext cx="9525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21" name="Line 102"/>
              <p:cNvSpPr>
                <a:spLocks noChangeShapeType="1"/>
              </p:cNvSpPr>
              <p:nvPr/>
            </p:nvSpPr>
            <p:spPr bwMode="auto">
              <a:xfrm>
                <a:off x="2943225" y="2798763"/>
                <a:ext cx="7938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22" name="Line 103"/>
              <p:cNvSpPr>
                <a:spLocks noChangeShapeType="1"/>
              </p:cNvSpPr>
              <p:nvPr/>
            </p:nvSpPr>
            <p:spPr bwMode="auto">
              <a:xfrm>
                <a:off x="2951163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23" name="Line 104"/>
              <p:cNvSpPr>
                <a:spLocks noChangeShapeType="1"/>
              </p:cNvSpPr>
              <p:nvPr/>
            </p:nvSpPr>
            <p:spPr bwMode="auto">
              <a:xfrm>
                <a:off x="2960688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24" name="Line 105"/>
              <p:cNvSpPr>
                <a:spLocks noChangeShapeType="1"/>
              </p:cNvSpPr>
              <p:nvPr/>
            </p:nvSpPr>
            <p:spPr bwMode="auto">
              <a:xfrm>
                <a:off x="2970213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25" name="Line 106"/>
              <p:cNvSpPr>
                <a:spLocks noChangeShapeType="1"/>
              </p:cNvSpPr>
              <p:nvPr/>
            </p:nvSpPr>
            <p:spPr bwMode="auto">
              <a:xfrm>
                <a:off x="2979738" y="293211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26" name="Line 107"/>
              <p:cNvSpPr>
                <a:spLocks noChangeShapeType="1"/>
              </p:cNvSpPr>
              <p:nvPr/>
            </p:nvSpPr>
            <p:spPr bwMode="auto">
              <a:xfrm>
                <a:off x="2073275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27" name="Line 108"/>
              <p:cNvSpPr>
                <a:spLocks noChangeShapeType="1"/>
              </p:cNvSpPr>
              <p:nvPr/>
            </p:nvSpPr>
            <p:spPr bwMode="auto">
              <a:xfrm>
                <a:off x="2092325" y="303371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28" name="Line 109"/>
              <p:cNvSpPr>
                <a:spLocks noChangeShapeType="1"/>
              </p:cNvSpPr>
              <p:nvPr/>
            </p:nvSpPr>
            <p:spPr bwMode="auto">
              <a:xfrm>
                <a:off x="2092325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29" name="Line 110"/>
              <p:cNvSpPr>
                <a:spLocks noChangeShapeType="1"/>
              </p:cNvSpPr>
              <p:nvPr/>
            </p:nvSpPr>
            <p:spPr bwMode="auto">
              <a:xfrm>
                <a:off x="2111375" y="310197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30" name="Line 111"/>
              <p:cNvSpPr>
                <a:spLocks noChangeShapeType="1"/>
              </p:cNvSpPr>
              <p:nvPr/>
            </p:nvSpPr>
            <p:spPr bwMode="auto">
              <a:xfrm>
                <a:off x="2111375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31" name="Line 112"/>
              <p:cNvSpPr>
                <a:spLocks noChangeShapeType="1"/>
              </p:cNvSpPr>
              <p:nvPr/>
            </p:nvSpPr>
            <p:spPr bwMode="auto">
              <a:xfrm>
                <a:off x="2120900" y="313372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32" name="Line 113"/>
              <p:cNvSpPr>
                <a:spLocks noChangeShapeType="1"/>
              </p:cNvSpPr>
              <p:nvPr/>
            </p:nvSpPr>
            <p:spPr bwMode="auto">
              <a:xfrm>
                <a:off x="2130425" y="3168651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33" name="Line 114"/>
              <p:cNvSpPr>
                <a:spLocks noChangeShapeType="1"/>
              </p:cNvSpPr>
              <p:nvPr/>
            </p:nvSpPr>
            <p:spPr bwMode="auto">
              <a:xfrm>
                <a:off x="2138363" y="3192463"/>
                <a:ext cx="3175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34" name="Line 115"/>
              <p:cNvSpPr>
                <a:spLocks noChangeShapeType="1"/>
              </p:cNvSpPr>
              <p:nvPr/>
            </p:nvSpPr>
            <p:spPr bwMode="auto">
              <a:xfrm>
                <a:off x="2152650" y="3232151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35" name="Line 116"/>
              <p:cNvSpPr>
                <a:spLocks noChangeShapeType="1"/>
              </p:cNvSpPr>
              <p:nvPr/>
            </p:nvSpPr>
            <p:spPr bwMode="auto">
              <a:xfrm>
                <a:off x="2157413" y="3243263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36" name="Line 117"/>
              <p:cNvSpPr>
                <a:spLocks noChangeShapeType="1"/>
              </p:cNvSpPr>
              <p:nvPr/>
            </p:nvSpPr>
            <p:spPr bwMode="auto">
              <a:xfrm>
                <a:off x="2179638" y="3289301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37" name="Line 118"/>
              <p:cNvSpPr>
                <a:spLocks noChangeShapeType="1"/>
              </p:cNvSpPr>
              <p:nvPr/>
            </p:nvSpPr>
            <p:spPr bwMode="auto">
              <a:xfrm>
                <a:off x="2184400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38" name="Line 119"/>
              <p:cNvSpPr>
                <a:spLocks noChangeShapeType="1"/>
              </p:cNvSpPr>
              <p:nvPr/>
            </p:nvSpPr>
            <p:spPr bwMode="auto">
              <a:xfrm>
                <a:off x="2193925" y="331311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39" name="Line 120"/>
              <p:cNvSpPr>
                <a:spLocks noChangeShapeType="1"/>
              </p:cNvSpPr>
              <p:nvPr/>
            </p:nvSpPr>
            <p:spPr bwMode="auto">
              <a:xfrm>
                <a:off x="2214563" y="3328988"/>
                <a:ext cx="793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40" name="Line 121"/>
              <p:cNvSpPr>
                <a:spLocks noChangeShapeType="1"/>
              </p:cNvSpPr>
              <p:nvPr/>
            </p:nvSpPr>
            <p:spPr bwMode="auto">
              <a:xfrm>
                <a:off x="2222500" y="3332163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41" name="Line 122"/>
              <p:cNvSpPr>
                <a:spLocks noChangeShapeType="1"/>
              </p:cNvSpPr>
              <p:nvPr/>
            </p:nvSpPr>
            <p:spPr bwMode="auto">
              <a:xfrm flipV="1">
                <a:off x="2230438" y="3330576"/>
                <a:ext cx="317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42" name="Line 123"/>
              <p:cNvSpPr>
                <a:spLocks noChangeShapeType="1"/>
              </p:cNvSpPr>
              <p:nvPr/>
            </p:nvSpPr>
            <p:spPr bwMode="auto">
              <a:xfrm flipV="1">
                <a:off x="2252663" y="3313113"/>
                <a:ext cx="6350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43" name="Line 124"/>
              <p:cNvSpPr>
                <a:spLocks noChangeShapeType="1"/>
              </p:cNvSpPr>
              <p:nvPr/>
            </p:nvSpPr>
            <p:spPr bwMode="auto">
              <a:xfrm flipV="1">
                <a:off x="2259013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44" name="Line 125"/>
              <p:cNvSpPr>
                <a:spLocks noChangeShapeType="1"/>
              </p:cNvSpPr>
              <p:nvPr/>
            </p:nvSpPr>
            <p:spPr bwMode="auto">
              <a:xfrm flipV="1">
                <a:off x="2268538" y="3295651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45" name="Line 126"/>
              <p:cNvSpPr>
                <a:spLocks noChangeShapeType="1"/>
              </p:cNvSpPr>
              <p:nvPr/>
            </p:nvSpPr>
            <p:spPr bwMode="auto">
              <a:xfrm flipV="1">
                <a:off x="2284413" y="3265488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46" name="Line 127"/>
              <p:cNvSpPr>
                <a:spLocks noChangeShapeType="1"/>
              </p:cNvSpPr>
              <p:nvPr/>
            </p:nvSpPr>
            <p:spPr bwMode="auto">
              <a:xfrm flipV="1">
                <a:off x="2286000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47" name="Line 128"/>
              <p:cNvSpPr>
                <a:spLocks noChangeShapeType="1"/>
              </p:cNvSpPr>
              <p:nvPr/>
            </p:nvSpPr>
            <p:spPr bwMode="auto">
              <a:xfrm flipV="1">
                <a:off x="2295525" y="3238501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48" name="Line 129"/>
              <p:cNvSpPr>
                <a:spLocks noChangeShapeType="1"/>
              </p:cNvSpPr>
              <p:nvPr/>
            </p:nvSpPr>
            <p:spPr bwMode="auto">
              <a:xfrm flipV="1">
                <a:off x="2308225" y="3192463"/>
                <a:ext cx="6350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49" name="Line 130"/>
              <p:cNvSpPr>
                <a:spLocks noChangeShapeType="1"/>
              </p:cNvSpPr>
              <p:nvPr/>
            </p:nvSpPr>
            <p:spPr bwMode="auto">
              <a:xfrm flipV="1">
                <a:off x="2314575" y="3175001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50" name="Line 131"/>
              <p:cNvSpPr>
                <a:spLocks noChangeShapeType="1"/>
              </p:cNvSpPr>
              <p:nvPr/>
            </p:nvSpPr>
            <p:spPr bwMode="auto">
              <a:xfrm flipV="1">
                <a:off x="2330450" y="3133726"/>
                <a:ext cx="1588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51" name="Line 132"/>
              <p:cNvSpPr>
                <a:spLocks noChangeShapeType="1"/>
              </p:cNvSpPr>
              <p:nvPr/>
            </p:nvSpPr>
            <p:spPr bwMode="auto">
              <a:xfrm flipV="1">
                <a:off x="2332038" y="3109913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52" name="Line 133"/>
              <p:cNvSpPr>
                <a:spLocks noChangeShapeType="1"/>
              </p:cNvSpPr>
              <p:nvPr/>
            </p:nvSpPr>
            <p:spPr bwMode="auto">
              <a:xfrm flipV="1">
                <a:off x="2349500" y="3068638"/>
                <a:ext cx="1588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53" name="Line 134"/>
              <p:cNvSpPr>
                <a:spLocks noChangeShapeType="1"/>
              </p:cNvSpPr>
              <p:nvPr/>
            </p:nvSpPr>
            <p:spPr bwMode="auto">
              <a:xfrm flipV="1">
                <a:off x="2351088" y="3041651"/>
                <a:ext cx="7938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54" name="Line 135"/>
              <p:cNvSpPr>
                <a:spLocks noChangeShapeType="1"/>
              </p:cNvSpPr>
              <p:nvPr/>
            </p:nvSpPr>
            <p:spPr bwMode="auto">
              <a:xfrm flipV="1">
                <a:off x="2366963" y="3000376"/>
                <a:ext cx="3175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55" name="Line 136"/>
              <p:cNvSpPr>
                <a:spLocks noChangeShapeType="1"/>
              </p:cNvSpPr>
              <p:nvPr/>
            </p:nvSpPr>
            <p:spPr bwMode="auto">
              <a:xfrm flipV="1">
                <a:off x="2370138" y="2973388"/>
                <a:ext cx="6350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56" name="Line 137"/>
              <p:cNvSpPr>
                <a:spLocks noChangeShapeType="1"/>
              </p:cNvSpPr>
              <p:nvPr/>
            </p:nvSpPr>
            <p:spPr bwMode="auto">
              <a:xfrm flipV="1">
                <a:off x="2386013" y="2932113"/>
                <a:ext cx="1588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57" name="Line 138"/>
              <p:cNvSpPr>
                <a:spLocks noChangeShapeType="1"/>
              </p:cNvSpPr>
              <p:nvPr/>
            </p:nvSpPr>
            <p:spPr bwMode="auto">
              <a:xfrm flipV="1">
                <a:off x="2387600" y="2906713"/>
                <a:ext cx="7938" cy="254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58" name="Line 139"/>
              <p:cNvSpPr>
                <a:spLocks noChangeShapeType="1"/>
              </p:cNvSpPr>
              <p:nvPr/>
            </p:nvSpPr>
            <p:spPr bwMode="auto">
              <a:xfrm flipV="1">
                <a:off x="2403475" y="2862263"/>
                <a:ext cx="317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59" name="Line 140"/>
              <p:cNvSpPr>
                <a:spLocks noChangeShapeType="1"/>
              </p:cNvSpPr>
              <p:nvPr/>
            </p:nvSpPr>
            <p:spPr bwMode="auto">
              <a:xfrm flipV="1">
                <a:off x="2406650" y="2838451"/>
                <a:ext cx="6350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60" name="Line 141"/>
              <p:cNvSpPr>
                <a:spLocks noChangeShapeType="1"/>
              </p:cNvSpPr>
              <p:nvPr/>
            </p:nvSpPr>
            <p:spPr bwMode="auto">
              <a:xfrm flipV="1">
                <a:off x="2422525" y="2798763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61" name="Line 142"/>
              <p:cNvSpPr>
                <a:spLocks noChangeShapeType="1"/>
              </p:cNvSpPr>
              <p:nvPr/>
            </p:nvSpPr>
            <p:spPr bwMode="auto">
              <a:xfrm flipV="1">
                <a:off x="2425700" y="2771776"/>
                <a:ext cx="7938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62" name="Line 143"/>
              <p:cNvSpPr>
                <a:spLocks noChangeShapeType="1"/>
              </p:cNvSpPr>
              <p:nvPr/>
            </p:nvSpPr>
            <p:spPr bwMode="auto">
              <a:xfrm flipV="1">
                <a:off x="2443163" y="2713038"/>
                <a:ext cx="9525" cy="254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63" name="Line 144"/>
              <p:cNvSpPr>
                <a:spLocks noChangeShapeType="1"/>
              </p:cNvSpPr>
              <p:nvPr/>
            </p:nvSpPr>
            <p:spPr bwMode="auto">
              <a:xfrm flipV="1">
                <a:off x="2452688" y="2706688"/>
                <a:ext cx="1588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64" name="Line 145"/>
              <p:cNvSpPr>
                <a:spLocks noChangeShapeType="1"/>
              </p:cNvSpPr>
              <p:nvPr/>
            </p:nvSpPr>
            <p:spPr bwMode="auto">
              <a:xfrm flipV="1">
                <a:off x="2466975" y="2667001"/>
                <a:ext cx="4763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65" name="Line 146"/>
              <p:cNvSpPr>
                <a:spLocks noChangeShapeType="1"/>
              </p:cNvSpPr>
              <p:nvPr/>
            </p:nvSpPr>
            <p:spPr bwMode="auto">
              <a:xfrm flipV="1">
                <a:off x="2471738" y="2647951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66" name="Line 147"/>
              <p:cNvSpPr>
                <a:spLocks noChangeShapeType="1"/>
              </p:cNvSpPr>
              <p:nvPr/>
            </p:nvSpPr>
            <p:spPr bwMode="auto">
              <a:xfrm flipV="1">
                <a:off x="2479675" y="2647951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67" name="Line 148"/>
              <p:cNvSpPr>
                <a:spLocks noChangeShapeType="1"/>
              </p:cNvSpPr>
              <p:nvPr/>
            </p:nvSpPr>
            <p:spPr bwMode="auto">
              <a:xfrm flipV="1">
                <a:off x="2495550" y="2619376"/>
                <a:ext cx="3175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68" name="Line 149"/>
              <p:cNvSpPr>
                <a:spLocks noChangeShapeType="1"/>
              </p:cNvSpPr>
              <p:nvPr/>
            </p:nvSpPr>
            <p:spPr bwMode="auto">
              <a:xfrm flipV="1">
                <a:off x="24987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69" name="Line 150"/>
              <p:cNvSpPr>
                <a:spLocks noChangeShapeType="1"/>
              </p:cNvSpPr>
              <p:nvPr/>
            </p:nvSpPr>
            <p:spPr bwMode="auto">
              <a:xfrm flipV="1">
                <a:off x="2508250" y="2605088"/>
                <a:ext cx="6350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70" name="Line 151"/>
              <p:cNvSpPr>
                <a:spLocks noChangeShapeType="1"/>
              </p:cNvSpPr>
              <p:nvPr/>
            </p:nvSpPr>
            <p:spPr bwMode="auto">
              <a:xfrm>
                <a:off x="2533650" y="260032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71" name="Line 152"/>
              <p:cNvSpPr>
                <a:spLocks noChangeShapeType="1"/>
              </p:cNvSpPr>
              <p:nvPr/>
            </p:nvSpPr>
            <p:spPr bwMode="auto">
              <a:xfrm>
                <a:off x="2535238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72" name="Line 153"/>
              <p:cNvSpPr>
                <a:spLocks noChangeShapeType="1"/>
              </p:cNvSpPr>
              <p:nvPr/>
            </p:nvSpPr>
            <p:spPr bwMode="auto">
              <a:xfrm>
                <a:off x="25447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73" name="Line 154"/>
              <p:cNvSpPr>
                <a:spLocks noChangeShapeType="1"/>
              </p:cNvSpPr>
              <p:nvPr/>
            </p:nvSpPr>
            <p:spPr bwMode="auto">
              <a:xfrm>
                <a:off x="2571750" y="2630488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74" name="Line 155"/>
              <p:cNvSpPr>
                <a:spLocks noChangeShapeType="1"/>
              </p:cNvSpPr>
              <p:nvPr/>
            </p:nvSpPr>
            <p:spPr bwMode="auto">
              <a:xfrm>
                <a:off x="2573338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75" name="Line 156"/>
              <p:cNvSpPr>
                <a:spLocks noChangeShapeType="1"/>
              </p:cNvSpPr>
              <p:nvPr/>
            </p:nvSpPr>
            <p:spPr bwMode="auto">
              <a:xfrm>
                <a:off x="2582863" y="2647951"/>
                <a:ext cx="317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76" name="Line 157"/>
              <p:cNvSpPr>
                <a:spLocks noChangeShapeType="1"/>
              </p:cNvSpPr>
              <p:nvPr/>
            </p:nvSpPr>
            <p:spPr bwMode="auto">
              <a:xfrm>
                <a:off x="2598738" y="2686051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77" name="Line 158"/>
              <p:cNvSpPr>
                <a:spLocks noChangeShapeType="1"/>
              </p:cNvSpPr>
              <p:nvPr/>
            </p:nvSpPr>
            <p:spPr bwMode="auto">
              <a:xfrm>
                <a:off x="26003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78" name="Line 159"/>
              <p:cNvSpPr>
                <a:spLocks noChangeShapeType="1"/>
              </p:cNvSpPr>
              <p:nvPr/>
            </p:nvSpPr>
            <p:spPr bwMode="auto">
              <a:xfrm>
                <a:off x="2609850" y="2713038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79" name="Line 160"/>
              <p:cNvSpPr>
                <a:spLocks noChangeShapeType="1"/>
              </p:cNvSpPr>
              <p:nvPr/>
            </p:nvSpPr>
            <p:spPr bwMode="auto">
              <a:xfrm>
                <a:off x="2622550" y="2749551"/>
                <a:ext cx="6350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80" name="Line 161"/>
              <p:cNvSpPr>
                <a:spLocks noChangeShapeType="1"/>
              </p:cNvSpPr>
              <p:nvPr/>
            </p:nvSpPr>
            <p:spPr bwMode="auto">
              <a:xfrm>
                <a:off x="2628900" y="2768601"/>
                <a:ext cx="317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81" name="Line 162"/>
              <p:cNvSpPr>
                <a:spLocks noChangeShapeType="1"/>
              </p:cNvSpPr>
              <p:nvPr/>
            </p:nvSpPr>
            <p:spPr bwMode="auto">
              <a:xfrm>
                <a:off x="2643188" y="2814638"/>
                <a:ext cx="317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82" name="Line 163"/>
              <p:cNvSpPr>
                <a:spLocks noChangeShapeType="1"/>
              </p:cNvSpPr>
              <p:nvPr/>
            </p:nvSpPr>
            <p:spPr bwMode="auto">
              <a:xfrm>
                <a:off x="2646363" y="2830513"/>
                <a:ext cx="6350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83" name="Line 164"/>
              <p:cNvSpPr>
                <a:spLocks noChangeShapeType="1"/>
              </p:cNvSpPr>
              <p:nvPr/>
            </p:nvSpPr>
            <p:spPr bwMode="auto">
              <a:xfrm>
                <a:off x="2660650" y="2882901"/>
                <a:ext cx="4763" cy="142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84" name="Line 165"/>
              <p:cNvSpPr>
                <a:spLocks noChangeShapeType="1"/>
              </p:cNvSpPr>
              <p:nvPr/>
            </p:nvSpPr>
            <p:spPr bwMode="auto">
              <a:xfrm>
                <a:off x="2665413" y="2897188"/>
                <a:ext cx="4763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85" name="Line 166"/>
              <p:cNvSpPr>
                <a:spLocks noChangeShapeType="1"/>
              </p:cNvSpPr>
              <p:nvPr/>
            </p:nvSpPr>
            <p:spPr bwMode="auto">
              <a:xfrm>
                <a:off x="2679700" y="2949576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86" name="Line 167"/>
              <p:cNvSpPr>
                <a:spLocks noChangeShapeType="1"/>
              </p:cNvSpPr>
              <p:nvPr/>
            </p:nvSpPr>
            <p:spPr bwMode="auto">
              <a:xfrm>
                <a:off x="2684463" y="2967038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87" name="Line 168"/>
              <p:cNvSpPr>
                <a:spLocks noChangeShapeType="1"/>
              </p:cNvSpPr>
              <p:nvPr/>
            </p:nvSpPr>
            <p:spPr bwMode="auto">
              <a:xfrm>
                <a:off x="2697163" y="3017838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88" name="Line 169"/>
              <p:cNvSpPr>
                <a:spLocks noChangeShapeType="1"/>
              </p:cNvSpPr>
              <p:nvPr/>
            </p:nvSpPr>
            <p:spPr bwMode="auto">
              <a:xfrm>
                <a:off x="2701925" y="3035301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89" name="Line 170"/>
              <p:cNvSpPr>
                <a:spLocks noChangeShapeType="1"/>
              </p:cNvSpPr>
              <p:nvPr/>
            </p:nvSpPr>
            <p:spPr bwMode="auto">
              <a:xfrm>
                <a:off x="2716213" y="3086101"/>
                <a:ext cx="4763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90" name="Line 171"/>
              <p:cNvSpPr>
                <a:spLocks noChangeShapeType="1"/>
              </p:cNvSpPr>
              <p:nvPr/>
            </p:nvSpPr>
            <p:spPr bwMode="auto">
              <a:xfrm>
                <a:off x="2720975" y="3101976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91" name="Line 172"/>
              <p:cNvSpPr>
                <a:spLocks noChangeShapeType="1"/>
              </p:cNvSpPr>
              <p:nvPr/>
            </p:nvSpPr>
            <p:spPr bwMode="auto">
              <a:xfrm>
                <a:off x="2735263" y="3152776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92" name="Line 173"/>
              <p:cNvSpPr>
                <a:spLocks noChangeShapeType="1"/>
              </p:cNvSpPr>
              <p:nvPr/>
            </p:nvSpPr>
            <p:spPr bwMode="auto">
              <a:xfrm>
                <a:off x="2740025" y="3163888"/>
                <a:ext cx="6350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93" name="Line 174"/>
              <p:cNvSpPr>
                <a:spLocks noChangeShapeType="1"/>
              </p:cNvSpPr>
              <p:nvPr/>
            </p:nvSpPr>
            <p:spPr bwMode="auto">
              <a:xfrm>
                <a:off x="2757488" y="321786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94" name="Line 175"/>
              <p:cNvSpPr>
                <a:spLocks noChangeShapeType="1"/>
              </p:cNvSpPr>
              <p:nvPr/>
            </p:nvSpPr>
            <p:spPr bwMode="auto">
              <a:xfrm>
                <a:off x="2757488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95" name="Line 176"/>
              <p:cNvSpPr>
                <a:spLocks noChangeShapeType="1"/>
              </p:cNvSpPr>
              <p:nvPr/>
            </p:nvSpPr>
            <p:spPr bwMode="auto">
              <a:xfrm>
                <a:off x="2767013" y="3243263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96" name="Line 177"/>
              <p:cNvSpPr>
                <a:spLocks noChangeShapeType="1"/>
              </p:cNvSpPr>
              <p:nvPr/>
            </p:nvSpPr>
            <p:spPr bwMode="auto">
              <a:xfrm>
                <a:off x="2782888" y="3276601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97" name="Line 178"/>
              <p:cNvSpPr>
                <a:spLocks noChangeShapeType="1"/>
              </p:cNvSpPr>
              <p:nvPr/>
            </p:nvSpPr>
            <p:spPr bwMode="auto">
              <a:xfrm>
                <a:off x="2786063" y="3282951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98" name="Line 179"/>
              <p:cNvSpPr>
                <a:spLocks noChangeShapeType="1"/>
              </p:cNvSpPr>
              <p:nvPr/>
            </p:nvSpPr>
            <p:spPr bwMode="auto">
              <a:xfrm>
                <a:off x="2794000" y="3300413"/>
                <a:ext cx="317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699" name="Line 180"/>
              <p:cNvSpPr>
                <a:spLocks noChangeShapeType="1"/>
              </p:cNvSpPr>
              <p:nvPr/>
            </p:nvSpPr>
            <p:spPr bwMode="auto">
              <a:xfrm>
                <a:off x="2814638" y="3324226"/>
                <a:ext cx="793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00" name="Line 181"/>
              <p:cNvSpPr>
                <a:spLocks noChangeShapeType="1"/>
              </p:cNvSpPr>
              <p:nvPr/>
            </p:nvSpPr>
            <p:spPr bwMode="auto">
              <a:xfrm>
                <a:off x="2822575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01" name="Line 182"/>
              <p:cNvSpPr>
                <a:spLocks noChangeShapeType="1"/>
              </p:cNvSpPr>
              <p:nvPr/>
            </p:nvSpPr>
            <p:spPr bwMode="auto">
              <a:xfrm>
                <a:off x="2832100" y="3332163"/>
                <a:ext cx="317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02" name="Line 183"/>
              <p:cNvSpPr>
                <a:spLocks noChangeShapeType="1"/>
              </p:cNvSpPr>
              <p:nvPr/>
            </p:nvSpPr>
            <p:spPr bwMode="auto">
              <a:xfrm flipV="1">
                <a:off x="2854325" y="3322638"/>
                <a:ext cx="4763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03" name="Line 184"/>
              <p:cNvSpPr>
                <a:spLocks noChangeShapeType="1"/>
              </p:cNvSpPr>
              <p:nvPr/>
            </p:nvSpPr>
            <p:spPr bwMode="auto">
              <a:xfrm flipV="1">
                <a:off x="2859088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04" name="Line 185"/>
              <p:cNvSpPr>
                <a:spLocks noChangeShapeType="1"/>
              </p:cNvSpPr>
              <p:nvPr/>
            </p:nvSpPr>
            <p:spPr bwMode="auto">
              <a:xfrm flipV="1">
                <a:off x="2868613" y="3306763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05" name="Line 186"/>
              <p:cNvSpPr>
                <a:spLocks noChangeShapeType="1"/>
              </p:cNvSpPr>
              <p:nvPr/>
            </p:nvSpPr>
            <p:spPr bwMode="auto">
              <a:xfrm flipV="1">
                <a:off x="2887663" y="3265488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06" name="Line 187"/>
              <p:cNvSpPr>
                <a:spLocks noChangeShapeType="1"/>
              </p:cNvSpPr>
              <p:nvPr/>
            </p:nvSpPr>
            <p:spPr bwMode="auto">
              <a:xfrm flipV="1">
                <a:off x="2897188" y="3252788"/>
                <a:ext cx="4763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07" name="Line 188"/>
              <p:cNvSpPr>
                <a:spLocks noChangeShapeType="1"/>
              </p:cNvSpPr>
              <p:nvPr/>
            </p:nvSpPr>
            <p:spPr bwMode="auto">
              <a:xfrm flipV="1">
                <a:off x="2913063" y="3219451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08" name="Line 189"/>
              <p:cNvSpPr>
                <a:spLocks noChangeShapeType="1"/>
              </p:cNvSpPr>
              <p:nvPr/>
            </p:nvSpPr>
            <p:spPr bwMode="auto">
              <a:xfrm flipV="1">
                <a:off x="2914650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09" name="Line 190"/>
              <p:cNvSpPr>
                <a:spLocks noChangeShapeType="1"/>
              </p:cNvSpPr>
              <p:nvPr/>
            </p:nvSpPr>
            <p:spPr bwMode="auto">
              <a:xfrm flipV="1">
                <a:off x="2924175" y="319087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10" name="Line 191"/>
              <p:cNvSpPr>
                <a:spLocks noChangeShapeType="1"/>
              </p:cNvSpPr>
              <p:nvPr/>
            </p:nvSpPr>
            <p:spPr bwMode="auto">
              <a:xfrm flipV="1">
                <a:off x="2935288" y="3133726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11" name="Line 192"/>
              <p:cNvSpPr>
                <a:spLocks noChangeShapeType="1"/>
              </p:cNvSpPr>
              <p:nvPr/>
            </p:nvSpPr>
            <p:spPr bwMode="auto">
              <a:xfrm flipV="1">
                <a:off x="2943225" y="3124201"/>
                <a:ext cx="1588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12" name="Line 193"/>
              <p:cNvSpPr>
                <a:spLocks noChangeShapeType="1"/>
              </p:cNvSpPr>
              <p:nvPr/>
            </p:nvSpPr>
            <p:spPr bwMode="auto">
              <a:xfrm flipV="1">
                <a:off x="2954338" y="3068638"/>
                <a:ext cx="6350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13" name="Line 194"/>
              <p:cNvSpPr>
                <a:spLocks noChangeShapeType="1"/>
              </p:cNvSpPr>
              <p:nvPr/>
            </p:nvSpPr>
            <p:spPr bwMode="auto">
              <a:xfrm flipV="1">
                <a:off x="2960688" y="3057526"/>
                <a:ext cx="3175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14" name="Line 195"/>
              <p:cNvSpPr>
                <a:spLocks noChangeShapeType="1"/>
              </p:cNvSpPr>
              <p:nvPr/>
            </p:nvSpPr>
            <p:spPr bwMode="auto">
              <a:xfrm flipV="1">
                <a:off x="2973388" y="3000376"/>
                <a:ext cx="6350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715" name="Line 196"/>
              <p:cNvSpPr>
                <a:spLocks noChangeShapeType="1"/>
              </p:cNvSpPr>
              <p:nvPr/>
            </p:nvSpPr>
            <p:spPr bwMode="auto">
              <a:xfrm flipV="1">
                <a:off x="2979738" y="2989263"/>
                <a:ext cx="3175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3" name="Group 776"/>
          <p:cNvGrpSpPr>
            <a:grpSpLocks/>
          </p:cNvGrpSpPr>
          <p:nvPr/>
        </p:nvGrpSpPr>
        <p:grpSpPr bwMode="auto">
          <a:xfrm>
            <a:off x="5505450" y="3732213"/>
            <a:ext cx="1828800" cy="742950"/>
            <a:chOff x="2073275" y="2591774"/>
            <a:chExt cx="1828999" cy="741977"/>
          </a:xfrm>
        </p:grpSpPr>
        <p:grpSp>
          <p:nvGrpSpPr>
            <p:cNvPr id="14" name="Group 203"/>
            <p:cNvGrpSpPr>
              <a:grpSpLocks/>
            </p:cNvGrpSpPr>
            <p:nvPr/>
          </p:nvGrpSpPr>
          <p:grpSpPr bwMode="auto">
            <a:xfrm>
              <a:off x="2073275" y="2600326"/>
              <a:ext cx="915988" cy="733425"/>
              <a:chOff x="2073275" y="2600326"/>
              <a:chExt cx="915988" cy="733425"/>
            </a:xfrm>
          </p:grpSpPr>
          <p:sp>
            <p:nvSpPr>
              <p:cNvPr id="637336" name="Line 8"/>
              <p:cNvSpPr>
                <a:spLocks noChangeShapeType="1"/>
              </p:cNvSpPr>
              <p:nvPr/>
            </p:nvSpPr>
            <p:spPr bwMode="auto">
              <a:xfrm flipV="1">
                <a:off x="2073275" y="293211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37" name="Line 9"/>
              <p:cNvSpPr>
                <a:spLocks noChangeShapeType="1"/>
              </p:cNvSpPr>
              <p:nvPr/>
            </p:nvSpPr>
            <p:spPr bwMode="auto">
              <a:xfrm flipV="1">
                <a:off x="2082800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38" name="Line 10"/>
              <p:cNvSpPr>
                <a:spLocks noChangeShapeType="1"/>
              </p:cNvSpPr>
              <p:nvPr/>
            </p:nvSpPr>
            <p:spPr bwMode="auto">
              <a:xfrm flipV="1">
                <a:off x="2092325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39" name="Line 11"/>
              <p:cNvSpPr>
                <a:spLocks noChangeShapeType="1"/>
              </p:cNvSpPr>
              <p:nvPr/>
            </p:nvSpPr>
            <p:spPr bwMode="auto">
              <a:xfrm flipV="1">
                <a:off x="2101850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40" name="Line 12"/>
              <p:cNvSpPr>
                <a:spLocks noChangeShapeType="1"/>
              </p:cNvSpPr>
              <p:nvPr/>
            </p:nvSpPr>
            <p:spPr bwMode="auto">
              <a:xfrm flipV="1">
                <a:off x="2111375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41" name="Line 13"/>
              <p:cNvSpPr>
                <a:spLocks noChangeShapeType="1"/>
              </p:cNvSpPr>
              <p:nvPr/>
            </p:nvSpPr>
            <p:spPr bwMode="auto">
              <a:xfrm flipV="1">
                <a:off x="2120900" y="2768601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42" name="Line 14"/>
              <p:cNvSpPr>
                <a:spLocks noChangeShapeType="1"/>
              </p:cNvSpPr>
              <p:nvPr/>
            </p:nvSpPr>
            <p:spPr bwMode="auto">
              <a:xfrm flipV="1">
                <a:off x="2128838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43" name="Line 15"/>
              <p:cNvSpPr>
                <a:spLocks noChangeShapeType="1"/>
              </p:cNvSpPr>
              <p:nvPr/>
            </p:nvSpPr>
            <p:spPr bwMode="auto">
              <a:xfrm flipV="1">
                <a:off x="2138363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44" name="Line 16"/>
              <p:cNvSpPr>
                <a:spLocks noChangeShapeType="1"/>
              </p:cNvSpPr>
              <p:nvPr/>
            </p:nvSpPr>
            <p:spPr bwMode="auto">
              <a:xfrm flipV="1">
                <a:off x="2147888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45" name="Line 17"/>
              <p:cNvSpPr>
                <a:spLocks noChangeShapeType="1"/>
              </p:cNvSpPr>
              <p:nvPr/>
            </p:nvSpPr>
            <p:spPr bwMode="auto">
              <a:xfrm flipV="1">
                <a:off x="2157413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46" name="Line 18"/>
              <p:cNvSpPr>
                <a:spLocks noChangeShapeType="1"/>
              </p:cNvSpPr>
              <p:nvPr/>
            </p:nvSpPr>
            <p:spPr bwMode="auto">
              <a:xfrm flipV="1">
                <a:off x="2166938" y="2647951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47" name="Line 19"/>
              <p:cNvSpPr>
                <a:spLocks noChangeShapeType="1"/>
              </p:cNvSpPr>
              <p:nvPr/>
            </p:nvSpPr>
            <p:spPr bwMode="auto">
              <a:xfrm flipV="1">
                <a:off x="2174875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48" name="Line 20"/>
              <p:cNvSpPr>
                <a:spLocks noChangeShapeType="1"/>
              </p:cNvSpPr>
              <p:nvPr/>
            </p:nvSpPr>
            <p:spPr bwMode="auto">
              <a:xfrm flipV="1">
                <a:off x="2184400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49" name="Line 21"/>
              <p:cNvSpPr>
                <a:spLocks noChangeShapeType="1"/>
              </p:cNvSpPr>
              <p:nvPr/>
            </p:nvSpPr>
            <p:spPr bwMode="auto">
              <a:xfrm flipV="1">
                <a:off x="21939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50" name="Line 22"/>
              <p:cNvSpPr>
                <a:spLocks noChangeShapeType="1"/>
              </p:cNvSpPr>
              <p:nvPr/>
            </p:nvSpPr>
            <p:spPr bwMode="auto">
              <a:xfrm flipV="1">
                <a:off x="2203450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51" name="Line 23"/>
              <p:cNvSpPr>
                <a:spLocks noChangeShapeType="1"/>
              </p:cNvSpPr>
              <p:nvPr/>
            </p:nvSpPr>
            <p:spPr bwMode="auto">
              <a:xfrm flipV="1">
                <a:off x="2212975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52" name="Line 24"/>
              <p:cNvSpPr>
                <a:spLocks noChangeShapeType="1"/>
              </p:cNvSpPr>
              <p:nvPr/>
            </p:nvSpPr>
            <p:spPr bwMode="auto">
              <a:xfrm>
                <a:off x="2222500" y="2600326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53" name="Line 25"/>
              <p:cNvSpPr>
                <a:spLocks noChangeShapeType="1"/>
              </p:cNvSpPr>
              <p:nvPr/>
            </p:nvSpPr>
            <p:spPr bwMode="auto">
              <a:xfrm>
                <a:off x="2230438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54" name="Line 26"/>
              <p:cNvSpPr>
                <a:spLocks noChangeShapeType="1"/>
              </p:cNvSpPr>
              <p:nvPr/>
            </p:nvSpPr>
            <p:spPr bwMode="auto">
              <a:xfrm>
                <a:off x="22399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55" name="Line 27"/>
              <p:cNvSpPr>
                <a:spLocks noChangeShapeType="1"/>
              </p:cNvSpPr>
              <p:nvPr/>
            </p:nvSpPr>
            <p:spPr bwMode="auto">
              <a:xfrm>
                <a:off x="2249488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56" name="Line 28"/>
              <p:cNvSpPr>
                <a:spLocks noChangeShapeType="1"/>
              </p:cNvSpPr>
              <p:nvPr/>
            </p:nvSpPr>
            <p:spPr bwMode="auto">
              <a:xfrm>
                <a:off x="2259013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57" name="Line 29"/>
              <p:cNvSpPr>
                <a:spLocks noChangeShapeType="1"/>
              </p:cNvSpPr>
              <p:nvPr/>
            </p:nvSpPr>
            <p:spPr bwMode="auto">
              <a:xfrm>
                <a:off x="2268538" y="2632076"/>
                <a:ext cx="7938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58" name="Line 30"/>
              <p:cNvSpPr>
                <a:spLocks noChangeShapeType="1"/>
              </p:cNvSpPr>
              <p:nvPr/>
            </p:nvSpPr>
            <p:spPr bwMode="auto">
              <a:xfrm>
                <a:off x="2276475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59" name="Line 31"/>
              <p:cNvSpPr>
                <a:spLocks noChangeShapeType="1"/>
              </p:cNvSpPr>
              <p:nvPr/>
            </p:nvSpPr>
            <p:spPr bwMode="auto">
              <a:xfrm>
                <a:off x="2286000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60" name="Line 32"/>
              <p:cNvSpPr>
                <a:spLocks noChangeShapeType="1"/>
              </p:cNvSpPr>
              <p:nvPr/>
            </p:nvSpPr>
            <p:spPr bwMode="auto">
              <a:xfrm>
                <a:off x="22955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61" name="Line 33"/>
              <p:cNvSpPr>
                <a:spLocks noChangeShapeType="1"/>
              </p:cNvSpPr>
              <p:nvPr/>
            </p:nvSpPr>
            <p:spPr bwMode="auto">
              <a:xfrm>
                <a:off x="2305050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62" name="Line 34"/>
              <p:cNvSpPr>
                <a:spLocks noChangeShapeType="1"/>
              </p:cNvSpPr>
              <p:nvPr/>
            </p:nvSpPr>
            <p:spPr bwMode="auto">
              <a:xfrm>
                <a:off x="2314575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63" name="Line 35"/>
              <p:cNvSpPr>
                <a:spLocks noChangeShapeType="1"/>
              </p:cNvSpPr>
              <p:nvPr/>
            </p:nvSpPr>
            <p:spPr bwMode="auto">
              <a:xfrm>
                <a:off x="2324100" y="2768601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64" name="Line 36"/>
              <p:cNvSpPr>
                <a:spLocks noChangeShapeType="1"/>
              </p:cNvSpPr>
              <p:nvPr/>
            </p:nvSpPr>
            <p:spPr bwMode="auto">
              <a:xfrm>
                <a:off x="2332038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65" name="Line 37"/>
              <p:cNvSpPr>
                <a:spLocks noChangeShapeType="1"/>
              </p:cNvSpPr>
              <p:nvPr/>
            </p:nvSpPr>
            <p:spPr bwMode="auto">
              <a:xfrm>
                <a:off x="2341563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66" name="Line 38"/>
              <p:cNvSpPr>
                <a:spLocks noChangeShapeType="1"/>
              </p:cNvSpPr>
              <p:nvPr/>
            </p:nvSpPr>
            <p:spPr bwMode="auto">
              <a:xfrm>
                <a:off x="2351088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67" name="Line 39"/>
              <p:cNvSpPr>
                <a:spLocks noChangeShapeType="1"/>
              </p:cNvSpPr>
              <p:nvPr/>
            </p:nvSpPr>
            <p:spPr bwMode="auto">
              <a:xfrm>
                <a:off x="2360613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68" name="Line 40"/>
              <p:cNvSpPr>
                <a:spLocks noChangeShapeType="1"/>
              </p:cNvSpPr>
              <p:nvPr/>
            </p:nvSpPr>
            <p:spPr bwMode="auto">
              <a:xfrm>
                <a:off x="2370138" y="2932113"/>
                <a:ext cx="7938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69" name="Line 41"/>
              <p:cNvSpPr>
                <a:spLocks noChangeShapeType="1"/>
              </p:cNvSpPr>
              <p:nvPr/>
            </p:nvSpPr>
            <p:spPr bwMode="auto">
              <a:xfrm>
                <a:off x="2378075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70" name="Line 42"/>
              <p:cNvSpPr>
                <a:spLocks noChangeShapeType="1"/>
              </p:cNvSpPr>
              <p:nvPr/>
            </p:nvSpPr>
            <p:spPr bwMode="auto">
              <a:xfrm>
                <a:off x="2387600" y="3000376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71" name="Line 43"/>
              <p:cNvSpPr>
                <a:spLocks noChangeShapeType="1"/>
              </p:cNvSpPr>
              <p:nvPr/>
            </p:nvSpPr>
            <p:spPr bwMode="auto">
              <a:xfrm>
                <a:off x="2397125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72" name="Line 44"/>
              <p:cNvSpPr>
                <a:spLocks noChangeShapeType="1"/>
              </p:cNvSpPr>
              <p:nvPr/>
            </p:nvSpPr>
            <p:spPr bwMode="auto">
              <a:xfrm>
                <a:off x="2406650" y="30686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73" name="Line 45"/>
              <p:cNvSpPr>
                <a:spLocks noChangeShapeType="1"/>
              </p:cNvSpPr>
              <p:nvPr/>
            </p:nvSpPr>
            <p:spPr bwMode="auto">
              <a:xfrm>
                <a:off x="2416175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74" name="Line 46"/>
              <p:cNvSpPr>
                <a:spLocks noChangeShapeType="1"/>
              </p:cNvSpPr>
              <p:nvPr/>
            </p:nvSpPr>
            <p:spPr bwMode="auto">
              <a:xfrm>
                <a:off x="2425700" y="3133726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75" name="Line 47"/>
              <p:cNvSpPr>
                <a:spLocks noChangeShapeType="1"/>
              </p:cNvSpPr>
              <p:nvPr/>
            </p:nvSpPr>
            <p:spPr bwMode="auto">
              <a:xfrm>
                <a:off x="2433638" y="3163888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76" name="Line 48"/>
              <p:cNvSpPr>
                <a:spLocks noChangeShapeType="1"/>
              </p:cNvSpPr>
              <p:nvPr/>
            </p:nvSpPr>
            <p:spPr bwMode="auto">
              <a:xfrm>
                <a:off x="2443163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77" name="Line 49"/>
              <p:cNvSpPr>
                <a:spLocks noChangeShapeType="1"/>
              </p:cNvSpPr>
              <p:nvPr/>
            </p:nvSpPr>
            <p:spPr bwMode="auto">
              <a:xfrm>
                <a:off x="2452688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78" name="Line 50"/>
              <p:cNvSpPr>
                <a:spLocks noChangeShapeType="1"/>
              </p:cNvSpPr>
              <p:nvPr/>
            </p:nvSpPr>
            <p:spPr bwMode="auto">
              <a:xfrm>
                <a:off x="2462213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79" name="Line 51"/>
              <p:cNvSpPr>
                <a:spLocks noChangeShapeType="1"/>
              </p:cNvSpPr>
              <p:nvPr/>
            </p:nvSpPr>
            <p:spPr bwMode="auto">
              <a:xfrm>
                <a:off x="2471738" y="3265488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80" name="Line 52"/>
              <p:cNvSpPr>
                <a:spLocks noChangeShapeType="1"/>
              </p:cNvSpPr>
              <p:nvPr/>
            </p:nvSpPr>
            <p:spPr bwMode="auto">
              <a:xfrm>
                <a:off x="2479675" y="3282951"/>
                <a:ext cx="9525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81" name="Line 53"/>
              <p:cNvSpPr>
                <a:spLocks noChangeShapeType="1"/>
              </p:cNvSpPr>
              <p:nvPr/>
            </p:nvSpPr>
            <p:spPr bwMode="auto">
              <a:xfrm>
                <a:off x="2489200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82" name="Line 54"/>
              <p:cNvSpPr>
                <a:spLocks noChangeShapeType="1"/>
              </p:cNvSpPr>
              <p:nvPr/>
            </p:nvSpPr>
            <p:spPr bwMode="auto">
              <a:xfrm>
                <a:off x="2498725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83" name="Line 55"/>
              <p:cNvSpPr>
                <a:spLocks noChangeShapeType="1"/>
              </p:cNvSpPr>
              <p:nvPr/>
            </p:nvSpPr>
            <p:spPr bwMode="auto">
              <a:xfrm>
                <a:off x="2508250" y="3322638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84" name="Line 56"/>
              <p:cNvSpPr>
                <a:spLocks noChangeShapeType="1"/>
              </p:cNvSpPr>
              <p:nvPr/>
            </p:nvSpPr>
            <p:spPr bwMode="auto">
              <a:xfrm>
                <a:off x="2517775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85" name="Line 57"/>
              <p:cNvSpPr>
                <a:spLocks noChangeShapeType="1"/>
              </p:cNvSpPr>
              <p:nvPr/>
            </p:nvSpPr>
            <p:spPr bwMode="auto">
              <a:xfrm>
                <a:off x="2527300" y="3332163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86" name="Line 58"/>
              <p:cNvSpPr>
                <a:spLocks noChangeShapeType="1"/>
              </p:cNvSpPr>
              <p:nvPr/>
            </p:nvSpPr>
            <p:spPr bwMode="auto">
              <a:xfrm flipV="1">
                <a:off x="2535238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87" name="Line 59"/>
              <p:cNvSpPr>
                <a:spLocks noChangeShapeType="1"/>
              </p:cNvSpPr>
              <p:nvPr/>
            </p:nvSpPr>
            <p:spPr bwMode="auto">
              <a:xfrm flipV="1">
                <a:off x="2544763" y="3322638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88" name="Line 60"/>
              <p:cNvSpPr>
                <a:spLocks noChangeShapeType="1"/>
              </p:cNvSpPr>
              <p:nvPr/>
            </p:nvSpPr>
            <p:spPr bwMode="auto">
              <a:xfrm flipV="1">
                <a:off x="2554288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89" name="Line 61"/>
              <p:cNvSpPr>
                <a:spLocks noChangeShapeType="1"/>
              </p:cNvSpPr>
              <p:nvPr/>
            </p:nvSpPr>
            <p:spPr bwMode="auto">
              <a:xfrm flipV="1">
                <a:off x="2563813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90" name="Line 62"/>
              <p:cNvSpPr>
                <a:spLocks noChangeShapeType="1"/>
              </p:cNvSpPr>
              <p:nvPr/>
            </p:nvSpPr>
            <p:spPr bwMode="auto">
              <a:xfrm flipV="1">
                <a:off x="2573338" y="3282951"/>
                <a:ext cx="9525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91" name="Line 63"/>
              <p:cNvSpPr>
                <a:spLocks noChangeShapeType="1"/>
              </p:cNvSpPr>
              <p:nvPr/>
            </p:nvSpPr>
            <p:spPr bwMode="auto">
              <a:xfrm flipV="1">
                <a:off x="2582863" y="3265488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92" name="Line 64"/>
              <p:cNvSpPr>
                <a:spLocks noChangeShapeType="1"/>
              </p:cNvSpPr>
              <p:nvPr/>
            </p:nvSpPr>
            <p:spPr bwMode="auto">
              <a:xfrm flipV="1">
                <a:off x="2590800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93" name="Line 65"/>
              <p:cNvSpPr>
                <a:spLocks noChangeShapeType="1"/>
              </p:cNvSpPr>
              <p:nvPr/>
            </p:nvSpPr>
            <p:spPr bwMode="auto">
              <a:xfrm flipV="1">
                <a:off x="2600325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94" name="Line 66"/>
              <p:cNvSpPr>
                <a:spLocks noChangeShapeType="1"/>
              </p:cNvSpPr>
              <p:nvPr/>
            </p:nvSpPr>
            <p:spPr bwMode="auto">
              <a:xfrm flipV="1">
                <a:off x="2609850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95" name="Line 67"/>
              <p:cNvSpPr>
                <a:spLocks noChangeShapeType="1"/>
              </p:cNvSpPr>
              <p:nvPr/>
            </p:nvSpPr>
            <p:spPr bwMode="auto">
              <a:xfrm flipV="1">
                <a:off x="2619375" y="3163888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96" name="Line 68"/>
              <p:cNvSpPr>
                <a:spLocks noChangeShapeType="1"/>
              </p:cNvSpPr>
              <p:nvPr/>
            </p:nvSpPr>
            <p:spPr bwMode="auto">
              <a:xfrm flipV="1">
                <a:off x="2628900" y="3133726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97" name="Line 69"/>
              <p:cNvSpPr>
                <a:spLocks noChangeShapeType="1"/>
              </p:cNvSpPr>
              <p:nvPr/>
            </p:nvSpPr>
            <p:spPr bwMode="auto">
              <a:xfrm flipV="1">
                <a:off x="2636838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98" name="Line 70"/>
              <p:cNvSpPr>
                <a:spLocks noChangeShapeType="1"/>
              </p:cNvSpPr>
              <p:nvPr/>
            </p:nvSpPr>
            <p:spPr bwMode="auto">
              <a:xfrm flipV="1">
                <a:off x="2646363" y="30686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99" name="Line 71"/>
              <p:cNvSpPr>
                <a:spLocks noChangeShapeType="1"/>
              </p:cNvSpPr>
              <p:nvPr/>
            </p:nvSpPr>
            <p:spPr bwMode="auto">
              <a:xfrm flipV="1">
                <a:off x="2655888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00" name="Line 72"/>
              <p:cNvSpPr>
                <a:spLocks noChangeShapeType="1"/>
              </p:cNvSpPr>
              <p:nvPr/>
            </p:nvSpPr>
            <p:spPr bwMode="auto">
              <a:xfrm flipV="1">
                <a:off x="2665413" y="3000376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01" name="Line 73"/>
              <p:cNvSpPr>
                <a:spLocks noChangeShapeType="1"/>
              </p:cNvSpPr>
              <p:nvPr/>
            </p:nvSpPr>
            <p:spPr bwMode="auto">
              <a:xfrm flipV="1">
                <a:off x="2674938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02" name="Line 74"/>
              <p:cNvSpPr>
                <a:spLocks noChangeShapeType="1"/>
              </p:cNvSpPr>
              <p:nvPr/>
            </p:nvSpPr>
            <p:spPr bwMode="auto">
              <a:xfrm flipV="1">
                <a:off x="2684463" y="2932113"/>
                <a:ext cx="7938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03" name="Line 75"/>
              <p:cNvSpPr>
                <a:spLocks noChangeShapeType="1"/>
              </p:cNvSpPr>
              <p:nvPr/>
            </p:nvSpPr>
            <p:spPr bwMode="auto">
              <a:xfrm flipV="1">
                <a:off x="2692400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04" name="Line 76"/>
              <p:cNvSpPr>
                <a:spLocks noChangeShapeType="1"/>
              </p:cNvSpPr>
              <p:nvPr/>
            </p:nvSpPr>
            <p:spPr bwMode="auto">
              <a:xfrm flipV="1">
                <a:off x="2701925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05" name="Line 77"/>
              <p:cNvSpPr>
                <a:spLocks noChangeShapeType="1"/>
              </p:cNvSpPr>
              <p:nvPr/>
            </p:nvSpPr>
            <p:spPr bwMode="auto">
              <a:xfrm flipV="1">
                <a:off x="2711450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06" name="Line 78"/>
              <p:cNvSpPr>
                <a:spLocks noChangeShapeType="1"/>
              </p:cNvSpPr>
              <p:nvPr/>
            </p:nvSpPr>
            <p:spPr bwMode="auto">
              <a:xfrm flipV="1">
                <a:off x="2720975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07" name="Line 79"/>
              <p:cNvSpPr>
                <a:spLocks noChangeShapeType="1"/>
              </p:cNvSpPr>
              <p:nvPr/>
            </p:nvSpPr>
            <p:spPr bwMode="auto">
              <a:xfrm flipV="1">
                <a:off x="2730500" y="2768601"/>
                <a:ext cx="9525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08" name="Line 80"/>
              <p:cNvSpPr>
                <a:spLocks noChangeShapeType="1"/>
              </p:cNvSpPr>
              <p:nvPr/>
            </p:nvSpPr>
            <p:spPr bwMode="auto">
              <a:xfrm flipV="1">
                <a:off x="2740025" y="2740026"/>
                <a:ext cx="7938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09" name="Line 81"/>
              <p:cNvSpPr>
                <a:spLocks noChangeShapeType="1"/>
              </p:cNvSpPr>
              <p:nvPr/>
            </p:nvSpPr>
            <p:spPr bwMode="auto">
              <a:xfrm flipV="1">
                <a:off x="2747963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10" name="Line 82"/>
              <p:cNvSpPr>
                <a:spLocks noChangeShapeType="1"/>
              </p:cNvSpPr>
              <p:nvPr/>
            </p:nvSpPr>
            <p:spPr bwMode="auto">
              <a:xfrm flipV="1">
                <a:off x="2757488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11" name="Line 83"/>
              <p:cNvSpPr>
                <a:spLocks noChangeShapeType="1"/>
              </p:cNvSpPr>
              <p:nvPr/>
            </p:nvSpPr>
            <p:spPr bwMode="auto">
              <a:xfrm flipV="1">
                <a:off x="2767013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12" name="Line 84"/>
              <p:cNvSpPr>
                <a:spLocks noChangeShapeType="1"/>
              </p:cNvSpPr>
              <p:nvPr/>
            </p:nvSpPr>
            <p:spPr bwMode="auto">
              <a:xfrm flipV="1">
                <a:off x="2776538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13" name="Line 85"/>
              <p:cNvSpPr>
                <a:spLocks noChangeShapeType="1"/>
              </p:cNvSpPr>
              <p:nvPr/>
            </p:nvSpPr>
            <p:spPr bwMode="auto">
              <a:xfrm flipV="1">
                <a:off x="2786063" y="2632076"/>
                <a:ext cx="7938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14" name="Line 86"/>
              <p:cNvSpPr>
                <a:spLocks noChangeShapeType="1"/>
              </p:cNvSpPr>
              <p:nvPr/>
            </p:nvSpPr>
            <p:spPr bwMode="auto">
              <a:xfrm flipV="1">
                <a:off x="2794000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15" name="Line 87"/>
              <p:cNvSpPr>
                <a:spLocks noChangeShapeType="1"/>
              </p:cNvSpPr>
              <p:nvPr/>
            </p:nvSpPr>
            <p:spPr bwMode="auto">
              <a:xfrm flipV="1">
                <a:off x="28035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16" name="Line 88"/>
              <p:cNvSpPr>
                <a:spLocks noChangeShapeType="1"/>
              </p:cNvSpPr>
              <p:nvPr/>
            </p:nvSpPr>
            <p:spPr bwMode="auto">
              <a:xfrm flipV="1">
                <a:off x="2813050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17" name="Line 89"/>
              <p:cNvSpPr>
                <a:spLocks noChangeShapeType="1"/>
              </p:cNvSpPr>
              <p:nvPr/>
            </p:nvSpPr>
            <p:spPr bwMode="auto">
              <a:xfrm flipV="1">
                <a:off x="2822575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18" name="Line 90"/>
              <p:cNvSpPr>
                <a:spLocks noChangeShapeType="1"/>
              </p:cNvSpPr>
              <p:nvPr/>
            </p:nvSpPr>
            <p:spPr bwMode="auto">
              <a:xfrm>
                <a:off x="2832100" y="2600326"/>
                <a:ext cx="952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19" name="Line 91"/>
              <p:cNvSpPr>
                <a:spLocks noChangeShapeType="1"/>
              </p:cNvSpPr>
              <p:nvPr/>
            </p:nvSpPr>
            <p:spPr bwMode="auto">
              <a:xfrm>
                <a:off x="2841625" y="2600326"/>
                <a:ext cx="793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20" name="Line 92"/>
              <p:cNvSpPr>
                <a:spLocks noChangeShapeType="1"/>
              </p:cNvSpPr>
              <p:nvPr/>
            </p:nvSpPr>
            <p:spPr bwMode="auto">
              <a:xfrm>
                <a:off x="28495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21" name="Line 93"/>
              <p:cNvSpPr>
                <a:spLocks noChangeShapeType="1"/>
              </p:cNvSpPr>
              <p:nvPr/>
            </p:nvSpPr>
            <p:spPr bwMode="auto">
              <a:xfrm>
                <a:off x="2859088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22" name="Line 94"/>
              <p:cNvSpPr>
                <a:spLocks noChangeShapeType="1"/>
              </p:cNvSpPr>
              <p:nvPr/>
            </p:nvSpPr>
            <p:spPr bwMode="auto">
              <a:xfrm>
                <a:off x="2868613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23" name="Line 95"/>
              <p:cNvSpPr>
                <a:spLocks noChangeShapeType="1"/>
              </p:cNvSpPr>
              <p:nvPr/>
            </p:nvSpPr>
            <p:spPr bwMode="auto">
              <a:xfrm>
                <a:off x="2878138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24" name="Line 96"/>
              <p:cNvSpPr>
                <a:spLocks noChangeShapeType="1"/>
              </p:cNvSpPr>
              <p:nvPr/>
            </p:nvSpPr>
            <p:spPr bwMode="auto">
              <a:xfrm>
                <a:off x="2887663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25" name="Line 97"/>
              <p:cNvSpPr>
                <a:spLocks noChangeShapeType="1"/>
              </p:cNvSpPr>
              <p:nvPr/>
            </p:nvSpPr>
            <p:spPr bwMode="auto">
              <a:xfrm>
                <a:off x="2897188" y="2667001"/>
                <a:ext cx="7938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26" name="Line 98"/>
              <p:cNvSpPr>
                <a:spLocks noChangeShapeType="1"/>
              </p:cNvSpPr>
              <p:nvPr/>
            </p:nvSpPr>
            <p:spPr bwMode="auto">
              <a:xfrm>
                <a:off x="29051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27" name="Line 99"/>
              <p:cNvSpPr>
                <a:spLocks noChangeShapeType="1"/>
              </p:cNvSpPr>
              <p:nvPr/>
            </p:nvSpPr>
            <p:spPr bwMode="auto">
              <a:xfrm>
                <a:off x="2914650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28" name="Line 100"/>
              <p:cNvSpPr>
                <a:spLocks noChangeShapeType="1"/>
              </p:cNvSpPr>
              <p:nvPr/>
            </p:nvSpPr>
            <p:spPr bwMode="auto">
              <a:xfrm>
                <a:off x="2924175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29" name="Line 101"/>
              <p:cNvSpPr>
                <a:spLocks noChangeShapeType="1"/>
              </p:cNvSpPr>
              <p:nvPr/>
            </p:nvSpPr>
            <p:spPr bwMode="auto">
              <a:xfrm>
                <a:off x="2933700" y="2768601"/>
                <a:ext cx="9525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30" name="Line 102"/>
              <p:cNvSpPr>
                <a:spLocks noChangeShapeType="1"/>
              </p:cNvSpPr>
              <p:nvPr/>
            </p:nvSpPr>
            <p:spPr bwMode="auto">
              <a:xfrm>
                <a:off x="2943225" y="2798763"/>
                <a:ext cx="7938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31" name="Line 103"/>
              <p:cNvSpPr>
                <a:spLocks noChangeShapeType="1"/>
              </p:cNvSpPr>
              <p:nvPr/>
            </p:nvSpPr>
            <p:spPr bwMode="auto">
              <a:xfrm>
                <a:off x="2951163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32" name="Line 104"/>
              <p:cNvSpPr>
                <a:spLocks noChangeShapeType="1"/>
              </p:cNvSpPr>
              <p:nvPr/>
            </p:nvSpPr>
            <p:spPr bwMode="auto">
              <a:xfrm>
                <a:off x="2960688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33" name="Line 105"/>
              <p:cNvSpPr>
                <a:spLocks noChangeShapeType="1"/>
              </p:cNvSpPr>
              <p:nvPr/>
            </p:nvSpPr>
            <p:spPr bwMode="auto">
              <a:xfrm>
                <a:off x="2970213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34" name="Line 106"/>
              <p:cNvSpPr>
                <a:spLocks noChangeShapeType="1"/>
              </p:cNvSpPr>
              <p:nvPr/>
            </p:nvSpPr>
            <p:spPr bwMode="auto">
              <a:xfrm>
                <a:off x="2979738" y="293211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35" name="Line 107"/>
              <p:cNvSpPr>
                <a:spLocks noChangeShapeType="1"/>
              </p:cNvSpPr>
              <p:nvPr/>
            </p:nvSpPr>
            <p:spPr bwMode="auto">
              <a:xfrm>
                <a:off x="2073275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36" name="Line 108"/>
              <p:cNvSpPr>
                <a:spLocks noChangeShapeType="1"/>
              </p:cNvSpPr>
              <p:nvPr/>
            </p:nvSpPr>
            <p:spPr bwMode="auto">
              <a:xfrm>
                <a:off x="2092325" y="303371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37" name="Line 109"/>
              <p:cNvSpPr>
                <a:spLocks noChangeShapeType="1"/>
              </p:cNvSpPr>
              <p:nvPr/>
            </p:nvSpPr>
            <p:spPr bwMode="auto">
              <a:xfrm>
                <a:off x="2092325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38" name="Line 110"/>
              <p:cNvSpPr>
                <a:spLocks noChangeShapeType="1"/>
              </p:cNvSpPr>
              <p:nvPr/>
            </p:nvSpPr>
            <p:spPr bwMode="auto">
              <a:xfrm>
                <a:off x="2111375" y="310197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39" name="Line 111"/>
              <p:cNvSpPr>
                <a:spLocks noChangeShapeType="1"/>
              </p:cNvSpPr>
              <p:nvPr/>
            </p:nvSpPr>
            <p:spPr bwMode="auto">
              <a:xfrm>
                <a:off x="2111375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40" name="Line 112"/>
              <p:cNvSpPr>
                <a:spLocks noChangeShapeType="1"/>
              </p:cNvSpPr>
              <p:nvPr/>
            </p:nvSpPr>
            <p:spPr bwMode="auto">
              <a:xfrm>
                <a:off x="2120900" y="313372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41" name="Line 113"/>
              <p:cNvSpPr>
                <a:spLocks noChangeShapeType="1"/>
              </p:cNvSpPr>
              <p:nvPr/>
            </p:nvSpPr>
            <p:spPr bwMode="auto">
              <a:xfrm>
                <a:off x="2130425" y="3168651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42" name="Line 114"/>
              <p:cNvSpPr>
                <a:spLocks noChangeShapeType="1"/>
              </p:cNvSpPr>
              <p:nvPr/>
            </p:nvSpPr>
            <p:spPr bwMode="auto">
              <a:xfrm>
                <a:off x="2138363" y="3192463"/>
                <a:ext cx="3175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43" name="Line 115"/>
              <p:cNvSpPr>
                <a:spLocks noChangeShapeType="1"/>
              </p:cNvSpPr>
              <p:nvPr/>
            </p:nvSpPr>
            <p:spPr bwMode="auto">
              <a:xfrm>
                <a:off x="2152650" y="3232151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44" name="Line 116"/>
              <p:cNvSpPr>
                <a:spLocks noChangeShapeType="1"/>
              </p:cNvSpPr>
              <p:nvPr/>
            </p:nvSpPr>
            <p:spPr bwMode="auto">
              <a:xfrm>
                <a:off x="2157413" y="3243263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45" name="Line 117"/>
              <p:cNvSpPr>
                <a:spLocks noChangeShapeType="1"/>
              </p:cNvSpPr>
              <p:nvPr/>
            </p:nvSpPr>
            <p:spPr bwMode="auto">
              <a:xfrm>
                <a:off x="2179638" y="3289301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46" name="Line 118"/>
              <p:cNvSpPr>
                <a:spLocks noChangeShapeType="1"/>
              </p:cNvSpPr>
              <p:nvPr/>
            </p:nvSpPr>
            <p:spPr bwMode="auto">
              <a:xfrm>
                <a:off x="2184400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47" name="Line 119"/>
              <p:cNvSpPr>
                <a:spLocks noChangeShapeType="1"/>
              </p:cNvSpPr>
              <p:nvPr/>
            </p:nvSpPr>
            <p:spPr bwMode="auto">
              <a:xfrm>
                <a:off x="2193925" y="331311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48" name="Line 120"/>
              <p:cNvSpPr>
                <a:spLocks noChangeShapeType="1"/>
              </p:cNvSpPr>
              <p:nvPr/>
            </p:nvSpPr>
            <p:spPr bwMode="auto">
              <a:xfrm>
                <a:off x="2214563" y="3328988"/>
                <a:ext cx="793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49" name="Line 121"/>
              <p:cNvSpPr>
                <a:spLocks noChangeShapeType="1"/>
              </p:cNvSpPr>
              <p:nvPr/>
            </p:nvSpPr>
            <p:spPr bwMode="auto">
              <a:xfrm>
                <a:off x="2222500" y="3332163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50" name="Line 122"/>
              <p:cNvSpPr>
                <a:spLocks noChangeShapeType="1"/>
              </p:cNvSpPr>
              <p:nvPr/>
            </p:nvSpPr>
            <p:spPr bwMode="auto">
              <a:xfrm flipV="1">
                <a:off x="2230438" y="3330576"/>
                <a:ext cx="317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51" name="Line 123"/>
              <p:cNvSpPr>
                <a:spLocks noChangeShapeType="1"/>
              </p:cNvSpPr>
              <p:nvPr/>
            </p:nvSpPr>
            <p:spPr bwMode="auto">
              <a:xfrm flipV="1">
                <a:off x="2252663" y="3313113"/>
                <a:ext cx="6350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52" name="Line 124"/>
              <p:cNvSpPr>
                <a:spLocks noChangeShapeType="1"/>
              </p:cNvSpPr>
              <p:nvPr/>
            </p:nvSpPr>
            <p:spPr bwMode="auto">
              <a:xfrm flipV="1">
                <a:off x="2259013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53" name="Line 125"/>
              <p:cNvSpPr>
                <a:spLocks noChangeShapeType="1"/>
              </p:cNvSpPr>
              <p:nvPr/>
            </p:nvSpPr>
            <p:spPr bwMode="auto">
              <a:xfrm flipV="1">
                <a:off x="2268538" y="3295651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54" name="Line 126"/>
              <p:cNvSpPr>
                <a:spLocks noChangeShapeType="1"/>
              </p:cNvSpPr>
              <p:nvPr/>
            </p:nvSpPr>
            <p:spPr bwMode="auto">
              <a:xfrm flipV="1">
                <a:off x="2284413" y="3265488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55" name="Line 127"/>
              <p:cNvSpPr>
                <a:spLocks noChangeShapeType="1"/>
              </p:cNvSpPr>
              <p:nvPr/>
            </p:nvSpPr>
            <p:spPr bwMode="auto">
              <a:xfrm flipV="1">
                <a:off x="2286000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56" name="Line 128"/>
              <p:cNvSpPr>
                <a:spLocks noChangeShapeType="1"/>
              </p:cNvSpPr>
              <p:nvPr/>
            </p:nvSpPr>
            <p:spPr bwMode="auto">
              <a:xfrm flipV="1">
                <a:off x="2295525" y="3238501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57" name="Line 129"/>
              <p:cNvSpPr>
                <a:spLocks noChangeShapeType="1"/>
              </p:cNvSpPr>
              <p:nvPr/>
            </p:nvSpPr>
            <p:spPr bwMode="auto">
              <a:xfrm flipV="1">
                <a:off x="2308225" y="3192463"/>
                <a:ext cx="6350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58" name="Line 130"/>
              <p:cNvSpPr>
                <a:spLocks noChangeShapeType="1"/>
              </p:cNvSpPr>
              <p:nvPr/>
            </p:nvSpPr>
            <p:spPr bwMode="auto">
              <a:xfrm flipV="1">
                <a:off x="2314575" y="3175001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59" name="Line 131"/>
              <p:cNvSpPr>
                <a:spLocks noChangeShapeType="1"/>
              </p:cNvSpPr>
              <p:nvPr/>
            </p:nvSpPr>
            <p:spPr bwMode="auto">
              <a:xfrm flipV="1">
                <a:off x="2330450" y="3133726"/>
                <a:ext cx="1588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60" name="Line 132"/>
              <p:cNvSpPr>
                <a:spLocks noChangeShapeType="1"/>
              </p:cNvSpPr>
              <p:nvPr/>
            </p:nvSpPr>
            <p:spPr bwMode="auto">
              <a:xfrm flipV="1">
                <a:off x="2332038" y="3109913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61" name="Line 133"/>
              <p:cNvSpPr>
                <a:spLocks noChangeShapeType="1"/>
              </p:cNvSpPr>
              <p:nvPr/>
            </p:nvSpPr>
            <p:spPr bwMode="auto">
              <a:xfrm flipV="1">
                <a:off x="2349500" y="3068638"/>
                <a:ext cx="1588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62" name="Line 134"/>
              <p:cNvSpPr>
                <a:spLocks noChangeShapeType="1"/>
              </p:cNvSpPr>
              <p:nvPr/>
            </p:nvSpPr>
            <p:spPr bwMode="auto">
              <a:xfrm flipV="1">
                <a:off x="2351088" y="3041651"/>
                <a:ext cx="7938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63" name="Line 135"/>
              <p:cNvSpPr>
                <a:spLocks noChangeShapeType="1"/>
              </p:cNvSpPr>
              <p:nvPr/>
            </p:nvSpPr>
            <p:spPr bwMode="auto">
              <a:xfrm flipV="1">
                <a:off x="2366963" y="3000376"/>
                <a:ext cx="3175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64" name="Line 136"/>
              <p:cNvSpPr>
                <a:spLocks noChangeShapeType="1"/>
              </p:cNvSpPr>
              <p:nvPr/>
            </p:nvSpPr>
            <p:spPr bwMode="auto">
              <a:xfrm flipV="1">
                <a:off x="2370138" y="2973388"/>
                <a:ext cx="6350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65" name="Line 137"/>
              <p:cNvSpPr>
                <a:spLocks noChangeShapeType="1"/>
              </p:cNvSpPr>
              <p:nvPr/>
            </p:nvSpPr>
            <p:spPr bwMode="auto">
              <a:xfrm flipV="1">
                <a:off x="2386013" y="2932113"/>
                <a:ext cx="1588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66" name="Line 138"/>
              <p:cNvSpPr>
                <a:spLocks noChangeShapeType="1"/>
              </p:cNvSpPr>
              <p:nvPr/>
            </p:nvSpPr>
            <p:spPr bwMode="auto">
              <a:xfrm flipV="1">
                <a:off x="2387600" y="2906713"/>
                <a:ext cx="7938" cy="254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67" name="Line 139"/>
              <p:cNvSpPr>
                <a:spLocks noChangeShapeType="1"/>
              </p:cNvSpPr>
              <p:nvPr/>
            </p:nvSpPr>
            <p:spPr bwMode="auto">
              <a:xfrm flipV="1">
                <a:off x="2403475" y="2862263"/>
                <a:ext cx="317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68" name="Line 140"/>
              <p:cNvSpPr>
                <a:spLocks noChangeShapeType="1"/>
              </p:cNvSpPr>
              <p:nvPr/>
            </p:nvSpPr>
            <p:spPr bwMode="auto">
              <a:xfrm flipV="1">
                <a:off x="2406650" y="2838451"/>
                <a:ext cx="6350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69" name="Line 141"/>
              <p:cNvSpPr>
                <a:spLocks noChangeShapeType="1"/>
              </p:cNvSpPr>
              <p:nvPr/>
            </p:nvSpPr>
            <p:spPr bwMode="auto">
              <a:xfrm flipV="1">
                <a:off x="2422525" y="2798763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70" name="Line 142"/>
              <p:cNvSpPr>
                <a:spLocks noChangeShapeType="1"/>
              </p:cNvSpPr>
              <p:nvPr/>
            </p:nvSpPr>
            <p:spPr bwMode="auto">
              <a:xfrm flipV="1">
                <a:off x="2425700" y="2771776"/>
                <a:ext cx="7938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71" name="Line 143"/>
              <p:cNvSpPr>
                <a:spLocks noChangeShapeType="1"/>
              </p:cNvSpPr>
              <p:nvPr/>
            </p:nvSpPr>
            <p:spPr bwMode="auto">
              <a:xfrm flipV="1">
                <a:off x="2443163" y="2713038"/>
                <a:ext cx="9525" cy="254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72" name="Line 144"/>
              <p:cNvSpPr>
                <a:spLocks noChangeShapeType="1"/>
              </p:cNvSpPr>
              <p:nvPr/>
            </p:nvSpPr>
            <p:spPr bwMode="auto">
              <a:xfrm flipV="1">
                <a:off x="2452688" y="2706688"/>
                <a:ext cx="1588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73" name="Line 145"/>
              <p:cNvSpPr>
                <a:spLocks noChangeShapeType="1"/>
              </p:cNvSpPr>
              <p:nvPr/>
            </p:nvSpPr>
            <p:spPr bwMode="auto">
              <a:xfrm flipV="1">
                <a:off x="2466975" y="2667001"/>
                <a:ext cx="4763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74" name="Line 146"/>
              <p:cNvSpPr>
                <a:spLocks noChangeShapeType="1"/>
              </p:cNvSpPr>
              <p:nvPr/>
            </p:nvSpPr>
            <p:spPr bwMode="auto">
              <a:xfrm flipV="1">
                <a:off x="2471738" y="2647951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75" name="Line 147"/>
              <p:cNvSpPr>
                <a:spLocks noChangeShapeType="1"/>
              </p:cNvSpPr>
              <p:nvPr/>
            </p:nvSpPr>
            <p:spPr bwMode="auto">
              <a:xfrm flipV="1">
                <a:off x="2479675" y="2647951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76" name="Line 148"/>
              <p:cNvSpPr>
                <a:spLocks noChangeShapeType="1"/>
              </p:cNvSpPr>
              <p:nvPr/>
            </p:nvSpPr>
            <p:spPr bwMode="auto">
              <a:xfrm flipV="1">
                <a:off x="2495550" y="2619376"/>
                <a:ext cx="3175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77" name="Line 149"/>
              <p:cNvSpPr>
                <a:spLocks noChangeShapeType="1"/>
              </p:cNvSpPr>
              <p:nvPr/>
            </p:nvSpPr>
            <p:spPr bwMode="auto">
              <a:xfrm flipV="1">
                <a:off x="24987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78" name="Line 150"/>
              <p:cNvSpPr>
                <a:spLocks noChangeShapeType="1"/>
              </p:cNvSpPr>
              <p:nvPr/>
            </p:nvSpPr>
            <p:spPr bwMode="auto">
              <a:xfrm flipV="1">
                <a:off x="2508250" y="2605088"/>
                <a:ext cx="6350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79" name="Line 151"/>
              <p:cNvSpPr>
                <a:spLocks noChangeShapeType="1"/>
              </p:cNvSpPr>
              <p:nvPr/>
            </p:nvSpPr>
            <p:spPr bwMode="auto">
              <a:xfrm>
                <a:off x="2533650" y="260032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80" name="Line 152"/>
              <p:cNvSpPr>
                <a:spLocks noChangeShapeType="1"/>
              </p:cNvSpPr>
              <p:nvPr/>
            </p:nvSpPr>
            <p:spPr bwMode="auto">
              <a:xfrm>
                <a:off x="2535238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81" name="Line 153"/>
              <p:cNvSpPr>
                <a:spLocks noChangeShapeType="1"/>
              </p:cNvSpPr>
              <p:nvPr/>
            </p:nvSpPr>
            <p:spPr bwMode="auto">
              <a:xfrm>
                <a:off x="25447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82" name="Line 154"/>
              <p:cNvSpPr>
                <a:spLocks noChangeShapeType="1"/>
              </p:cNvSpPr>
              <p:nvPr/>
            </p:nvSpPr>
            <p:spPr bwMode="auto">
              <a:xfrm>
                <a:off x="2571750" y="2630488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83" name="Line 155"/>
              <p:cNvSpPr>
                <a:spLocks noChangeShapeType="1"/>
              </p:cNvSpPr>
              <p:nvPr/>
            </p:nvSpPr>
            <p:spPr bwMode="auto">
              <a:xfrm>
                <a:off x="2573338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84" name="Line 156"/>
              <p:cNvSpPr>
                <a:spLocks noChangeShapeType="1"/>
              </p:cNvSpPr>
              <p:nvPr/>
            </p:nvSpPr>
            <p:spPr bwMode="auto">
              <a:xfrm>
                <a:off x="2582863" y="2647951"/>
                <a:ext cx="317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85" name="Line 157"/>
              <p:cNvSpPr>
                <a:spLocks noChangeShapeType="1"/>
              </p:cNvSpPr>
              <p:nvPr/>
            </p:nvSpPr>
            <p:spPr bwMode="auto">
              <a:xfrm>
                <a:off x="2598738" y="2686051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86" name="Line 158"/>
              <p:cNvSpPr>
                <a:spLocks noChangeShapeType="1"/>
              </p:cNvSpPr>
              <p:nvPr/>
            </p:nvSpPr>
            <p:spPr bwMode="auto">
              <a:xfrm>
                <a:off x="26003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87" name="Line 159"/>
              <p:cNvSpPr>
                <a:spLocks noChangeShapeType="1"/>
              </p:cNvSpPr>
              <p:nvPr/>
            </p:nvSpPr>
            <p:spPr bwMode="auto">
              <a:xfrm>
                <a:off x="2609850" y="2713038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88" name="Line 160"/>
              <p:cNvSpPr>
                <a:spLocks noChangeShapeType="1"/>
              </p:cNvSpPr>
              <p:nvPr/>
            </p:nvSpPr>
            <p:spPr bwMode="auto">
              <a:xfrm>
                <a:off x="2622550" y="2749551"/>
                <a:ext cx="6350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89" name="Line 161"/>
              <p:cNvSpPr>
                <a:spLocks noChangeShapeType="1"/>
              </p:cNvSpPr>
              <p:nvPr/>
            </p:nvSpPr>
            <p:spPr bwMode="auto">
              <a:xfrm>
                <a:off x="2628900" y="2768601"/>
                <a:ext cx="317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90" name="Line 162"/>
              <p:cNvSpPr>
                <a:spLocks noChangeShapeType="1"/>
              </p:cNvSpPr>
              <p:nvPr/>
            </p:nvSpPr>
            <p:spPr bwMode="auto">
              <a:xfrm>
                <a:off x="2643188" y="2814638"/>
                <a:ext cx="317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91" name="Line 163"/>
              <p:cNvSpPr>
                <a:spLocks noChangeShapeType="1"/>
              </p:cNvSpPr>
              <p:nvPr/>
            </p:nvSpPr>
            <p:spPr bwMode="auto">
              <a:xfrm>
                <a:off x="2646363" y="2830513"/>
                <a:ext cx="6350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92" name="Line 164"/>
              <p:cNvSpPr>
                <a:spLocks noChangeShapeType="1"/>
              </p:cNvSpPr>
              <p:nvPr/>
            </p:nvSpPr>
            <p:spPr bwMode="auto">
              <a:xfrm>
                <a:off x="2660650" y="2882901"/>
                <a:ext cx="4763" cy="142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93" name="Line 165"/>
              <p:cNvSpPr>
                <a:spLocks noChangeShapeType="1"/>
              </p:cNvSpPr>
              <p:nvPr/>
            </p:nvSpPr>
            <p:spPr bwMode="auto">
              <a:xfrm>
                <a:off x="2665413" y="2897188"/>
                <a:ext cx="4763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94" name="Line 166"/>
              <p:cNvSpPr>
                <a:spLocks noChangeShapeType="1"/>
              </p:cNvSpPr>
              <p:nvPr/>
            </p:nvSpPr>
            <p:spPr bwMode="auto">
              <a:xfrm>
                <a:off x="2679700" y="2949576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95" name="Line 167"/>
              <p:cNvSpPr>
                <a:spLocks noChangeShapeType="1"/>
              </p:cNvSpPr>
              <p:nvPr/>
            </p:nvSpPr>
            <p:spPr bwMode="auto">
              <a:xfrm>
                <a:off x="2684463" y="2967038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96" name="Line 168"/>
              <p:cNvSpPr>
                <a:spLocks noChangeShapeType="1"/>
              </p:cNvSpPr>
              <p:nvPr/>
            </p:nvSpPr>
            <p:spPr bwMode="auto">
              <a:xfrm>
                <a:off x="2697163" y="3017838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97" name="Line 169"/>
              <p:cNvSpPr>
                <a:spLocks noChangeShapeType="1"/>
              </p:cNvSpPr>
              <p:nvPr/>
            </p:nvSpPr>
            <p:spPr bwMode="auto">
              <a:xfrm>
                <a:off x="2701925" y="3035301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98" name="Line 170"/>
              <p:cNvSpPr>
                <a:spLocks noChangeShapeType="1"/>
              </p:cNvSpPr>
              <p:nvPr/>
            </p:nvSpPr>
            <p:spPr bwMode="auto">
              <a:xfrm>
                <a:off x="2716213" y="3086101"/>
                <a:ext cx="4763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499" name="Line 171"/>
              <p:cNvSpPr>
                <a:spLocks noChangeShapeType="1"/>
              </p:cNvSpPr>
              <p:nvPr/>
            </p:nvSpPr>
            <p:spPr bwMode="auto">
              <a:xfrm>
                <a:off x="2720975" y="3101976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00" name="Line 172"/>
              <p:cNvSpPr>
                <a:spLocks noChangeShapeType="1"/>
              </p:cNvSpPr>
              <p:nvPr/>
            </p:nvSpPr>
            <p:spPr bwMode="auto">
              <a:xfrm>
                <a:off x="2735263" y="3152776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01" name="Line 173"/>
              <p:cNvSpPr>
                <a:spLocks noChangeShapeType="1"/>
              </p:cNvSpPr>
              <p:nvPr/>
            </p:nvSpPr>
            <p:spPr bwMode="auto">
              <a:xfrm>
                <a:off x="2740025" y="3163888"/>
                <a:ext cx="6350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02" name="Line 174"/>
              <p:cNvSpPr>
                <a:spLocks noChangeShapeType="1"/>
              </p:cNvSpPr>
              <p:nvPr/>
            </p:nvSpPr>
            <p:spPr bwMode="auto">
              <a:xfrm>
                <a:off x="2757488" y="321786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03" name="Line 175"/>
              <p:cNvSpPr>
                <a:spLocks noChangeShapeType="1"/>
              </p:cNvSpPr>
              <p:nvPr/>
            </p:nvSpPr>
            <p:spPr bwMode="auto">
              <a:xfrm>
                <a:off x="2757488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04" name="Line 176"/>
              <p:cNvSpPr>
                <a:spLocks noChangeShapeType="1"/>
              </p:cNvSpPr>
              <p:nvPr/>
            </p:nvSpPr>
            <p:spPr bwMode="auto">
              <a:xfrm>
                <a:off x="2767013" y="3243263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05" name="Line 177"/>
              <p:cNvSpPr>
                <a:spLocks noChangeShapeType="1"/>
              </p:cNvSpPr>
              <p:nvPr/>
            </p:nvSpPr>
            <p:spPr bwMode="auto">
              <a:xfrm>
                <a:off x="2782888" y="3276601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06" name="Line 178"/>
              <p:cNvSpPr>
                <a:spLocks noChangeShapeType="1"/>
              </p:cNvSpPr>
              <p:nvPr/>
            </p:nvSpPr>
            <p:spPr bwMode="auto">
              <a:xfrm>
                <a:off x="2786063" y="3282951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07" name="Line 179"/>
              <p:cNvSpPr>
                <a:spLocks noChangeShapeType="1"/>
              </p:cNvSpPr>
              <p:nvPr/>
            </p:nvSpPr>
            <p:spPr bwMode="auto">
              <a:xfrm>
                <a:off x="2794000" y="3300413"/>
                <a:ext cx="317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08" name="Line 180"/>
              <p:cNvSpPr>
                <a:spLocks noChangeShapeType="1"/>
              </p:cNvSpPr>
              <p:nvPr/>
            </p:nvSpPr>
            <p:spPr bwMode="auto">
              <a:xfrm>
                <a:off x="2814638" y="3324226"/>
                <a:ext cx="793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09" name="Line 181"/>
              <p:cNvSpPr>
                <a:spLocks noChangeShapeType="1"/>
              </p:cNvSpPr>
              <p:nvPr/>
            </p:nvSpPr>
            <p:spPr bwMode="auto">
              <a:xfrm>
                <a:off x="2822575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10" name="Line 182"/>
              <p:cNvSpPr>
                <a:spLocks noChangeShapeType="1"/>
              </p:cNvSpPr>
              <p:nvPr/>
            </p:nvSpPr>
            <p:spPr bwMode="auto">
              <a:xfrm>
                <a:off x="2832100" y="3332163"/>
                <a:ext cx="317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11" name="Line 183"/>
              <p:cNvSpPr>
                <a:spLocks noChangeShapeType="1"/>
              </p:cNvSpPr>
              <p:nvPr/>
            </p:nvSpPr>
            <p:spPr bwMode="auto">
              <a:xfrm flipV="1">
                <a:off x="2854325" y="3322638"/>
                <a:ext cx="4763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12" name="Line 184"/>
              <p:cNvSpPr>
                <a:spLocks noChangeShapeType="1"/>
              </p:cNvSpPr>
              <p:nvPr/>
            </p:nvSpPr>
            <p:spPr bwMode="auto">
              <a:xfrm flipV="1">
                <a:off x="2859088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13" name="Line 185"/>
              <p:cNvSpPr>
                <a:spLocks noChangeShapeType="1"/>
              </p:cNvSpPr>
              <p:nvPr/>
            </p:nvSpPr>
            <p:spPr bwMode="auto">
              <a:xfrm flipV="1">
                <a:off x="2868613" y="3306763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14" name="Line 186"/>
              <p:cNvSpPr>
                <a:spLocks noChangeShapeType="1"/>
              </p:cNvSpPr>
              <p:nvPr/>
            </p:nvSpPr>
            <p:spPr bwMode="auto">
              <a:xfrm flipV="1">
                <a:off x="2887663" y="3265488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15" name="Line 187"/>
              <p:cNvSpPr>
                <a:spLocks noChangeShapeType="1"/>
              </p:cNvSpPr>
              <p:nvPr/>
            </p:nvSpPr>
            <p:spPr bwMode="auto">
              <a:xfrm flipV="1">
                <a:off x="2897188" y="3252788"/>
                <a:ext cx="4763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16" name="Line 188"/>
              <p:cNvSpPr>
                <a:spLocks noChangeShapeType="1"/>
              </p:cNvSpPr>
              <p:nvPr/>
            </p:nvSpPr>
            <p:spPr bwMode="auto">
              <a:xfrm flipV="1">
                <a:off x="2913063" y="3219451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17" name="Line 189"/>
              <p:cNvSpPr>
                <a:spLocks noChangeShapeType="1"/>
              </p:cNvSpPr>
              <p:nvPr/>
            </p:nvSpPr>
            <p:spPr bwMode="auto">
              <a:xfrm flipV="1">
                <a:off x="2914650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18" name="Line 190"/>
              <p:cNvSpPr>
                <a:spLocks noChangeShapeType="1"/>
              </p:cNvSpPr>
              <p:nvPr/>
            </p:nvSpPr>
            <p:spPr bwMode="auto">
              <a:xfrm flipV="1">
                <a:off x="2924175" y="319087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19" name="Line 191"/>
              <p:cNvSpPr>
                <a:spLocks noChangeShapeType="1"/>
              </p:cNvSpPr>
              <p:nvPr/>
            </p:nvSpPr>
            <p:spPr bwMode="auto">
              <a:xfrm flipV="1">
                <a:off x="2935288" y="3133726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20" name="Line 192"/>
              <p:cNvSpPr>
                <a:spLocks noChangeShapeType="1"/>
              </p:cNvSpPr>
              <p:nvPr/>
            </p:nvSpPr>
            <p:spPr bwMode="auto">
              <a:xfrm flipV="1">
                <a:off x="2943225" y="3124201"/>
                <a:ext cx="1588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21" name="Line 193"/>
              <p:cNvSpPr>
                <a:spLocks noChangeShapeType="1"/>
              </p:cNvSpPr>
              <p:nvPr/>
            </p:nvSpPr>
            <p:spPr bwMode="auto">
              <a:xfrm flipV="1">
                <a:off x="2954338" y="3068638"/>
                <a:ext cx="6350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22" name="Line 194"/>
              <p:cNvSpPr>
                <a:spLocks noChangeShapeType="1"/>
              </p:cNvSpPr>
              <p:nvPr/>
            </p:nvSpPr>
            <p:spPr bwMode="auto">
              <a:xfrm flipV="1">
                <a:off x="2960688" y="3057526"/>
                <a:ext cx="3175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23" name="Line 195"/>
              <p:cNvSpPr>
                <a:spLocks noChangeShapeType="1"/>
              </p:cNvSpPr>
              <p:nvPr/>
            </p:nvSpPr>
            <p:spPr bwMode="auto">
              <a:xfrm flipV="1">
                <a:off x="2973388" y="3000376"/>
                <a:ext cx="6350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524" name="Line 196"/>
              <p:cNvSpPr>
                <a:spLocks noChangeShapeType="1"/>
              </p:cNvSpPr>
              <p:nvPr/>
            </p:nvSpPr>
            <p:spPr bwMode="auto">
              <a:xfrm flipV="1">
                <a:off x="2979738" y="2989263"/>
                <a:ext cx="3175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204"/>
            <p:cNvGrpSpPr>
              <a:grpSpLocks/>
            </p:cNvGrpSpPr>
            <p:nvPr/>
          </p:nvGrpSpPr>
          <p:grpSpPr bwMode="auto">
            <a:xfrm flipV="1">
              <a:off x="2986286" y="2591774"/>
              <a:ext cx="915988" cy="733425"/>
              <a:chOff x="2073275" y="2600326"/>
              <a:chExt cx="915988" cy="733425"/>
            </a:xfrm>
          </p:grpSpPr>
          <p:sp>
            <p:nvSpPr>
              <p:cNvPr id="637147" name="Line 8"/>
              <p:cNvSpPr>
                <a:spLocks noChangeShapeType="1"/>
              </p:cNvSpPr>
              <p:nvPr/>
            </p:nvSpPr>
            <p:spPr bwMode="auto">
              <a:xfrm flipV="1">
                <a:off x="2073275" y="293211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48" name="Line 9"/>
              <p:cNvSpPr>
                <a:spLocks noChangeShapeType="1"/>
              </p:cNvSpPr>
              <p:nvPr/>
            </p:nvSpPr>
            <p:spPr bwMode="auto">
              <a:xfrm flipV="1">
                <a:off x="2082800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49" name="Line 10"/>
              <p:cNvSpPr>
                <a:spLocks noChangeShapeType="1"/>
              </p:cNvSpPr>
              <p:nvPr/>
            </p:nvSpPr>
            <p:spPr bwMode="auto">
              <a:xfrm flipV="1">
                <a:off x="2092325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50" name="Line 11"/>
              <p:cNvSpPr>
                <a:spLocks noChangeShapeType="1"/>
              </p:cNvSpPr>
              <p:nvPr/>
            </p:nvSpPr>
            <p:spPr bwMode="auto">
              <a:xfrm flipV="1">
                <a:off x="2101850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51" name="Line 12"/>
              <p:cNvSpPr>
                <a:spLocks noChangeShapeType="1"/>
              </p:cNvSpPr>
              <p:nvPr/>
            </p:nvSpPr>
            <p:spPr bwMode="auto">
              <a:xfrm flipV="1">
                <a:off x="2111375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52" name="Line 13"/>
              <p:cNvSpPr>
                <a:spLocks noChangeShapeType="1"/>
              </p:cNvSpPr>
              <p:nvPr/>
            </p:nvSpPr>
            <p:spPr bwMode="auto">
              <a:xfrm flipV="1">
                <a:off x="2120900" y="2768601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53" name="Line 14"/>
              <p:cNvSpPr>
                <a:spLocks noChangeShapeType="1"/>
              </p:cNvSpPr>
              <p:nvPr/>
            </p:nvSpPr>
            <p:spPr bwMode="auto">
              <a:xfrm flipV="1">
                <a:off x="2128838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54" name="Line 15"/>
              <p:cNvSpPr>
                <a:spLocks noChangeShapeType="1"/>
              </p:cNvSpPr>
              <p:nvPr/>
            </p:nvSpPr>
            <p:spPr bwMode="auto">
              <a:xfrm flipV="1">
                <a:off x="2138363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55" name="Line 16"/>
              <p:cNvSpPr>
                <a:spLocks noChangeShapeType="1"/>
              </p:cNvSpPr>
              <p:nvPr/>
            </p:nvSpPr>
            <p:spPr bwMode="auto">
              <a:xfrm flipV="1">
                <a:off x="2147888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56" name="Line 17"/>
              <p:cNvSpPr>
                <a:spLocks noChangeShapeType="1"/>
              </p:cNvSpPr>
              <p:nvPr/>
            </p:nvSpPr>
            <p:spPr bwMode="auto">
              <a:xfrm flipV="1">
                <a:off x="2157413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57" name="Line 18"/>
              <p:cNvSpPr>
                <a:spLocks noChangeShapeType="1"/>
              </p:cNvSpPr>
              <p:nvPr/>
            </p:nvSpPr>
            <p:spPr bwMode="auto">
              <a:xfrm flipV="1">
                <a:off x="2166938" y="2647951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58" name="Line 19"/>
              <p:cNvSpPr>
                <a:spLocks noChangeShapeType="1"/>
              </p:cNvSpPr>
              <p:nvPr/>
            </p:nvSpPr>
            <p:spPr bwMode="auto">
              <a:xfrm flipV="1">
                <a:off x="2174875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59" name="Line 20"/>
              <p:cNvSpPr>
                <a:spLocks noChangeShapeType="1"/>
              </p:cNvSpPr>
              <p:nvPr/>
            </p:nvSpPr>
            <p:spPr bwMode="auto">
              <a:xfrm flipV="1">
                <a:off x="2184400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60" name="Line 21"/>
              <p:cNvSpPr>
                <a:spLocks noChangeShapeType="1"/>
              </p:cNvSpPr>
              <p:nvPr/>
            </p:nvSpPr>
            <p:spPr bwMode="auto">
              <a:xfrm flipV="1">
                <a:off x="21939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61" name="Line 22"/>
              <p:cNvSpPr>
                <a:spLocks noChangeShapeType="1"/>
              </p:cNvSpPr>
              <p:nvPr/>
            </p:nvSpPr>
            <p:spPr bwMode="auto">
              <a:xfrm flipV="1">
                <a:off x="2203450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62" name="Line 23"/>
              <p:cNvSpPr>
                <a:spLocks noChangeShapeType="1"/>
              </p:cNvSpPr>
              <p:nvPr/>
            </p:nvSpPr>
            <p:spPr bwMode="auto">
              <a:xfrm flipV="1">
                <a:off x="2212975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63" name="Line 24"/>
              <p:cNvSpPr>
                <a:spLocks noChangeShapeType="1"/>
              </p:cNvSpPr>
              <p:nvPr/>
            </p:nvSpPr>
            <p:spPr bwMode="auto">
              <a:xfrm>
                <a:off x="2222500" y="2600326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64" name="Line 25"/>
              <p:cNvSpPr>
                <a:spLocks noChangeShapeType="1"/>
              </p:cNvSpPr>
              <p:nvPr/>
            </p:nvSpPr>
            <p:spPr bwMode="auto">
              <a:xfrm>
                <a:off x="2230438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65" name="Line 26"/>
              <p:cNvSpPr>
                <a:spLocks noChangeShapeType="1"/>
              </p:cNvSpPr>
              <p:nvPr/>
            </p:nvSpPr>
            <p:spPr bwMode="auto">
              <a:xfrm>
                <a:off x="22399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66" name="Line 27"/>
              <p:cNvSpPr>
                <a:spLocks noChangeShapeType="1"/>
              </p:cNvSpPr>
              <p:nvPr/>
            </p:nvSpPr>
            <p:spPr bwMode="auto">
              <a:xfrm>
                <a:off x="2249488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67" name="Line 28"/>
              <p:cNvSpPr>
                <a:spLocks noChangeShapeType="1"/>
              </p:cNvSpPr>
              <p:nvPr/>
            </p:nvSpPr>
            <p:spPr bwMode="auto">
              <a:xfrm>
                <a:off x="2259013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68" name="Line 29"/>
              <p:cNvSpPr>
                <a:spLocks noChangeShapeType="1"/>
              </p:cNvSpPr>
              <p:nvPr/>
            </p:nvSpPr>
            <p:spPr bwMode="auto">
              <a:xfrm>
                <a:off x="2268538" y="2632076"/>
                <a:ext cx="7938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69" name="Line 30"/>
              <p:cNvSpPr>
                <a:spLocks noChangeShapeType="1"/>
              </p:cNvSpPr>
              <p:nvPr/>
            </p:nvSpPr>
            <p:spPr bwMode="auto">
              <a:xfrm>
                <a:off x="2276475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70" name="Line 31"/>
              <p:cNvSpPr>
                <a:spLocks noChangeShapeType="1"/>
              </p:cNvSpPr>
              <p:nvPr/>
            </p:nvSpPr>
            <p:spPr bwMode="auto">
              <a:xfrm>
                <a:off x="2286000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71" name="Line 32"/>
              <p:cNvSpPr>
                <a:spLocks noChangeShapeType="1"/>
              </p:cNvSpPr>
              <p:nvPr/>
            </p:nvSpPr>
            <p:spPr bwMode="auto">
              <a:xfrm>
                <a:off x="22955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72" name="Line 33"/>
              <p:cNvSpPr>
                <a:spLocks noChangeShapeType="1"/>
              </p:cNvSpPr>
              <p:nvPr/>
            </p:nvSpPr>
            <p:spPr bwMode="auto">
              <a:xfrm>
                <a:off x="2305050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73" name="Line 34"/>
              <p:cNvSpPr>
                <a:spLocks noChangeShapeType="1"/>
              </p:cNvSpPr>
              <p:nvPr/>
            </p:nvSpPr>
            <p:spPr bwMode="auto">
              <a:xfrm>
                <a:off x="2314575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74" name="Line 35"/>
              <p:cNvSpPr>
                <a:spLocks noChangeShapeType="1"/>
              </p:cNvSpPr>
              <p:nvPr/>
            </p:nvSpPr>
            <p:spPr bwMode="auto">
              <a:xfrm>
                <a:off x="2324100" y="2768601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75" name="Line 36"/>
              <p:cNvSpPr>
                <a:spLocks noChangeShapeType="1"/>
              </p:cNvSpPr>
              <p:nvPr/>
            </p:nvSpPr>
            <p:spPr bwMode="auto">
              <a:xfrm>
                <a:off x="2332038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76" name="Line 37"/>
              <p:cNvSpPr>
                <a:spLocks noChangeShapeType="1"/>
              </p:cNvSpPr>
              <p:nvPr/>
            </p:nvSpPr>
            <p:spPr bwMode="auto">
              <a:xfrm>
                <a:off x="2341563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77" name="Line 38"/>
              <p:cNvSpPr>
                <a:spLocks noChangeShapeType="1"/>
              </p:cNvSpPr>
              <p:nvPr/>
            </p:nvSpPr>
            <p:spPr bwMode="auto">
              <a:xfrm>
                <a:off x="2351088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78" name="Line 39"/>
              <p:cNvSpPr>
                <a:spLocks noChangeShapeType="1"/>
              </p:cNvSpPr>
              <p:nvPr/>
            </p:nvSpPr>
            <p:spPr bwMode="auto">
              <a:xfrm>
                <a:off x="2360613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79" name="Line 40"/>
              <p:cNvSpPr>
                <a:spLocks noChangeShapeType="1"/>
              </p:cNvSpPr>
              <p:nvPr/>
            </p:nvSpPr>
            <p:spPr bwMode="auto">
              <a:xfrm>
                <a:off x="2370138" y="2932113"/>
                <a:ext cx="7938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80" name="Line 41"/>
              <p:cNvSpPr>
                <a:spLocks noChangeShapeType="1"/>
              </p:cNvSpPr>
              <p:nvPr/>
            </p:nvSpPr>
            <p:spPr bwMode="auto">
              <a:xfrm>
                <a:off x="2378075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81" name="Line 42"/>
              <p:cNvSpPr>
                <a:spLocks noChangeShapeType="1"/>
              </p:cNvSpPr>
              <p:nvPr/>
            </p:nvSpPr>
            <p:spPr bwMode="auto">
              <a:xfrm>
                <a:off x="2387600" y="3000376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82" name="Line 43"/>
              <p:cNvSpPr>
                <a:spLocks noChangeShapeType="1"/>
              </p:cNvSpPr>
              <p:nvPr/>
            </p:nvSpPr>
            <p:spPr bwMode="auto">
              <a:xfrm>
                <a:off x="2397125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83" name="Line 44"/>
              <p:cNvSpPr>
                <a:spLocks noChangeShapeType="1"/>
              </p:cNvSpPr>
              <p:nvPr/>
            </p:nvSpPr>
            <p:spPr bwMode="auto">
              <a:xfrm>
                <a:off x="2406650" y="30686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84" name="Line 45"/>
              <p:cNvSpPr>
                <a:spLocks noChangeShapeType="1"/>
              </p:cNvSpPr>
              <p:nvPr/>
            </p:nvSpPr>
            <p:spPr bwMode="auto">
              <a:xfrm>
                <a:off x="2416175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85" name="Line 46"/>
              <p:cNvSpPr>
                <a:spLocks noChangeShapeType="1"/>
              </p:cNvSpPr>
              <p:nvPr/>
            </p:nvSpPr>
            <p:spPr bwMode="auto">
              <a:xfrm>
                <a:off x="2425700" y="3133726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86" name="Line 47"/>
              <p:cNvSpPr>
                <a:spLocks noChangeShapeType="1"/>
              </p:cNvSpPr>
              <p:nvPr/>
            </p:nvSpPr>
            <p:spPr bwMode="auto">
              <a:xfrm>
                <a:off x="2433638" y="3163888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87" name="Line 48"/>
              <p:cNvSpPr>
                <a:spLocks noChangeShapeType="1"/>
              </p:cNvSpPr>
              <p:nvPr/>
            </p:nvSpPr>
            <p:spPr bwMode="auto">
              <a:xfrm>
                <a:off x="2443163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88" name="Line 49"/>
              <p:cNvSpPr>
                <a:spLocks noChangeShapeType="1"/>
              </p:cNvSpPr>
              <p:nvPr/>
            </p:nvSpPr>
            <p:spPr bwMode="auto">
              <a:xfrm>
                <a:off x="2452688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89" name="Line 50"/>
              <p:cNvSpPr>
                <a:spLocks noChangeShapeType="1"/>
              </p:cNvSpPr>
              <p:nvPr/>
            </p:nvSpPr>
            <p:spPr bwMode="auto">
              <a:xfrm>
                <a:off x="2462213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90" name="Line 51"/>
              <p:cNvSpPr>
                <a:spLocks noChangeShapeType="1"/>
              </p:cNvSpPr>
              <p:nvPr/>
            </p:nvSpPr>
            <p:spPr bwMode="auto">
              <a:xfrm>
                <a:off x="2471738" y="3265488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91" name="Line 52"/>
              <p:cNvSpPr>
                <a:spLocks noChangeShapeType="1"/>
              </p:cNvSpPr>
              <p:nvPr/>
            </p:nvSpPr>
            <p:spPr bwMode="auto">
              <a:xfrm>
                <a:off x="2479675" y="3282951"/>
                <a:ext cx="9525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92" name="Line 53"/>
              <p:cNvSpPr>
                <a:spLocks noChangeShapeType="1"/>
              </p:cNvSpPr>
              <p:nvPr/>
            </p:nvSpPr>
            <p:spPr bwMode="auto">
              <a:xfrm>
                <a:off x="2489200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93" name="Line 54"/>
              <p:cNvSpPr>
                <a:spLocks noChangeShapeType="1"/>
              </p:cNvSpPr>
              <p:nvPr/>
            </p:nvSpPr>
            <p:spPr bwMode="auto">
              <a:xfrm>
                <a:off x="2498725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94" name="Line 55"/>
              <p:cNvSpPr>
                <a:spLocks noChangeShapeType="1"/>
              </p:cNvSpPr>
              <p:nvPr/>
            </p:nvSpPr>
            <p:spPr bwMode="auto">
              <a:xfrm>
                <a:off x="2508250" y="3322638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95" name="Line 56"/>
              <p:cNvSpPr>
                <a:spLocks noChangeShapeType="1"/>
              </p:cNvSpPr>
              <p:nvPr/>
            </p:nvSpPr>
            <p:spPr bwMode="auto">
              <a:xfrm>
                <a:off x="2517775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96" name="Line 57"/>
              <p:cNvSpPr>
                <a:spLocks noChangeShapeType="1"/>
              </p:cNvSpPr>
              <p:nvPr/>
            </p:nvSpPr>
            <p:spPr bwMode="auto">
              <a:xfrm>
                <a:off x="2527300" y="3332163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97" name="Line 58"/>
              <p:cNvSpPr>
                <a:spLocks noChangeShapeType="1"/>
              </p:cNvSpPr>
              <p:nvPr/>
            </p:nvSpPr>
            <p:spPr bwMode="auto">
              <a:xfrm flipV="1">
                <a:off x="2535238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98" name="Line 59"/>
              <p:cNvSpPr>
                <a:spLocks noChangeShapeType="1"/>
              </p:cNvSpPr>
              <p:nvPr/>
            </p:nvSpPr>
            <p:spPr bwMode="auto">
              <a:xfrm flipV="1">
                <a:off x="2544763" y="3322638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199" name="Line 60"/>
              <p:cNvSpPr>
                <a:spLocks noChangeShapeType="1"/>
              </p:cNvSpPr>
              <p:nvPr/>
            </p:nvSpPr>
            <p:spPr bwMode="auto">
              <a:xfrm flipV="1">
                <a:off x="2554288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00" name="Line 61"/>
              <p:cNvSpPr>
                <a:spLocks noChangeShapeType="1"/>
              </p:cNvSpPr>
              <p:nvPr/>
            </p:nvSpPr>
            <p:spPr bwMode="auto">
              <a:xfrm flipV="1">
                <a:off x="2563813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01" name="Line 62"/>
              <p:cNvSpPr>
                <a:spLocks noChangeShapeType="1"/>
              </p:cNvSpPr>
              <p:nvPr/>
            </p:nvSpPr>
            <p:spPr bwMode="auto">
              <a:xfrm flipV="1">
                <a:off x="2573338" y="3282951"/>
                <a:ext cx="9525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02" name="Line 63"/>
              <p:cNvSpPr>
                <a:spLocks noChangeShapeType="1"/>
              </p:cNvSpPr>
              <p:nvPr/>
            </p:nvSpPr>
            <p:spPr bwMode="auto">
              <a:xfrm flipV="1">
                <a:off x="2582863" y="3265488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03" name="Line 64"/>
              <p:cNvSpPr>
                <a:spLocks noChangeShapeType="1"/>
              </p:cNvSpPr>
              <p:nvPr/>
            </p:nvSpPr>
            <p:spPr bwMode="auto">
              <a:xfrm flipV="1">
                <a:off x="2590800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04" name="Line 65"/>
              <p:cNvSpPr>
                <a:spLocks noChangeShapeType="1"/>
              </p:cNvSpPr>
              <p:nvPr/>
            </p:nvSpPr>
            <p:spPr bwMode="auto">
              <a:xfrm flipV="1">
                <a:off x="2600325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05" name="Line 66"/>
              <p:cNvSpPr>
                <a:spLocks noChangeShapeType="1"/>
              </p:cNvSpPr>
              <p:nvPr/>
            </p:nvSpPr>
            <p:spPr bwMode="auto">
              <a:xfrm flipV="1">
                <a:off x="2609850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06" name="Line 67"/>
              <p:cNvSpPr>
                <a:spLocks noChangeShapeType="1"/>
              </p:cNvSpPr>
              <p:nvPr/>
            </p:nvSpPr>
            <p:spPr bwMode="auto">
              <a:xfrm flipV="1">
                <a:off x="2619375" y="3163888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07" name="Line 68"/>
              <p:cNvSpPr>
                <a:spLocks noChangeShapeType="1"/>
              </p:cNvSpPr>
              <p:nvPr/>
            </p:nvSpPr>
            <p:spPr bwMode="auto">
              <a:xfrm flipV="1">
                <a:off x="2628900" y="3133726"/>
                <a:ext cx="7938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08" name="Line 69"/>
              <p:cNvSpPr>
                <a:spLocks noChangeShapeType="1"/>
              </p:cNvSpPr>
              <p:nvPr/>
            </p:nvSpPr>
            <p:spPr bwMode="auto">
              <a:xfrm flipV="1">
                <a:off x="2636838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09" name="Line 70"/>
              <p:cNvSpPr>
                <a:spLocks noChangeShapeType="1"/>
              </p:cNvSpPr>
              <p:nvPr/>
            </p:nvSpPr>
            <p:spPr bwMode="auto">
              <a:xfrm flipV="1">
                <a:off x="2646363" y="30686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10" name="Line 71"/>
              <p:cNvSpPr>
                <a:spLocks noChangeShapeType="1"/>
              </p:cNvSpPr>
              <p:nvPr/>
            </p:nvSpPr>
            <p:spPr bwMode="auto">
              <a:xfrm flipV="1">
                <a:off x="2655888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11" name="Line 72"/>
              <p:cNvSpPr>
                <a:spLocks noChangeShapeType="1"/>
              </p:cNvSpPr>
              <p:nvPr/>
            </p:nvSpPr>
            <p:spPr bwMode="auto">
              <a:xfrm flipV="1">
                <a:off x="2665413" y="3000376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12" name="Line 73"/>
              <p:cNvSpPr>
                <a:spLocks noChangeShapeType="1"/>
              </p:cNvSpPr>
              <p:nvPr/>
            </p:nvSpPr>
            <p:spPr bwMode="auto">
              <a:xfrm flipV="1">
                <a:off x="2674938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13" name="Line 74"/>
              <p:cNvSpPr>
                <a:spLocks noChangeShapeType="1"/>
              </p:cNvSpPr>
              <p:nvPr/>
            </p:nvSpPr>
            <p:spPr bwMode="auto">
              <a:xfrm flipV="1">
                <a:off x="2684463" y="2932113"/>
                <a:ext cx="7938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14" name="Line 75"/>
              <p:cNvSpPr>
                <a:spLocks noChangeShapeType="1"/>
              </p:cNvSpPr>
              <p:nvPr/>
            </p:nvSpPr>
            <p:spPr bwMode="auto">
              <a:xfrm flipV="1">
                <a:off x="2692400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15" name="Line 76"/>
              <p:cNvSpPr>
                <a:spLocks noChangeShapeType="1"/>
              </p:cNvSpPr>
              <p:nvPr/>
            </p:nvSpPr>
            <p:spPr bwMode="auto">
              <a:xfrm flipV="1">
                <a:off x="2701925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16" name="Line 77"/>
              <p:cNvSpPr>
                <a:spLocks noChangeShapeType="1"/>
              </p:cNvSpPr>
              <p:nvPr/>
            </p:nvSpPr>
            <p:spPr bwMode="auto">
              <a:xfrm flipV="1">
                <a:off x="2711450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17" name="Line 78"/>
              <p:cNvSpPr>
                <a:spLocks noChangeShapeType="1"/>
              </p:cNvSpPr>
              <p:nvPr/>
            </p:nvSpPr>
            <p:spPr bwMode="auto">
              <a:xfrm flipV="1">
                <a:off x="2720975" y="279876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18" name="Line 79"/>
              <p:cNvSpPr>
                <a:spLocks noChangeShapeType="1"/>
              </p:cNvSpPr>
              <p:nvPr/>
            </p:nvSpPr>
            <p:spPr bwMode="auto">
              <a:xfrm flipV="1">
                <a:off x="2730500" y="2768601"/>
                <a:ext cx="9525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19" name="Line 80"/>
              <p:cNvSpPr>
                <a:spLocks noChangeShapeType="1"/>
              </p:cNvSpPr>
              <p:nvPr/>
            </p:nvSpPr>
            <p:spPr bwMode="auto">
              <a:xfrm flipV="1">
                <a:off x="2740025" y="2740026"/>
                <a:ext cx="7938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20" name="Line 81"/>
              <p:cNvSpPr>
                <a:spLocks noChangeShapeType="1"/>
              </p:cNvSpPr>
              <p:nvPr/>
            </p:nvSpPr>
            <p:spPr bwMode="auto">
              <a:xfrm flipV="1">
                <a:off x="2747963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21" name="Line 82"/>
              <p:cNvSpPr>
                <a:spLocks noChangeShapeType="1"/>
              </p:cNvSpPr>
              <p:nvPr/>
            </p:nvSpPr>
            <p:spPr bwMode="auto">
              <a:xfrm flipV="1">
                <a:off x="2757488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22" name="Line 83"/>
              <p:cNvSpPr>
                <a:spLocks noChangeShapeType="1"/>
              </p:cNvSpPr>
              <p:nvPr/>
            </p:nvSpPr>
            <p:spPr bwMode="auto">
              <a:xfrm flipV="1">
                <a:off x="2767013" y="2667001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23" name="Line 84"/>
              <p:cNvSpPr>
                <a:spLocks noChangeShapeType="1"/>
              </p:cNvSpPr>
              <p:nvPr/>
            </p:nvSpPr>
            <p:spPr bwMode="auto">
              <a:xfrm flipV="1">
                <a:off x="2776538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24" name="Line 85"/>
              <p:cNvSpPr>
                <a:spLocks noChangeShapeType="1"/>
              </p:cNvSpPr>
              <p:nvPr/>
            </p:nvSpPr>
            <p:spPr bwMode="auto">
              <a:xfrm flipV="1">
                <a:off x="2786063" y="2632076"/>
                <a:ext cx="7938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25" name="Line 86"/>
              <p:cNvSpPr>
                <a:spLocks noChangeShapeType="1"/>
              </p:cNvSpPr>
              <p:nvPr/>
            </p:nvSpPr>
            <p:spPr bwMode="auto">
              <a:xfrm flipV="1">
                <a:off x="2794000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26" name="Line 87"/>
              <p:cNvSpPr>
                <a:spLocks noChangeShapeType="1"/>
              </p:cNvSpPr>
              <p:nvPr/>
            </p:nvSpPr>
            <p:spPr bwMode="auto">
              <a:xfrm flipV="1">
                <a:off x="28035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27" name="Line 88"/>
              <p:cNvSpPr>
                <a:spLocks noChangeShapeType="1"/>
              </p:cNvSpPr>
              <p:nvPr/>
            </p:nvSpPr>
            <p:spPr bwMode="auto">
              <a:xfrm flipV="1">
                <a:off x="2813050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28" name="Line 89"/>
              <p:cNvSpPr>
                <a:spLocks noChangeShapeType="1"/>
              </p:cNvSpPr>
              <p:nvPr/>
            </p:nvSpPr>
            <p:spPr bwMode="auto">
              <a:xfrm flipV="1">
                <a:off x="2822575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29" name="Line 90"/>
              <p:cNvSpPr>
                <a:spLocks noChangeShapeType="1"/>
              </p:cNvSpPr>
              <p:nvPr/>
            </p:nvSpPr>
            <p:spPr bwMode="auto">
              <a:xfrm>
                <a:off x="2832100" y="2600326"/>
                <a:ext cx="952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30" name="Line 91"/>
              <p:cNvSpPr>
                <a:spLocks noChangeShapeType="1"/>
              </p:cNvSpPr>
              <p:nvPr/>
            </p:nvSpPr>
            <p:spPr bwMode="auto">
              <a:xfrm>
                <a:off x="2841625" y="2600326"/>
                <a:ext cx="793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31" name="Line 92"/>
              <p:cNvSpPr>
                <a:spLocks noChangeShapeType="1"/>
              </p:cNvSpPr>
              <p:nvPr/>
            </p:nvSpPr>
            <p:spPr bwMode="auto">
              <a:xfrm>
                <a:off x="28495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32" name="Line 93"/>
              <p:cNvSpPr>
                <a:spLocks noChangeShapeType="1"/>
              </p:cNvSpPr>
              <p:nvPr/>
            </p:nvSpPr>
            <p:spPr bwMode="auto">
              <a:xfrm>
                <a:off x="2859088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33" name="Line 94"/>
              <p:cNvSpPr>
                <a:spLocks noChangeShapeType="1"/>
              </p:cNvSpPr>
              <p:nvPr/>
            </p:nvSpPr>
            <p:spPr bwMode="auto">
              <a:xfrm>
                <a:off x="2868613" y="2619376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34" name="Line 95"/>
              <p:cNvSpPr>
                <a:spLocks noChangeShapeType="1"/>
              </p:cNvSpPr>
              <p:nvPr/>
            </p:nvSpPr>
            <p:spPr bwMode="auto">
              <a:xfrm>
                <a:off x="2878138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35" name="Line 96"/>
              <p:cNvSpPr>
                <a:spLocks noChangeShapeType="1"/>
              </p:cNvSpPr>
              <p:nvPr/>
            </p:nvSpPr>
            <p:spPr bwMode="auto">
              <a:xfrm>
                <a:off x="2887663" y="2647951"/>
                <a:ext cx="9525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36" name="Line 97"/>
              <p:cNvSpPr>
                <a:spLocks noChangeShapeType="1"/>
              </p:cNvSpPr>
              <p:nvPr/>
            </p:nvSpPr>
            <p:spPr bwMode="auto">
              <a:xfrm>
                <a:off x="2897188" y="2667001"/>
                <a:ext cx="7938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37" name="Line 98"/>
              <p:cNvSpPr>
                <a:spLocks noChangeShapeType="1"/>
              </p:cNvSpPr>
              <p:nvPr/>
            </p:nvSpPr>
            <p:spPr bwMode="auto">
              <a:xfrm>
                <a:off x="29051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38" name="Line 99"/>
              <p:cNvSpPr>
                <a:spLocks noChangeShapeType="1"/>
              </p:cNvSpPr>
              <p:nvPr/>
            </p:nvSpPr>
            <p:spPr bwMode="auto">
              <a:xfrm>
                <a:off x="2914650" y="2713038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39" name="Line 100"/>
              <p:cNvSpPr>
                <a:spLocks noChangeShapeType="1"/>
              </p:cNvSpPr>
              <p:nvPr/>
            </p:nvSpPr>
            <p:spPr bwMode="auto">
              <a:xfrm>
                <a:off x="2924175" y="2740026"/>
                <a:ext cx="9525" cy="285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40" name="Line 101"/>
              <p:cNvSpPr>
                <a:spLocks noChangeShapeType="1"/>
              </p:cNvSpPr>
              <p:nvPr/>
            </p:nvSpPr>
            <p:spPr bwMode="auto">
              <a:xfrm>
                <a:off x="2933700" y="2768601"/>
                <a:ext cx="9525" cy="301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41" name="Line 102"/>
              <p:cNvSpPr>
                <a:spLocks noChangeShapeType="1"/>
              </p:cNvSpPr>
              <p:nvPr/>
            </p:nvSpPr>
            <p:spPr bwMode="auto">
              <a:xfrm>
                <a:off x="2943225" y="2798763"/>
                <a:ext cx="7938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42" name="Line 103"/>
              <p:cNvSpPr>
                <a:spLocks noChangeShapeType="1"/>
              </p:cNvSpPr>
              <p:nvPr/>
            </p:nvSpPr>
            <p:spPr bwMode="auto">
              <a:xfrm>
                <a:off x="2951163" y="2830513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43" name="Line 104"/>
              <p:cNvSpPr>
                <a:spLocks noChangeShapeType="1"/>
              </p:cNvSpPr>
              <p:nvPr/>
            </p:nvSpPr>
            <p:spPr bwMode="auto">
              <a:xfrm>
                <a:off x="2960688" y="286226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44" name="Line 105"/>
              <p:cNvSpPr>
                <a:spLocks noChangeShapeType="1"/>
              </p:cNvSpPr>
              <p:nvPr/>
            </p:nvSpPr>
            <p:spPr bwMode="auto">
              <a:xfrm>
                <a:off x="2970213" y="2897188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45" name="Line 106"/>
              <p:cNvSpPr>
                <a:spLocks noChangeShapeType="1"/>
              </p:cNvSpPr>
              <p:nvPr/>
            </p:nvSpPr>
            <p:spPr bwMode="auto">
              <a:xfrm>
                <a:off x="2979738" y="2932113"/>
                <a:ext cx="9525" cy="349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46" name="Line 107"/>
              <p:cNvSpPr>
                <a:spLocks noChangeShapeType="1"/>
              </p:cNvSpPr>
              <p:nvPr/>
            </p:nvSpPr>
            <p:spPr bwMode="auto">
              <a:xfrm>
                <a:off x="2073275" y="2967038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47" name="Line 108"/>
              <p:cNvSpPr>
                <a:spLocks noChangeShapeType="1"/>
              </p:cNvSpPr>
              <p:nvPr/>
            </p:nvSpPr>
            <p:spPr bwMode="auto">
              <a:xfrm>
                <a:off x="2092325" y="303371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48" name="Line 109"/>
              <p:cNvSpPr>
                <a:spLocks noChangeShapeType="1"/>
              </p:cNvSpPr>
              <p:nvPr/>
            </p:nvSpPr>
            <p:spPr bwMode="auto">
              <a:xfrm>
                <a:off x="2092325" y="3035301"/>
                <a:ext cx="9525" cy="333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49" name="Line 110"/>
              <p:cNvSpPr>
                <a:spLocks noChangeShapeType="1"/>
              </p:cNvSpPr>
              <p:nvPr/>
            </p:nvSpPr>
            <p:spPr bwMode="auto">
              <a:xfrm>
                <a:off x="2111375" y="310197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50" name="Line 111"/>
              <p:cNvSpPr>
                <a:spLocks noChangeShapeType="1"/>
              </p:cNvSpPr>
              <p:nvPr/>
            </p:nvSpPr>
            <p:spPr bwMode="auto">
              <a:xfrm>
                <a:off x="2111375" y="3101976"/>
                <a:ext cx="9525" cy="317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51" name="Line 112"/>
              <p:cNvSpPr>
                <a:spLocks noChangeShapeType="1"/>
              </p:cNvSpPr>
              <p:nvPr/>
            </p:nvSpPr>
            <p:spPr bwMode="auto">
              <a:xfrm>
                <a:off x="2120900" y="313372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52" name="Line 113"/>
              <p:cNvSpPr>
                <a:spLocks noChangeShapeType="1"/>
              </p:cNvSpPr>
              <p:nvPr/>
            </p:nvSpPr>
            <p:spPr bwMode="auto">
              <a:xfrm>
                <a:off x="2130425" y="3168651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53" name="Line 114"/>
              <p:cNvSpPr>
                <a:spLocks noChangeShapeType="1"/>
              </p:cNvSpPr>
              <p:nvPr/>
            </p:nvSpPr>
            <p:spPr bwMode="auto">
              <a:xfrm>
                <a:off x="2138363" y="3192463"/>
                <a:ext cx="3175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54" name="Line 115"/>
              <p:cNvSpPr>
                <a:spLocks noChangeShapeType="1"/>
              </p:cNvSpPr>
              <p:nvPr/>
            </p:nvSpPr>
            <p:spPr bwMode="auto">
              <a:xfrm>
                <a:off x="2152650" y="3232151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55" name="Line 116"/>
              <p:cNvSpPr>
                <a:spLocks noChangeShapeType="1"/>
              </p:cNvSpPr>
              <p:nvPr/>
            </p:nvSpPr>
            <p:spPr bwMode="auto">
              <a:xfrm>
                <a:off x="2157413" y="3243263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56" name="Line 117"/>
              <p:cNvSpPr>
                <a:spLocks noChangeShapeType="1"/>
              </p:cNvSpPr>
              <p:nvPr/>
            </p:nvSpPr>
            <p:spPr bwMode="auto">
              <a:xfrm>
                <a:off x="2179638" y="3289301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57" name="Line 118"/>
              <p:cNvSpPr>
                <a:spLocks noChangeShapeType="1"/>
              </p:cNvSpPr>
              <p:nvPr/>
            </p:nvSpPr>
            <p:spPr bwMode="auto">
              <a:xfrm>
                <a:off x="2184400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58" name="Line 119"/>
              <p:cNvSpPr>
                <a:spLocks noChangeShapeType="1"/>
              </p:cNvSpPr>
              <p:nvPr/>
            </p:nvSpPr>
            <p:spPr bwMode="auto">
              <a:xfrm>
                <a:off x="2193925" y="331311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59" name="Line 120"/>
              <p:cNvSpPr>
                <a:spLocks noChangeShapeType="1"/>
              </p:cNvSpPr>
              <p:nvPr/>
            </p:nvSpPr>
            <p:spPr bwMode="auto">
              <a:xfrm>
                <a:off x="2214563" y="3328988"/>
                <a:ext cx="793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60" name="Line 121"/>
              <p:cNvSpPr>
                <a:spLocks noChangeShapeType="1"/>
              </p:cNvSpPr>
              <p:nvPr/>
            </p:nvSpPr>
            <p:spPr bwMode="auto">
              <a:xfrm>
                <a:off x="2222500" y="3332163"/>
                <a:ext cx="793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61" name="Line 122"/>
              <p:cNvSpPr>
                <a:spLocks noChangeShapeType="1"/>
              </p:cNvSpPr>
              <p:nvPr/>
            </p:nvSpPr>
            <p:spPr bwMode="auto">
              <a:xfrm flipV="1">
                <a:off x="2230438" y="3330576"/>
                <a:ext cx="317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62" name="Line 123"/>
              <p:cNvSpPr>
                <a:spLocks noChangeShapeType="1"/>
              </p:cNvSpPr>
              <p:nvPr/>
            </p:nvSpPr>
            <p:spPr bwMode="auto">
              <a:xfrm flipV="1">
                <a:off x="2252663" y="3313113"/>
                <a:ext cx="6350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63" name="Line 124"/>
              <p:cNvSpPr>
                <a:spLocks noChangeShapeType="1"/>
              </p:cNvSpPr>
              <p:nvPr/>
            </p:nvSpPr>
            <p:spPr bwMode="auto">
              <a:xfrm flipV="1">
                <a:off x="2259013" y="3300413"/>
                <a:ext cx="952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64" name="Line 125"/>
              <p:cNvSpPr>
                <a:spLocks noChangeShapeType="1"/>
              </p:cNvSpPr>
              <p:nvPr/>
            </p:nvSpPr>
            <p:spPr bwMode="auto">
              <a:xfrm flipV="1">
                <a:off x="2268538" y="3295651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65" name="Line 126"/>
              <p:cNvSpPr>
                <a:spLocks noChangeShapeType="1"/>
              </p:cNvSpPr>
              <p:nvPr/>
            </p:nvSpPr>
            <p:spPr bwMode="auto">
              <a:xfrm flipV="1">
                <a:off x="2284413" y="3265488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66" name="Line 127"/>
              <p:cNvSpPr>
                <a:spLocks noChangeShapeType="1"/>
              </p:cNvSpPr>
              <p:nvPr/>
            </p:nvSpPr>
            <p:spPr bwMode="auto">
              <a:xfrm flipV="1">
                <a:off x="2286000" y="3243263"/>
                <a:ext cx="9525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67" name="Line 128"/>
              <p:cNvSpPr>
                <a:spLocks noChangeShapeType="1"/>
              </p:cNvSpPr>
              <p:nvPr/>
            </p:nvSpPr>
            <p:spPr bwMode="auto">
              <a:xfrm flipV="1">
                <a:off x="2295525" y="3238501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68" name="Line 129"/>
              <p:cNvSpPr>
                <a:spLocks noChangeShapeType="1"/>
              </p:cNvSpPr>
              <p:nvPr/>
            </p:nvSpPr>
            <p:spPr bwMode="auto">
              <a:xfrm flipV="1">
                <a:off x="2308225" y="3192463"/>
                <a:ext cx="6350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69" name="Line 130"/>
              <p:cNvSpPr>
                <a:spLocks noChangeShapeType="1"/>
              </p:cNvSpPr>
              <p:nvPr/>
            </p:nvSpPr>
            <p:spPr bwMode="auto">
              <a:xfrm flipV="1">
                <a:off x="2314575" y="3175001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70" name="Line 131"/>
              <p:cNvSpPr>
                <a:spLocks noChangeShapeType="1"/>
              </p:cNvSpPr>
              <p:nvPr/>
            </p:nvSpPr>
            <p:spPr bwMode="auto">
              <a:xfrm flipV="1">
                <a:off x="2330450" y="3133726"/>
                <a:ext cx="1588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71" name="Line 132"/>
              <p:cNvSpPr>
                <a:spLocks noChangeShapeType="1"/>
              </p:cNvSpPr>
              <p:nvPr/>
            </p:nvSpPr>
            <p:spPr bwMode="auto">
              <a:xfrm flipV="1">
                <a:off x="2332038" y="3109913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72" name="Line 133"/>
              <p:cNvSpPr>
                <a:spLocks noChangeShapeType="1"/>
              </p:cNvSpPr>
              <p:nvPr/>
            </p:nvSpPr>
            <p:spPr bwMode="auto">
              <a:xfrm flipV="1">
                <a:off x="2349500" y="3068638"/>
                <a:ext cx="1588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73" name="Line 134"/>
              <p:cNvSpPr>
                <a:spLocks noChangeShapeType="1"/>
              </p:cNvSpPr>
              <p:nvPr/>
            </p:nvSpPr>
            <p:spPr bwMode="auto">
              <a:xfrm flipV="1">
                <a:off x="2351088" y="3041651"/>
                <a:ext cx="7938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74" name="Line 135"/>
              <p:cNvSpPr>
                <a:spLocks noChangeShapeType="1"/>
              </p:cNvSpPr>
              <p:nvPr/>
            </p:nvSpPr>
            <p:spPr bwMode="auto">
              <a:xfrm flipV="1">
                <a:off x="2366963" y="3000376"/>
                <a:ext cx="3175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75" name="Line 136"/>
              <p:cNvSpPr>
                <a:spLocks noChangeShapeType="1"/>
              </p:cNvSpPr>
              <p:nvPr/>
            </p:nvSpPr>
            <p:spPr bwMode="auto">
              <a:xfrm flipV="1">
                <a:off x="2370138" y="2973388"/>
                <a:ext cx="6350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76" name="Line 137"/>
              <p:cNvSpPr>
                <a:spLocks noChangeShapeType="1"/>
              </p:cNvSpPr>
              <p:nvPr/>
            </p:nvSpPr>
            <p:spPr bwMode="auto">
              <a:xfrm flipV="1">
                <a:off x="2386013" y="2932113"/>
                <a:ext cx="1588" cy="793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77" name="Line 138"/>
              <p:cNvSpPr>
                <a:spLocks noChangeShapeType="1"/>
              </p:cNvSpPr>
              <p:nvPr/>
            </p:nvSpPr>
            <p:spPr bwMode="auto">
              <a:xfrm flipV="1">
                <a:off x="2387600" y="2906713"/>
                <a:ext cx="7938" cy="254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78" name="Line 139"/>
              <p:cNvSpPr>
                <a:spLocks noChangeShapeType="1"/>
              </p:cNvSpPr>
              <p:nvPr/>
            </p:nvSpPr>
            <p:spPr bwMode="auto">
              <a:xfrm flipV="1">
                <a:off x="2403475" y="2862263"/>
                <a:ext cx="317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79" name="Line 140"/>
              <p:cNvSpPr>
                <a:spLocks noChangeShapeType="1"/>
              </p:cNvSpPr>
              <p:nvPr/>
            </p:nvSpPr>
            <p:spPr bwMode="auto">
              <a:xfrm flipV="1">
                <a:off x="2406650" y="2838451"/>
                <a:ext cx="6350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80" name="Line 141"/>
              <p:cNvSpPr>
                <a:spLocks noChangeShapeType="1"/>
              </p:cNvSpPr>
              <p:nvPr/>
            </p:nvSpPr>
            <p:spPr bwMode="auto">
              <a:xfrm flipV="1">
                <a:off x="2422525" y="2798763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81" name="Line 142"/>
              <p:cNvSpPr>
                <a:spLocks noChangeShapeType="1"/>
              </p:cNvSpPr>
              <p:nvPr/>
            </p:nvSpPr>
            <p:spPr bwMode="auto">
              <a:xfrm flipV="1">
                <a:off x="2425700" y="2771776"/>
                <a:ext cx="7938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82" name="Line 143"/>
              <p:cNvSpPr>
                <a:spLocks noChangeShapeType="1"/>
              </p:cNvSpPr>
              <p:nvPr/>
            </p:nvSpPr>
            <p:spPr bwMode="auto">
              <a:xfrm flipV="1">
                <a:off x="2443163" y="2713038"/>
                <a:ext cx="9525" cy="254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83" name="Line 144"/>
              <p:cNvSpPr>
                <a:spLocks noChangeShapeType="1"/>
              </p:cNvSpPr>
              <p:nvPr/>
            </p:nvSpPr>
            <p:spPr bwMode="auto">
              <a:xfrm flipV="1">
                <a:off x="2452688" y="2706688"/>
                <a:ext cx="1588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84" name="Line 145"/>
              <p:cNvSpPr>
                <a:spLocks noChangeShapeType="1"/>
              </p:cNvSpPr>
              <p:nvPr/>
            </p:nvSpPr>
            <p:spPr bwMode="auto">
              <a:xfrm flipV="1">
                <a:off x="2466975" y="2667001"/>
                <a:ext cx="4763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85" name="Line 146"/>
              <p:cNvSpPr>
                <a:spLocks noChangeShapeType="1"/>
              </p:cNvSpPr>
              <p:nvPr/>
            </p:nvSpPr>
            <p:spPr bwMode="auto">
              <a:xfrm flipV="1">
                <a:off x="2471738" y="2647951"/>
                <a:ext cx="7938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86" name="Line 147"/>
              <p:cNvSpPr>
                <a:spLocks noChangeShapeType="1"/>
              </p:cNvSpPr>
              <p:nvPr/>
            </p:nvSpPr>
            <p:spPr bwMode="auto">
              <a:xfrm flipV="1">
                <a:off x="2479675" y="2647951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87" name="Line 148"/>
              <p:cNvSpPr>
                <a:spLocks noChangeShapeType="1"/>
              </p:cNvSpPr>
              <p:nvPr/>
            </p:nvSpPr>
            <p:spPr bwMode="auto">
              <a:xfrm flipV="1">
                <a:off x="2495550" y="2619376"/>
                <a:ext cx="3175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88" name="Line 149"/>
              <p:cNvSpPr>
                <a:spLocks noChangeShapeType="1"/>
              </p:cNvSpPr>
              <p:nvPr/>
            </p:nvSpPr>
            <p:spPr bwMode="auto">
              <a:xfrm flipV="1">
                <a:off x="2498725" y="2609851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89" name="Line 150"/>
              <p:cNvSpPr>
                <a:spLocks noChangeShapeType="1"/>
              </p:cNvSpPr>
              <p:nvPr/>
            </p:nvSpPr>
            <p:spPr bwMode="auto">
              <a:xfrm flipV="1">
                <a:off x="2508250" y="2605088"/>
                <a:ext cx="6350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90" name="Line 151"/>
              <p:cNvSpPr>
                <a:spLocks noChangeShapeType="1"/>
              </p:cNvSpPr>
              <p:nvPr/>
            </p:nvSpPr>
            <p:spPr bwMode="auto">
              <a:xfrm>
                <a:off x="2533650" y="260032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91" name="Line 152"/>
              <p:cNvSpPr>
                <a:spLocks noChangeShapeType="1"/>
              </p:cNvSpPr>
              <p:nvPr/>
            </p:nvSpPr>
            <p:spPr bwMode="auto">
              <a:xfrm>
                <a:off x="2535238" y="2600326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92" name="Line 153"/>
              <p:cNvSpPr>
                <a:spLocks noChangeShapeType="1"/>
              </p:cNvSpPr>
              <p:nvPr/>
            </p:nvSpPr>
            <p:spPr bwMode="auto">
              <a:xfrm>
                <a:off x="2544763" y="2603501"/>
                <a:ext cx="952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93" name="Line 154"/>
              <p:cNvSpPr>
                <a:spLocks noChangeShapeType="1"/>
              </p:cNvSpPr>
              <p:nvPr/>
            </p:nvSpPr>
            <p:spPr bwMode="auto">
              <a:xfrm>
                <a:off x="2571750" y="2630488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94" name="Line 155"/>
              <p:cNvSpPr>
                <a:spLocks noChangeShapeType="1"/>
              </p:cNvSpPr>
              <p:nvPr/>
            </p:nvSpPr>
            <p:spPr bwMode="auto">
              <a:xfrm>
                <a:off x="2573338" y="2632076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95" name="Line 156"/>
              <p:cNvSpPr>
                <a:spLocks noChangeShapeType="1"/>
              </p:cNvSpPr>
              <p:nvPr/>
            </p:nvSpPr>
            <p:spPr bwMode="auto">
              <a:xfrm>
                <a:off x="2582863" y="2647951"/>
                <a:ext cx="317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96" name="Line 157"/>
              <p:cNvSpPr>
                <a:spLocks noChangeShapeType="1"/>
              </p:cNvSpPr>
              <p:nvPr/>
            </p:nvSpPr>
            <p:spPr bwMode="auto">
              <a:xfrm>
                <a:off x="2598738" y="2686051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97" name="Line 158"/>
              <p:cNvSpPr>
                <a:spLocks noChangeShapeType="1"/>
              </p:cNvSpPr>
              <p:nvPr/>
            </p:nvSpPr>
            <p:spPr bwMode="auto">
              <a:xfrm>
                <a:off x="2600325" y="2689226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98" name="Line 159"/>
              <p:cNvSpPr>
                <a:spLocks noChangeShapeType="1"/>
              </p:cNvSpPr>
              <p:nvPr/>
            </p:nvSpPr>
            <p:spPr bwMode="auto">
              <a:xfrm>
                <a:off x="2609850" y="2713038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299" name="Line 160"/>
              <p:cNvSpPr>
                <a:spLocks noChangeShapeType="1"/>
              </p:cNvSpPr>
              <p:nvPr/>
            </p:nvSpPr>
            <p:spPr bwMode="auto">
              <a:xfrm>
                <a:off x="2622550" y="2749551"/>
                <a:ext cx="6350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00" name="Line 161"/>
              <p:cNvSpPr>
                <a:spLocks noChangeShapeType="1"/>
              </p:cNvSpPr>
              <p:nvPr/>
            </p:nvSpPr>
            <p:spPr bwMode="auto">
              <a:xfrm>
                <a:off x="2628900" y="2768601"/>
                <a:ext cx="3175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01" name="Line 162"/>
              <p:cNvSpPr>
                <a:spLocks noChangeShapeType="1"/>
              </p:cNvSpPr>
              <p:nvPr/>
            </p:nvSpPr>
            <p:spPr bwMode="auto">
              <a:xfrm>
                <a:off x="2643188" y="2814638"/>
                <a:ext cx="317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02" name="Line 163"/>
              <p:cNvSpPr>
                <a:spLocks noChangeShapeType="1"/>
              </p:cNvSpPr>
              <p:nvPr/>
            </p:nvSpPr>
            <p:spPr bwMode="auto">
              <a:xfrm>
                <a:off x="2646363" y="2830513"/>
                <a:ext cx="6350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03" name="Line 164"/>
              <p:cNvSpPr>
                <a:spLocks noChangeShapeType="1"/>
              </p:cNvSpPr>
              <p:nvPr/>
            </p:nvSpPr>
            <p:spPr bwMode="auto">
              <a:xfrm>
                <a:off x="2660650" y="2882901"/>
                <a:ext cx="4763" cy="142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04" name="Line 165"/>
              <p:cNvSpPr>
                <a:spLocks noChangeShapeType="1"/>
              </p:cNvSpPr>
              <p:nvPr/>
            </p:nvSpPr>
            <p:spPr bwMode="auto">
              <a:xfrm>
                <a:off x="2665413" y="2897188"/>
                <a:ext cx="4763" cy="190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05" name="Line 166"/>
              <p:cNvSpPr>
                <a:spLocks noChangeShapeType="1"/>
              </p:cNvSpPr>
              <p:nvPr/>
            </p:nvSpPr>
            <p:spPr bwMode="auto">
              <a:xfrm>
                <a:off x="2679700" y="2949576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06" name="Line 167"/>
              <p:cNvSpPr>
                <a:spLocks noChangeShapeType="1"/>
              </p:cNvSpPr>
              <p:nvPr/>
            </p:nvSpPr>
            <p:spPr bwMode="auto">
              <a:xfrm>
                <a:off x="2684463" y="2967038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07" name="Line 168"/>
              <p:cNvSpPr>
                <a:spLocks noChangeShapeType="1"/>
              </p:cNvSpPr>
              <p:nvPr/>
            </p:nvSpPr>
            <p:spPr bwMode="auto">
              <a:xfrm>
                <a:off x="2697163" y="3017838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08" name="Line 169"/>
              <p:cNvSpPr>
                <a:spLocks noChangeShapeType="1"/>
              </p:cNvSpPr>
              <p:nvPr/>
            </p:nvSpPr>
            <p:spPr bwMode="auto">
              <a:xfrm>
                <a:off x="2701925" y="3035301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09" name="Line 170"/>
              <p:cNvSpPr>
                <a:spLocks noChangeShapeType="1"/>
              </p:cNvSpPr>
              <p:nvPr/>
            </p:nvSpPr>
            <p:spPr bwMode="auto">
              <a:xfrm>
                <a:off x="2716213" y="3086101"/>
                <a:ext cx="4763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10" name="Line 171"/>
              <p:cNvSpPr>
                <a:spLocks noChangeShapeType="1"/>
              </p:cNvSpPr>
              <p:nvPr/>
            </p:nvSpPr>
            <p:spPr bwMode="auto">
              <a:xfrm>
                <a:off x="2720975" y="3101976"/>
                <a:ext cx="4763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11" name="Line 172"/>
              <p:cNvSpPr>
                <a:spLocks noChangeShapeType="1"/>
              </p:cNvSpPr>
              <p:nvPr/>
            </p:nvSpPr>
            <p:spPr bwMode="auto">
              <a:xfrm>
                <a:off x="2735263" y="3152776"/>
                <a:ext cx="4763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12" name="Line 173"/>
              <p:cNvSpPr>
                <a:spLocks noChangeShapeType="1"/>
              </p:cNvSpPr>
              <p:nvPr/>
            </p:nvSpPr>
            <p:spPr bwMode="auto">
              <a:xfrm>
                <a:off x="2740025" y="3163888"/>
                <a:ext cx="6350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13" name="Line 174"/>
              <p:cNvSpPr>
                <a:spLocks noChangeShapeType="1"/>
              </p:cNvSpPr>
              <p:nvPr/>
            </p:nvSpPr>
            <p:spPr bwMode="auto">
              <a:xfrm>
                <a:off x="2757488" y="3217863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14" name="Line 175"/>
              <p:cNvSpPr>
                <a:spLocks noChangeShapeType="1"/>
              </p:cNvSpPr>
              <p:nvPr/>
            </p:nvSpPr>
            <p:spPr bwMode="auto">
              <a:xfrm>
                <a:off x="2757488" y="3219451"/>
                <a:ext cx="9525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15" name="Line 176"/>
              <p:cNvSpPr>
                <a:spLocks noChangeShapeType="1"/>
              </p:cNvSpPr>
              <p:nvPr/>
            </p:nvSpPr>
            <p:spPr bwMode="auto">
              <a:xfrm>
                <a:off x="2767013" y="3243263"/>
                <a:ext cx="158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16" name="Line 177"/>
              <p:cNvSpPr>
                <a:spLocks noChangeShapeType="1"/>
              </p:cNvSpPr>
              <p:nvPr/>
            </p:nvSpPr>
            <p:spPr bwMode="auto">
              <a:xfrm>
                <a:off x="2782888" y="3276601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17" name="Line 178"/>
              <p:cNvSpPr>
                <a:spLocks noChangeShapeType="1"/>
              </p:cNvSpPr>
              <p:nvPr/>
            </p:nvSpPr>
            <p:spPr bwMode="auto">
              <a:xfrm>
                <a:off x="2786063" y="3282951"/>
                <a:ext cx="7938" cy="174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18" name="Line 179"/>
              <p:cNvSpPr>
                <a:spLocks noChangeShapeType="1"/>
              </p:cNvSpPr>
              <p:nvPr/>
            </p:nvSpPr>
            <p:spPr bwMode="auto">
              <a:xfrm>
                <a:off x="2794000" y="3300413"/>
                <a:ext cx="317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19" name="Line 180"/>
              <p:cNvSpPr>
                <a:spLocks noChangeShapeType="1"/>
              </p:cNvSpPr>
              <p:nvPr/>
            </p:nvSpPr>
            <p:spPr bwMode="auto">
              <a:xfrm>
                <a:off x="2814638" y="3324226"/>
                <a:ext cx="7938" cy="476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20" name="Line 181"/>
              <p:cNvSpPr>
                <a:spLocks noChangeShapeType="1"/>
              </p:cNvSpPr>
              <p:nvPr/>
            </p:nvSpPr>
            <p:spPr bwMode="auto">
              <a:xfrm>
                <a:off x="2822575" y="3328988"/>
                <a:ext cx="9525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21" name="Line 182"/>
              <p:cNvSpPr>
                <a:spLocks noChangeShapeType="1"/>
              </p:cNvSpPr>
              <p:nvPr/>
            </p:nvSpPr>
            <p:spPr bwMode="auto">
              <a:xfrm>
                <a:off x="2832100" y="3332163"/>
                <a:ext cx="3175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22" name="Line 183"/>
              <p:cNvSpPr>
                <a:spLocks noChangeShapeType="1"/>
              </p:cNvSpPr>
              <p:nvPr/>
            </p:nvSpPr>
            <p:spPr bwMode="auto">
              <a:xfrm flipV="1">
                <a:off x="2854325" y="3322638"/>
                <a:ext cx="4763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23" name="Line 184"/>
              <p:cNvSpPr>
                <a:spLocks noChangeShapeType="1"/>
              </p:cNvSpPr>
              <p:nvPr/>
            </p:nvSpPr>
            <p:spPr bwMode="auto">
              <a:xfrm flipV="1">
                <a:off x="2859088" y="3313113"/>
                <a:ext cx="9525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24" name="Line 185"/>
              <p:cNvSpPr>
                <a:spLocks noChangeShapeType="1"/>
              </p:cNvSpPr>
              <p:nvPr/>
            </p:nvSpPr>
            <p:spPr bwMode="auto">
              <a:xfrm flipV="1">
                <a:off x="2868613" y="3306763"/>
                <a:ext cx="3175" cy="635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25" name="Line 186"/>
              <p:cNvSpPr>
                <a:spLocks noChangeShapeType="1"/>
              </p:cNvSpPr>
              <p:nvPr/>
            </p:nvSpPr>
            <p:spPr bwMode="auto">
              <a:xfrm flipV="1">
                <a:off x="2887663" y="3265488"/>
                <a:ext cx="9525" cy="158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26" name="Line 187"/>
              <p:cNvSpPr>
                <a:spLocks noChangeShapeType="1"/>
              </p:cNvSpPr>
              <p:nvPr/>
            </p:nvSpPr>
            <p:spPr bwMode="auto">
              <a:xfrm flipV="1">
                <a:off x="2897188" y="3252788"/>
                <a:ext cx="4763" cy="12700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27" name="Line 188"/>
              <p:cNvSpPr>
                <a:spLocks noChangeShapeType="1"/>
              </p:cNvSpPr>
              <p:nvPr/>
            </p:nvSpPr>
            <p:spPr bwMode="auto">
              <a:xfrm flipV="1">
                <a:off x="2913063" y="3219451"/>
                <a:ext cx="1588" cy="317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28" name="Line 189"/>
              <p:cNvSpPr>
                <a:spLocks noChangeShapeType="1"/>
              </p:cNvSpPr>
              <p:nvPr/>
            </p:nvSpPr>
            <p:spPr bwMode="auto">
              <a:xfrm flipV="1">
                <a:off x="2914650" y="3192463"/>
                <a:ext cx="9525" cy="269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29" name="Line 190"/>
              <p:cNvSpPr>
                <a:spLocks noChangeShapeType="1"/>
              </p:cNvSpPr>
              <p:nvPr/>
            </p:nvSpPr>
            <p:spPr bwMode="auto">
              <a:xfrm flipV="1">
                <a:off x="2924175" y="3190876"/>
                <a:ext cx="1588" cy="1588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30" name="Line 191"/>
              <p:cNvSpPr>
                <a:spLocks noChangeShapeType="1"/>
              </p:cNvSpPr>
              <p:nvPr/>
            </p:nvSpPr>
            <p:spPr bwMode="auto">
              <a:xfrm flipV="1">
                <a:off x="2935288" y="3133726"/>
                <a:ext cx="7938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31" name="Line 192"/>
              <p:cNvSpPr>
                <a:spLocks noChangeShapeType="1"/>
              </p:cNvSpPr>
              <p:nvPr/>
            </p:nvSpPr>
            <p:spPr bwMode="auto">
              <a:xfrm flipV="1">
                <a:off x="2943225" y="3124201"/>
                <a:ext cx="1588" cy="95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32" name="Line 193"/>
              <p:cNvSpPr>
                <a:spLocks noChangeShapeType="1"/>
              </p:cNvSpPr>
              <p:nvPr/>
            </p:nvSpPr>
            <p:spPr bwMode="auto">
              <a:xfrm flipV="1">
                <a:off x="2954338" y="3068638"/>
                <a:ext cx="6350" cy="22225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33" name="Line 194"/>
              <p:cNvSpPr>
                <a:spLocks noChangeShapeType="1"/>
              </p:cNvSpPr>
              <p:nvPr/>
            </p:nvSpPr>
            <p:spPr bwMode="auto">
              <a:xfrm flipV="1">
                <a:off x="2960688" y="3057526"/>
                <a:ext cx="3175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34" name="Line 195"/>
              <p:cNvSpPr>
                <a:spLocks noChangeShapeType="1"/>
              </p:cNvSpPr>
              <p:nvPr/>
            </p:nvSpPr>
            <p:spPr bwMode="auto">
              <a:xfrm flipV="1">
                <a:off x="2973388" y="3000376"/>
                <a:ext cx="6350" cy="238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7335" name="Line 196"/>
              <p:cNvSpPr>
                <a:spLocks noChangeShapeType="1"/>
              </p:cNvSpPr>
              <p:nvPr/>
            </p:nvSpPr>
            <p:spPr bwMode="auto">
              <a:xfrm flipV="1">
                <a:off x="2979738" y="2989263"/>
                <a:ext cx="3175" cy="11113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6" name="Group 1733"/>
          <p:cNvGrpSpPr>
            <a:grpSpLocks/>
          </p:cNvGrpSpPr>
          <p:nvPr/>
        </p:nvGrpSpPr>
        <p:grpSpPr bwMode="auto">
          <a:xfrm>
            <a:off x="7331075" y="4006850"/>
            <a:ext cx="1828800" cy="279400"/>
            <a:chOff x="3441733" y="5039131"/>
            <a:chExt cx="1828999" cy="741977"/>
          </a:xfrm>
        </p:grpSpPr>
        <p:sp>
          <p:nvSpPr>
            <p:cNvPr id="636946" name="Line 8"/>
            <p:cNvSpPr>
              <a:spLocks noChangeShapeType="1"/>
            </p:cNvSpPr>
            <p:nvPr/>
          </p:nvSpPr>
          <p:spPr bwMode="auto">
            <a:xfrm flipV="1">
              <a:off x="3441733" y="537947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47" name="Line 9"/>
            <p:cNvSpPr>
              <a:spLocks noChangeShapeType="1"/>
            </p:cNvSpPr>
            <p:nvPr/>
          </p:nvSpPr>
          <p:spPr bwMode="auto">
            <a:xfrm flipV="1">
              <a:off x="3451258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48" name="Line 10"/>
            <p:cNvSpPr>
              <a:spLocks noChangeShapeType="1"/>
            </p:cNvSpPr>
            <p:nvPr/>
          </p:nvSpPr>
          <p:spPr bwMode="auto">
            <a:xfrm flipV="1">
              <a:off x="3460783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49" name="Line 11"/>
            <p:cNvSpPr>
              <a:spLocks noChangeShapeType="1"/>
            </p:cNvSpPr>
            <p:nvPr/>
          </p:nvSpPr>
          <p:spPr bwMode="auto">
            <a:xfrm flipV="1">
              <a:off x="3470308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50" name="Line 12"/>
            <p:cNvSpPr>
              <a:spLocks noChangeShapeType="1"/>
            </p:cNvSpPr>
            <p:nvPr/>
          </p:nvSpPr>
          <p:spPr bwMode="auto">
            <a:xfrm flipV="1">
              <a:off x="3479833" y="524612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51" name="Line 13"/>
            <p:cNvSpPr>
              <a:spLocks noChangeShapeType="1"/>
            </p:cNvSpPr>
            <p:nvPr/>
          </p:nvSpPr>
          <p:spPr bwMode="auto">
            <a:xfrm flipV="1">
              <a:off x="3489358" y="521595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52" name="Line 14"/>
            <p:cNvSpPr>
              <a:spLocks noChangeShapeType="1"/>
            </p:cNvSpPr>
            <p:nvPr/>
          </p:nvSpPr>
          <p:spPr bwMode="auto">
            <a:xfrm flipV="1">
              <a:off x="3497296" y="5187383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53" name="Line 15"/>
            <p:cNvSpPr>
              <a:spLocks noChangeShapeType="1"/>
            </p:cNvSpPr>
            <p:nvPr/>
          </p:nvSpPr>
          <p:spPr bwMode="auto">
            <a:xfrm flipV="1">
              <a:off x="3506821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54" name="Line 16"/>
            <p:cNvSpPr>
              <a:spLocks noChangeShapeType="1"/>
            </p:cNvSpPr>
            <p:nvPr/>
          </p:nvSpPr>
          <p:spPr bwMode="auto">
            <a:xfrm flipV="1">
              <a:off x="3516346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55" name="Line 17"/>
            <p:cNvSpPr>
              <a:spLocks noChangeShapeType="1"/>
            </p:cNvSpPr>
            <p:nvPr/>
          </p:nvSpPr>
          <p:spPr bwMode="auto">
            <a:xfrm flipV="1">
              <a:off x="3525871" y="5114358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56" name="Line 18"/>
            <p:cNvSpPr>
              <a:spLocks noChangeShapeType="1"/>
            </p:cNvSpPr>
            <p:nvPr/>
          </p:nvSpPr>
          <p:spPr bwMode="auto">
            <a:xfrm flipV="1">
              <a:off x="3535396" y="5095308"/>
              <a:ext cx="7938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57" name="Line 19"/>
            <p:cNvSpPr>
              <a:spLocks noChangeShapeType="1"/>
            </p:cNvSpPr>
            <p:nvPr/>
          </p:nvSpPr>
          <p:spPr bwMode="auto">
            <a:xfrm flipV="1">
              <a:off x="3543333" y="5079433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58" name="Line 20"/>
            <p:cNvSpPr>
              <a:spLocks noChangeShapeType="1"/>
            </p:cNvSpPr>
            <p:nvPr/>
          </p:nvSpPr>
          <p:spPr bwMode="auto">
            <a:xfrm flipV="1">
              <a:off x="3552858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59" name="Line 21"/>
            <p:cNvSpPr>
              <a:spLocks noChangeShapeType="1"/>
            </p:cNvSpPr>
            <p:nvPr/>
          </p:nvSpPr>
          <p:spPr bwMode="auto">
            <a:xfrm flipV="1">
              <a:off x="3562383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60" name="Line 22"/>
            <p:cNvSpPr>
              <a:spLocks noChangeShapeType="1"/>
            </p:cNvSpPr>
            <p:nvPr/>
          </p:nvSpPr>
          <p:spPr bwMode="auto">
            <a:xfrm flipV="1">
              <a:off x="3571908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61" name="Line 23"/>
            <p:cNvSpPr>
              <a:spLocks noChangeShapeType="1"/>
            </p:cNvSpPr>
            <p:nvPr/>
          </p:nvSpPr>
          <p:spPr bwMode="auto">
            <a:xfrm flipV="1">
              <a:off x="3581433" y="5047683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62" name="Line 24"/>
            <p:cNvSpPr>
              <a:spLocks noChangeShapeType="1"/>
            </p:cNvSpPr>
            <p:nvPr/>
          </p:nvSpPr>
          <p:spPr bwMode="auto">
            <a:xfrm>
              <a:off x="3590958" y="5047683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63" name="Line 25"/>
            <p:cNvSpPr>
              <a:spLocks noChangeShapeType="1"/>
            </p:cNvSpPr>
            <p:nvPr/>
          </p:nvSpPr>
          <p:spPr bwMode="auto">
            <a:xfrm>
              <a:off x="3598896" y="5047683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64" name="Line 26"/>
            <p:cNvSpPr>
              <a:spLocks noChangeShapeType="1"/>
            </p:cNvSpPr>
            <p:nvPr/>
          </p:nvSpPr>
          <p:spPr bwMode="auto">
            <a:xfrm>
              <a:off x="3608421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65" name="Line 27"/>
            <p:cNvSpPr>
              <a:spLocks noChangeShapeType="1"/>
            </p:cNvSpPr>
            <p:nvPr/>
          </p:nvSpPr>
          <p:spPr bwMode="auto">
            <a:xfrm>
              <a:off x="3617946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66" name="Line 28"/>
            <p:cNvSpPr>
              <a:spLocks noChangeShapeType="1"/>
            </p:cNvSpPr>
            <p:nvPr/>
          </p:nvSpPr>
          <p:spPr bwMode="auto">
            <a:xfrm>
              <a:off x="3627471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67" name="Line 29"/>
            <p:cNvSpPr>
              <a:spLocks noChangeShapeType="1"/>
            </p:cNvSpPr>
            <p:nvPr/>
          </p:nvSpPr>
          <p:spPr bwMode="auto">
            <a:xfrm>
              <a:off x="3636996" y="5079433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68" name="Line 30"/>
            <p:cNvSpPr>
              <a:spLocks noChangeShapeType="1"/>
            </p:cNvSpPr>
            <p:nvPr/>
          </p:nvSpPr>
          <p:spPr bwMode="auto">
            <a:xfrm>
              <a:off x="3644933" y="5095308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69" name="Line 31"/>
            <p:cNvSpPr>
              <a:spLocks noChangeShapeType="1"/>
            </p:cNvSpPr>
            <p:nvPr/>
          </p:nvSpPr>
          <p:spPr bwMode="auto">
            <a:xfrm>
              <a:off x="3654458" y="5114358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70" name="Line 32"/>
            <p:cNvSpPr>
              <a:spLocks noChangeShapeType="1"/>
            </p:cNvSpPr>
            <p:nvPr/>
          </p:nvSpPr>
          <p:spPr bwMode="auto">
            <a:xfrm>
              <a:off x="3663983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71" name="Line 33"/>
            <p:cNvSpPr>
              <a:spLocks noChangeShapeType="1"/>
            </p:cNvSpPr>
            <p:nvPr/>
          </p:nvSpPr>
          <p:spPr bwMode="auto">
            <a:xfrm>
              <a:off x="3673508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72" name="Line 34"/>
            <p:cNvSpPr>
              <a:spLocks noChangeShapeType="1"/>
            </p:cNvSpPr>
            <p:nvPr/>
          </p:nvSpPr>
          <p:spPr bwMode="auto">
            <a:xfrm>
              <a:off x="3683033" y="5187383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73" name="Line 35"/>
            <p:cNvSpPr>
              <a:spLocks noChangeShapeType="1"/>
            </p:cNvSpPr>
            <p:nvPr/>
          </p:nvSpPr>
          <p:spPr bwMode="auto">
            <a:xfrm>
              <a:off x="3692558" y="521595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74" name="Line 36"/>
            <p:cNvSpPr>
              <a:spLocks noChangeShapeType="1"/>
            </p:cNvSpPr>
            <p:nvPr/>
          </p:nvSpPr>
          <p:spPr bwMode="auto">
            <a:xfrm>
              <a:off x="3700496" y="524612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75" name="Line 37"/>
            <p:cNvSpPr>
              <a:spLocks noChangeShapeType="1"/>
            </p:cNvSpPr>
            <p:nvPr/>
          </p:nvSpPr>
          <p:spPr bwMode="auto">
            <a:xfrm>
              <a:off x="3710021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76" name="Line 38"/>
            <p:cNvSpPr>
              <a:spLocks noChangeShapeType="1"/>
            </p:cNvSpPr>
            <p:nvPr/>
          </p:nvSpPr>
          <p:spPr bwMode="auto">
            <a:xfrm>
              <a:off x="3719546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77" name="Line 39"/>
            <p:cNvSpPr>
              <a:spLocks noChangeShapeType="1"/>
            </p:cNvSpPr>
            <p:nvPr/>
          </p:nvSpPr>
          <p:spPr bwMode="auto">
            <a:xfrm>
              <a:off x="3729071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78" name="Line 40"/>
            <p:cNvSpPr>
              <a:spLocks noChangeShapeType="1"/>
            </p:cNvSpPr>
            <p:nvPr/>
          </p:nvSpPr>
          <p:spPr bwMode="auto">
            <a:xfrm>
              <a:off x="3738596" y="5379470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79" name="Line 41"/>
            <p:cNvSpPr>
              <a:spLocks noChangeShapeType="1"/>
            </p:cNvSpPr>
            <p:nvPr/>
          </p:nvSpPr>
          <p:spPr bwMode="auto">
            <a:xfrm>
              <a:off x="3746533" y="54143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80" name="Line 42"/>
            <p:cNvSpPr>
              <a:spLocks noChangeShapeType="1"/>
            </p:cNvSpPr>
            <p:nvPr/>
          </p:nvSpPr>
          <p:spPr bwMode="auto">
            <a:xfrm>
              <a:off x="3756058" y="5447733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81" name="Line 43"/>
            <p:cNvSpPr>
              <a:spLocks noChangeShapeType="1"/>
            </p:cNvSpPr>
            <p:nvPr/>
          </p:nvSpPr>
          <p:spPr bwMode="auto">
            <a:xfrm>
              <a:off x="3765583" y="5482658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82" name="Line 44"/>
            <p:cNvSpPr>
              <a:spLocks noChangeShapeType="1"/>
            </p:cNvSpPr>
            <p:nvPr/>
          </p:nvSpPr>
          <p:spPr bwMode="auto">
            <a:xfrm>
              <a:off x="3775108" y="55159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83" name="Line 45"/>
            <p:cNvSpPr>
              <a:spLocks noChangeShapeType="1"/>
            </p:cNvSpPr>
            <p:nvPr/>
          </p:nvSpPr>
          <p:spPr bwMode="auto">
            <a:xfrm>
              <a:off x="3784633" y="5549333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84" name="Line 46"/>
            <p:cNvSpPr>
              <a:spLocks noChangeShapeType="1"/>
            </p:cNvSpPr>
            <p:nvPr/>
          </p:nvSpPr>
          <p:spPr bwMode="auto">
            <a:xfrm>
              <a:off x="3794158" y="558108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85" name="Line 47"/>
            <p:cNvSpPr>
              <a:spLocks noChangeShapeType="1"/>
            </p:cNvSpPr>
            <p:nvPr/>
          </p:nvSpPr>
          <p:spPr bwMode="auto">
            <a:xfrm>
              <a:off x="3802096" y="5611245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86" name="Line 48"/>
            <p:cNvSpPr>
              <a:spLocks noChangeShapeType="1"/>
            </p:cNvSpPr>
            <p:nvPr/>
          </p:nvSpPr>
          <p:spPr bwMode="auto">
            <a:xfrm>
              <a:off x="3811621" y="5639820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87" name="Line 49"/>
            <p:cNvSpPr>
              <a:spLocks noChangeShapeType="1"/>
            </p:cNvSpPr>
            <p:nvPr/>
          </p:nvSpPr>
          <p:spPr bwMode="auto">
            <a:xfrm>
              <a:off x="3821146" y="566680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88" name="Line 50"/>
            <p:cNvSpPr>
              <a:spLocks noChangeShapeType="1"/>
            </p:cNvSpPr>
            <p:nvPr/>
          </p:nvSpPr>
          <p:spPr bwMode="auto">
            <a:xfrm>
              <a:off x="3830671" y="5690620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89" name="Line 51"/>
            <p:cNvSpPr>
              <a:spLocks noChangeShapeType="1"/>
            </p:cNvSpPr>
            <p:nvPr/>
          </p:nvSpPr>
          <p:spPr bwMode="auto">
            <a:xfrm>
              <a:off x="3840196" y="5712845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90" name="Line 52"/>
            <p:cNvSpPr>
              <a:spLocks noChangeShapeType="1"/>
            </p:cNvSpPr>
            <p:nvPr/>
          </p:nvSpPr>
          <p:spPr bwMode="auto">
            <a:xfrm>
              <a:off x="3848133" y="573030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91" name="Line 53"/>
            <p:cNvSpPr>
              <a:spLocks noChangeShapeType="1"/>
            </p:cNvSpPr>
            <p:nvPr/>
          </p:nvSpPr>
          <p:spPr bwMode="auto">
            <a:xfrm>
              <a:off x="3857658" y="5747770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92" name="Line 54"/>
            <p:cNvSpPr>
              <a:spLocks noChangeShapeType="1"/>
            </p:cNvSpPr>
            <p:nvPr/>
          </p:nvSpPr>
          <p:spPr bwMode="auto">
            <a:xfrm>
              <a:off x="3867183" y="5760470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93" name="Line 55"/>
            <p:cNvSpPr>
              <a:spLocks noChangeShapeType="1"/>
            </p:cNvSpPr>
            <p:nvPr/>
          </p:nvSpPr>
          <p:spPr bwMode="auto">
            <a:xfrm>
              <a:off x="3876708" y="5769995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94" name="Line 56"/>
            <p:cNvSpPr>
              <a:spLocks noChangeShapeType="1"/>
            </p:cNvSpPr>
            <p:nvPr/>
          </p:nvSpPr>
          <p:spPr bwMode="auto">
            <a:xfrm>
              <a:off x="3886233" y="5776345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95" name="Line 57"/>
            <p:cNvSpPr>
              <a:spLocks noChangeShapeType="1"/>
            </p:cNvSpPr>
            <p:nvPr/>
          </p:nvSpPr>
          <p:spPr bwMode="auto">
            <a:xfrm>
              <a:off x="3895758" y="5779520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96" name="Line 58"/>
            <p:cNvSpPr>
              <a:spLocks noChangeShapeType="1"/>
            </p:cNvSpPr>
            <p:nvPr/>
          </p:nvSpPr>
          <p:spPr bwMode="auto">
            <a:xfrm flipV="1">
              <a:off x="3903696" y="5776345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97" name="Line 59"/>
            <p:cNvSpPr>
              <a:spLocks noChangeShapeType="1"/>
            </p:cNvSpPr>
            <p:nvPr/>
          </p:nvSpPr>
          <p:spPr bwMode="auto">
            <a:xfrm flipV="1">
              <a:off x="3913221" y="5769995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98" name="Line 60"/>
            <p:cNvSpPr>
              <a:spLocks noChangeShapeType="1"/>
            </p:cNvSpPr>
            <p:nvPr/>
          </p:nvSpPr>
          <p:spPr bwMode="auto">
            <a:xfrm flipV="1">
              <a:off x="3922746" y="5760470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999" name="Line 61"/>
            <p:cNvSpPr>
              <a:spLocks noChangeShapeType="1"/>
            </p:cNvSpPr>
            <p:nvPr/>
          </p:nvSpPr>
          <p:spPr bwMode="auto">
            <a:xfrm flipV="1">
              <a:off x="3932271" y="5747770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00" name="Line 62"/>
            <p:cNvSpPr>
              <a:spLocks noChangeShapeType="1"/>
            </p:cNvSpPr>
            <p:nvPr/>
          </p:nvSpPr>
          <p:spPr bwMode="auto">
            <a:xfrm flipV="1">
              <a:off x="3941796" y="573030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01" name="Line 63"/>
            <p:cNvSpPr>
              <a:spLocks noChangeShapeType="1"/>
            </p:cNvSpPr>
            <p:nvPr/>
          </p:nvSpPr>
          <p:spPr bwMode="auto">
            <a:xfrm flipV="1">
              <a:off x="3951321" y="5712845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02" name="Line 64"/>
            <p:cNvSpPr>
              <a:spLocks noChangeShapeType="1"/>
            </p:cNvSpPr>
            <p:nvPr/>
          </p:nvSpPr>
          <p:spPr bwMode="auto">
            <a:xfrm flipV="1">
              <a:off x="3959258" y="5690620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03" name="Line 65"/>
            <p:cNvSpPr>
              <a:spLocks noChangeShapeType="1"/>
            </p:cNvSpPr>
            <p:nvPr/>
          </p:nvSpPr>
          <p:spPr bwMode="auto">
            <a:xfrm flipV="1">
              <a:off x="3968783" y="566680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04" name="Line 66"/>
            <p:cNvSpPr>
              <a:spLocks noChangeShapeType="1"/>
            </p:cNvSpPr>
            <p:nvPr/>
          </p:nvSpPr>
          <p:spPr bwMode="auto">
            <a:xfrm flipV="1">
              <a:off x="3978308" y="5639820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05" name="Line 67"/>
            <p:cNvSpPr>
              <a:spLocks noChangeShapeType="1"/>
            </p:cNvSpPr>
            <p:nvPr/>
          </p:nvSpPr>
          <p:spPr bwMode="auto">
            <a:xfrm flipV="1">
              <a:off x="3987833" y="5611245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06" name="Line 68"/>
            <p:cNvSpPr>
              <a:spLocks noChangeShapeType="1"/>
            </p:cNvSpPr>
            <p:nvPr/>
          </p:nvSpPr>
          <p:spPr bwMode="auto">
            <a:xfrm flipV="1">
              <a:off x="3997358" y="558108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07" name="Line 69"/>
            <p:cNvSpPr>
              <a:spLocks noChangeShapeType="1"/>
            </p:cNvSpPr>
            <p:nvPr/>
          </p:nvSpPr>
          <p:spPr bwMode="auto">
            <a:xfrm flipV="1">
              <a:off x="4005296" y="5549333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08" name="Line 70"/>
            <p:cNvSpPr>
              <a:spLocks noChangeShapeType="1"/>
            </p:cNvSpPr>
            <p:nvPr/>
          </p:nvSpPr>
          <p:spPr bwMode="auto">
            <a:xfrm flipV="1">
              <a:off x="4014821" y="55159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09" name="Line 71"/>
            <p:cNvSpPr>
              <a:spLocks noChangeShapeType="1"/>
            </p:cNvSpPr>
            <p:nvPr/>
          </p:nvSpPr>
          <p:spPr bwMode="auto">
            <a:xfrm flipV="1">
              <a:off x="4024346" y="5482658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10" name="Line 72"/>
            <p:cNvSpPr>
              <a:spLocks noChangeShapeType="1"/>
            </p:cNvSpPr>
            <p:nvPr/>
          </p:nvSpPr>
          <p:spPr bwMode="auto">
            <a:xfrm flipV="1">
              <a:off x="4033871" y="5447733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11" name="Line 73"/>
            <p:cNvSpPr>
              <a:spLocks noChangeShapeType="1"/>
            </p:cNvSpPr>
            <p:nvPr/>
          </p:nvSpPr>
          <p:spPr bwMode="auto">
            <a:xfrm flipV="1">
              <a:off x="4043396" y="5414395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12" name="Line 74"/>
            <p:cNvSpPr>
              <a:spLocks noChangeShapeType="1"/>
            </p:cNvSpPr>
            <p:nvPr/>
          </p:nvSpPr>
          <p:spPr bwMode="auto">
            <a:xfrm flipV="1">
              <a:off x="4052921" y="5379470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13" name="Line 75"/>
            <p:cNvSpPr>
              <a:spLocks noChangeShapeType="1"/>
            </p:cNvSpPr>
            <p:nvPr/>
          </p:nvSpPr>
          <p:spPr bwMode="auto">
            <a:xfrm flipV="1">
              <a:off x="4060858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14" name="Line 76"/>
            <p:cNvSpPr>
              <a:spLocks noChangeShapeType="1"/>
            </p:cNvSpPr>
            <p:nvPr/>
          </p:nvSpPr>
          <p:spPr bwMode="auto">
            <a:xfrm flipV="1">
              <a:off x="4070383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15" name="Line 77"/>
            <p:cNvSpPr>
              <a:spLocks noChangeShapeType="1"/>
            </p:cNvSpPr>
            <p:nvPr/>
          </p:nvSpPr>
          <p:spPr bwMode="auto">
            <a:xfrm flipV="1">
              <a:off x="4079908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16" name="Line 78"/>
            <p:cNvSpPr>
              <a:spLocks noChangeShapeType="1"/>
            </p:cNvSpPr>
            <p:nvPr/>
          </p:nvSpPr>
          <p:spPr bwMode="auto">
            <a:xfrm flipV="1">
              <a:off x="4089433" y="524612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17" name="Line 79"/>
            <p:cNvSpPr>
              <a:spLocks noChangeShapeType="1"/>
            </p:cNvSpPr>
            <p:nvPr/>
          </p:nvSpPr>
          <p:spPr bwMode="auto">
            <a:xfrm flipV="1">
              <a:off x="4098958" y="521595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18" name="Line 80"/>
            <p:cNvSpPr>
              <a:spLocks noChangeShapeType="1"/>
            </p:cNvSpPr>
            <p:nvPr/>
          </p:nvSpPr>
          <p:spPr bwMode="auto">
            <a:xfrm flipV="1">
              <a:off x="4108483" y="5187383"/>
              <a:ext cx="7938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19" name="Line 81"/>
            <p:cNvSpPr>
              <a:spLocks noChangeShapeType="1"/>
            </p:cNvSpPr>
            <p:nvPr/>
          </p:nvSpPr>
          <p:spPr bwMode="auto">
            <a:xfrm flipV="1">
              <a:off x="4116421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20" name="Line 82"/>
            <p:cNvSpPr>
              <a:spLocks noChangeShapeType="1"/>
            </p:cNvSpPr>
            <p:nvPr/>
          </p:nvSpPr>
          <p:spPr bwMode="auto">
            <a:xfrm flipV="1">
              <a:off x="4125946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21" name="Line 83"/>
            <p:cNvSpPr>
              <a:spLocks noChangeShapeType="1"/>
            </p:cNvSpPr>
            <p:nvPr/>
          </p:nvSpPr>
          <p:spPr bwMode="auto">
            <a:xfrm flipV="1">
              <a:off x="4135471" y="5114358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22" name="Line 84"/>
            <p:cNvSpPr>
              <a:spLocks noChangeShapeType="1"/>
            </p:cNvSpPr>
            <p:nvPr/>
          </p:nvSpPr>
          <p:spPr bwMode="auto">
            <a:xfrm flipV="1">
              <a:off x="4144996" y="5095308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23" name="Line 85"/>
            <p:cNvSpPr>
              <a:spLocks noChangeShapeType="1"/>
            </p:cNvSpPr>
            <p:nvPr/>
          </p:nvSpPr>
          <p:spPr bwMode="auto">
            <a:xfrm flipV="1">
              <a:off x="4154521" y="5079433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24" name="Line 86"/>
            <p:cNvSpPr>
              <a:spLocks noChangeShapeType="1"/>
            </p:cNvSpPr>
            <p:nvPr/>
          </p:nvSpPr>
          <p:spPr bwMode="auto">
            <a:xfrm flipV="1">
              <a:off x="4162458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25" name="Line 87"/>
            <p:cNvSpPr>
              <a:spLocks noChangeShapeType="1"/>
            </p:cNvSpPr>
            <p:nvPr/>
          </p:nvSpPr>
          <p:spPr bwMode="auto">
            <a:xfrm flipV="1">
              <a:off x="4171983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26" name="Line 88"/>
            <p:cNvSpPr>
              <a:spLocks noChangeShapeType="1"/>
            </p:cNvSpPr>
            <p:nvPr/>
          </p:nvSpPr>
          <p:spPr bwMode="auto">
            <a:xfrm flipV="1">
              <a:off x="4181508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27" name="Line 89"/>
            <p:cNvSpPr>
              <a:spLocks noChangeShapeType="1"/>
            </p:cNvSpPr>
            <p:nvPr/>
          </p:nvSpPr>
          <p:spPr bwMode="auto">
            <a:xfrm flipV="1">
              <a:off x="4191033" y="5047683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28" name="Line 90"/>
            <p:cNvSpPr>
              <a:spLocks noChangeShapeType="1"/>
            </p:cNvSpPr>
            <p:nvPr/>
          </p:nvSpPr>
          <p:spPr bwMode="auto">
            <a:xfrm>
              <a:off x="4200558" y="5047683"/>
              <a:ext cx="9525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29" name="Line 91"/>
            <p:cNvSpPr>
              <a:spLocks noChangeShapeType="1"/>
            </p:cNvSpPr>
            <p:nvPr/>
          </p:nvSpPr>
          <p:spPr bwMode="auto">
            <a:xfrm>
              <a:off x="4210083" y="5047683"/>
              <a:ext cx="7938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30" name="Line 92"/>
            <p:cNvSpPr>
              <a:spLocks noChangeShapeType="1"/>
            </p:cNvSpPr>
            <p:nvPr/>
          </p:nvSpPr>
          <p:spPr bwMode="auto">
            <a:xfrm>
              <a:off x="4218021" y="5050858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31" name="Line 93"/>
            <p:cNvSpPr>
              <a:spLocks noChangeShapeType="1"/>
            </p:cNvSpPr>
            <p:nvPr/>
          </p:nvSpPr>
          <p:spPr bwMode="auto">
            <a:xfrm>
              <a:off x="4227546" y="5057208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32" name="Line 94"/>
            <p:cNvSpPr>
              <a:spLocks noChangeShapeType="1"/>
            </p:cNvSpPr>
            <p:nvPr/>
          </p:nvSpPr>
          <p:spPr bwMode="auto">
            <a:xfrm>
              <a:off x="4237071" y="5066733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33" name="Line 95"/>
            <p:cNvSpPr>
              <a:spLocks noChangeShapeType="1"/>
            </p:cNvSpPr>
            <p:nvPr/>
          </p:nvSpPr>
          <p:spPr bwMode="auto">
            <a:xfrm>
              <a:off x="4246596" y="5079433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34" name="Line 96"/>
            <p:cNvSpPr>
              <a:spLocks noChangeShapeType="1"/>
            </p:cNvSpPr>
            <p:nvPr/>
          </p:nvSpPr>
          <p:spPr bwMode="auto">
            <a:xfrm>
              <a:off x="4256121" y="5095308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35" name="Line 97"/>
            <p:cNvSpPr>
              <a:spLocks noChangeShapeType="1"/>
            </p:cNvSpPr>
            <p:nvPr/>
          </p:nvSpPr>
          <p:spPr bwMode="auto">
            <a:xfrm>
              <a:off x="4265646" y="5114358"/>
              <a:ext cx="7938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36" name="Line 98"/>
            <p:cNvSpPr>
              <a:spLocks noChangeShapeType="1"/>
            </p:cNvSpPr>
            <p:nvPr/>
          </p:nvSpPr>
          <p:spPr bwMode="auto">
            <a:xfrm>
              <a:off x="4273583" y="513658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37" name="Line 99"/>
            <p:cNvSpPr>
              <a:spLocks noChangeShapeType="1"/>
            </p:cNvSpPr>
            <p:nvPr/>
          </p:nvSpPr>
          <p:spPr bwMode="auto">
            <a:xfrm>
              <a:off x="4283108" y="5160395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38" name="Line 100"/>
            <p:cNvSpPr>
              <a:spLocks noChangeShapeType="1"/>
            </p:cNvSpPr>
            <p:nvPr/>
          </p:nvSpPr>
          <p:spPr bwMode="auto">
            <a:xfrm>
              <a:off x="4292633" y="5187383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39" name="Line 101"/>
            <p:cNvSpPr>
              <a:spLocks noChangeShapeType="1"/>
            </p:cNvSpPr>
            <p:nvPr/>
          </p:nvSpPr>
          <p:spPr bwMode="auto">
            <a:xfrm>
              <a:off x="4302158" y="521595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40" name="Line 102"/>
            <p:cNvSpPr>
              <a:spLocks noChangeShapeType="1"/>
            </p:cNvSpPr>
            <p:nvPr/>
          </p:nvSpPr>
          <p:spPr bwMode="auto">
            <a:xfrm>
              <a:off x="4311683" y="5246120"/>
              <a:ext cx="7938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41" name="Line 103"/>
            <p:cNvSpPr>
              <a:spLocks noChangeShapeType="1"/>
            </p:cNvSpPr>
            <p:nvPr/>
          </p:nvSpPr>
          <p:spPr bwMode="auto">
            <a:xfrm>
              <a:off x="4319621" y="5277870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42" name="Line 104"/>
            <p:cNvSpPr>
              <a:spLocks noChangeShapeType="1"/>
            </p:cNvSpPr>
            <p:nvPr/>
          </p:nvSpPr>
          <p:spPr bwMode="auto">
            <a:xfrm>
              <a:off x="4329146" y="530962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43" name="Line 105"/>
            <p:cNvSpPr>
              <a:spLocks noChangeShapeType="1"/>
            </p:cNvSpPr>
            <p:nvPr/>
          </p:nvSpPr>
          <p:spPr bwMode="auto">
            <a:xfrm>
              <a:off x="4338671" y="5344545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44" name="Line 106"/>
            <p:cNvSpPr>
              <a:spLocks noChangeShapeType="1"/>
            </p:cNvSpPr>
            <p:nvPr/>
          </p:nvSpPr>
          <p:spPr bwMode="auto">
            <a:xfrm>
              <a:off x="4348196" y="5379470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45" name="Line 8"/>
            <p:cNvSpPr>
              <a:spLocks noChangeShapeType="1"/>
            </p:cNvSpPr>
            <p:nvPr/>
          </p:nvSpPr>
          <p:spPr bwMode="auto">
            <a:xfrm>
              <a:off x="4354744" y="540584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46" name="Line 9"/>
            <p:cNvSpPr>
              <a:spLocks noChangeShapeType="1"/>
            </p:cNvSpPr>
            <p:nvPr/>
          </p:nvSpPr>
          <p:spPr bwMode="auto">
            <a:xfrm>
              <a:off x="4364269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47" name="Line 10"/>
            <p:cNvSpPr>
              <a:spLocks noChangeShapeType="1"/>
            </p:cNvSpPr>
            <p:nvPr/>
          </p:nvSpPr>
          <p:spPr bwMode="auto">
            <a:xfrm>
              <a:off x="4373794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48" name="Line 11"/>
            <p:cNvSpPr>
              <a:spLocks noChangeShapeType="1"/>
            </p:cNvSpPr>
            <p:nvPr/>
          </p:nvSpPr>
          <p:spPr bwMode="auto">
            <a:xfrm>
              <a:off x="4383319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49" name="Line 12"/>
            <p:cNvSpPr>
              <a:spLocks noChangeShapeType="1"/>
            </p:cNvSpPr>
            <p:nvPr/>
          </p:nvSpPr>
          <p:spPr bwMode="auto">
            <a:xfrm>
              <a:off x="4392844" y="554236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50" name="Line 13"/>
            <p:cNvSpPr>
              <a:spLocks noChangeShapeType="1"/>
            </p:cNvSpPr>
            <p:nvPr/>
          </p:nvSpPr>
          <p:spPr bwMode="auto">
            <a:xfrm>
              <a:off x="4402369" y="557411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51" name="Line 14"/>
            <p:cNvSpPr>
              <a:spLocks noChangeShapeType="1"/>
            </p:cNvSpPr>
            <p:nvPr/>
          </p:nvSpPr>
          <p:spPr bwMode="auto">
            <a:xfrm>
              <a:off x="4410307" y="5604281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52" name="Line 15"/>
            <p:cNvSpPr>
              <a:spLocks noChangeShapeType="1"/>
            </p:cNvSpPr>
            <p:nvPr/>
          </p:nvSpPr>
          <p:spPr bwMode="auto">
            <a:xfrm>
              <a:off x="4419832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53" name="Line 16"/>
            <p:cNvSpPr>
              <a:spLocks noChangeShapeType="1"/>
            </p:cNvSpPr>
            <p:nvPr/>
          </p:nvSpPr>
          <p:spPr bwMode="auto">
            <a:xfrm>
              <a:off x="4429357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54" name="Line 17"/>
            <p:cNvSpPr>
              <a:spLocks noChangeShapeType="1"/>
            </p:cNvSpPr>
            <p:nvPr/>
          </p:nvSpPr>
          <p:spPr bwMode="auto">
            <a:xfrm>
              <a:off x="4438882" y="5683656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55" name="Line 18"/>
            <p:cNvSpPr>
              <a:spLocks noChangeShapeType="1"/>
            </p:cNvSpPr>
            <p:nvPr/>
          </p:nvSpPr>
          <p:spPr bwMode="auto">
            <a:xfrm>
              <a:off x="4448407" y="5705881"/>
              <a:ext cx="7938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56" name="Line 19"/>
            <p:cNvSpPr>
              <a:spLocks noChangeShapeType="1"/>
            </p:cNvSpPr>
            <p:nvPr/>
          </p:nvSpPr>
          <p:spPr bwMode="auto">
            <a:xfrm>
              <a:off x="4456344" y="5724931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57" name="Line 20"/>
            <p:cNvSpPr>
              <a:spLocks noChangeShapeType="1"/>
            </p:cNvSpPr>
            <p:nvPr/>
          </p:nvSpPr>
          <p:spPr bwMode="auto">
            <a:xfrm>
              <a:off x="4465869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58" name="Line 21"/>
            <p:cNvSpPr>
              <a:spLocks noChangeShapeType="1"/>
            </p:cNvSpPr>
            <p:nvPr/>
          </p:nvSpPr>
          <p:spPr bwMode="auto">
            <a:xfrm>
              <a:off x="4475394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59" name="Line 22"/>
            <p:cNvSpPr>
              <a:spLocks noChangeShapeType="1"/>
            </p:cNvSpPr>
            <p:nvPr/>
          </p:nvSpPr>
          <p:spPr bwMode="auto">
            <a:xfrm>
              <a:off x="4484919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60" name="Line 23"/>
            <p:cNvSpPr>
              <a:spLocks noChangeShapeType="1"/>
            </p:cNvSpPr>
            <p:nvPr/>
          </p:nvSpPr>
          <p:spPr bwMode="auto">
            <a:xfrm>
              <a:off x="4494444" y="5769381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61" name="Line 24"/>
            <p:cNvSpPr>
              <a:spLocks noChangeShapeType="1"/>
            </p:cNvSpPr>
            <p:nvPr/>
          </p:nvSpPr>
          <p:spPr bwMode="auto">
            <a:xfrm flipV="1">
              <a:off x="4503969" y="5770968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62" name="Line 25"/>
            <p:cNvSpPr>
              <a:spLocks noChangeShapeType="1"/>
            </p:cNvSpPr>
            <p:nvPr/>
          </p:nvSpPr>
          <p:spPr bwMode="auto">
            <a:xfrm flipV="1">
              <a:off x="4511907" y="5769381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63" name="Line 26"/>
            <p:cNvSpPr>
              <a:spLocks noChangeShapeType="1"/>
            </p:cNvSpPr>
            <p:nvPr/>
          </p:nvSpPr>
          <p:spPr bwMode="auto">
            <a:xfrm flipV="1">
              <a:off x="4521432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64" name="Line 27"/>
            <p:cNvSpPr>
              <a:spLocks noChangeShapeType="1"/>
            </p:cNvSpPr>
            <p:nvPr/>
          </p:nvSpPr>
          <p:spPr bwMode="auto">
            <a:xfrm flipV="1">
              <a:off x="4530957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65" name="Line 28"/>
            <p:cNvSpPr>
              <a:spLocks noChangeShapeType="1"/>
            </p:cNvSpPr>
            <p:nvPr/>
          </p:nvSpPr>
          <p:spPr bwMode="auto">
            <a:xfrm flipV="1">
              <a:off x="4540482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66" name="Line 29"/>
            <p:cNvSpPr>
              <a:spLocks noChangeShapeType="1"/>
            </p:cNvSpPr>
            <p:nvPr/>
          </p:nvSpPr>
          <p:spPr bwMode="auto">
            <a:xfrm flipV="1">
              <a:off x="4550007" y="5724931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67" name="Line 30"/>
            <p:cNvSpPr>
              <a:spLocks noChangeShapeType="1"/>
            </p:cNvSpPr>
            <p:nvPr/>
          </p:nvSpPr>
          <p:spPr bwMode="auto">
            <a:xfrm flipV="1">
              <a:off x="4557944" y="5705881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68" name="Line 31"/>
            <p:cNvSpPr>
              <a:spLocks noChangeShapeType="1"/>
            </p:cNvSpPr>
            <p:nvPr/>
          </p:nvSpPr>
          <p:spPr bwMode="auto">
            <a:xfrm flipV="1">
              <a:off x="4567469" y="5683656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69" name="Line 32"/>
            <p:cNvSpPr>
              <a:spLocks noChangeShapeType="1"/>
            </p:cNvSpPr>
            <p:nvPr/>
          </p:nvSpPr>
          <p:spPr bwMode="auto">
            <a:xfrm flipV="1">
              <a:off x="4576994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70" name="Line 33"/>
            <p:cNvSpPr>
              <a:spLocks noChangeShapeType="1"/>
            </p:cNvSpPr>
            <p:nvPr/>
          </p:nvSpPr>
          <p:spPr bwMode="auto">
            <a:xfrm flipV="1">
              <a:off x="4586519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71" name="Line 34"/>
            <p:cNvSpPr>
              <a:spLocks noChangeShapeType="1"/>
            </p:cNvSpPr>
            <p:nvPr/>
          </p:nvSpPr>
          <p:spPr bwMode="auto">
            <a:xfrm flipV="1">
              <a:off x="4596044" y="5604281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72" name="Line 35"/>
            <p:cNvSpPr>
              <a:spLocks noChangeShapeType="1"/>
            </p:cNvSpPr>
            <p:nvPr/>
          </p:nvSpPr>
          <p:spPr bwMode="auto">
            <a:xfrm flipV="1">
              <a:off x="4605569" y="5574118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73" name="Line 36"/>
            <p:cNvSpPr>
              <a:spLocks noChangeShapeType="1"/>
            </p:cNvSpPr>
            <p:nvPr/>
          </p:nvSpPr>
          <p:spPr bwMode="auto">
            <a:xfrm flipV="1">
              <a:off x="4613507" y="554236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74" name="Line 37"/>
            <p:cNvSpPr>
              <a:spLocks noChangeShapeType="1"/>
            </p:cNvSpPr>
            <p:nvPr/>
          </p:nvSpPr>
          <p:spPr bwMode="auto">
            <a:xfrm flipV="1">
              <a:off x="4623032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75" name="Line 38"/>
            <p:cNvSpPr>
              <a:spLocks noChangeShapeType="1"/>
            </p:cNvSpPr>
            <p:nvPr/>
          </p:nvSpPr>
          <p:spPr bwMode="auto">
            <a:xfrm flipV="1">
              <a:off x="4632557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76" name="Line 39"/>
            <p:cNvSpPr>
              <a:spLocks noChangeShapeType="1"/>
            </p:cNvSpPr>
            <p:nvPr/>
          </p:nvSpPr>
          <p:spPr bwMode="auto">
            <a:xfrm flipV="1">
              <a:off x="4642082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77" name="Line 40"/>
            <p:cNvSpPr>
              <a:spLocks noChangeShapeType="1"/>
            </p:cNvSpPr>
            <p:nvPr/>
          </p:nvSpPr>
          <p:spPr bwMode="auto">
            <a:xfrm flipV="1">
              <a:off x="4651607" y="5405844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78" name="Line 41"/>
            <p:cNvSpPr>
              <a:spLocks noChangeShapeType="1"/>
            </p:cNvSpPr>
            <p:nvPr/>
          </p:nvSpPr>
          <p:spPr bwMode="auto">
            <a:xfrm flipV="1">
              <a:off x="4659544" y="53725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79" name="Line 42"/>
            <p:cNvSpPr>
              <a:spLocks noChangeShapeType="1"/>
            </p:cNvSpPr>
            <p:nvPr/>
          </p:nvSpPr>
          <p:spPr bwMode="auto">
            <a:xfrm flipV="1">
              <a:off x="4669069" y="5337581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80" name="Line 43"/>
            <p:cNvSpPr>
              <a:spLocks noChangeShapeType="1"/>
            </p:cNvSpPr>
            <p:nvPr/>
          </p:nvSpPr>
          <p:spPr bwMode="auto">
            <a:xfrm flipV="1">
              <a:off x="4678594" y="5304243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81" name="Line 44"/>
            <p:cNvSpPr>
              <a:spLocks noChangeShapeType="1"/>
            </p:cNvSpPr>
            <p:nvPr/>
          </p:nvSpPr>
          <p:spPr bwMode="auto">
            <a:xfrm flipV="1">
              <a:off x="4688119" y="52709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82" name="Line 45"/>
            <p:cNvSpPr>
              <a:spLocks noChangeShapeType="1"/>
            </p:cNvSpPr>
            <p:nvPr/>
          </p:nvSpPr>
          <p:spPr bwMode="auto">
            <a:xfrm flipV="1">
              <a:off x="4697644" y="5239156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83" name="Line 46"/>
            <p:cNvSpPr>
              <a:spLocks noChangeShapeType="1"/>
            </p:cNvSpPr>
            <p:nvPr/>
          </p:nvSpPr>
          <p:spPr bwMode="auto">
            <a:xfrm flipV="1">
              <a:off x="4707169" y="520899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84" name="Line 47"/>
            <p:cNvSpPr>
              <a:spLocks noChangeShapeType="1"/>
            </p:cNvSpPr>
            <p:nvPr/>
          </p:nvSpPr>
          <p:spPr bwMode="auto">
            <a:xfrm flipV="1">
              <a:off x="4715107" y="5180419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85" name="Line 48"/>
            <p:cNvSpPr>
              <a:spLocks noChangeShapeType="1"/>
            </p:cNvSpPr>
            <p:nvPr/>
          </p:nvSpPr>
          <p:spPr bwMode="auto">
            <a:xfrm flipV="1">
              <a:off x="4724632" y="5153431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86" name="Line 49"/>
            <p:cNvSpPr>
              <a:spLocks noChangeShapeType="1"/>
            </p:cNvSpPr>
            <p:nvPr/>
          </p:nvSpPr>
          <p:spPr bwMode="auto">
            <a:xfrm flipV="1">
              <a:off x="4734157" y="512961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87" name="Line 50"/>
            <p:cNvSpPr>
              <a:spLocks noChangeShapeType="1"/>
            </p:cNvSpPr>
            <p:nvPr/>
          </p:nvSpPr>
          <p:spPr bwMode="auto">
            <a:xfrm flipV="1">
              <a:off x="4743682" y="5107394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88" name="Line 51"/>
            <p:cNvSpPr>
              <a:spLocks noChangeShapeType="1"/>
            </p:cNvSpPr>
            <p:nvPr/>
          </p:nvSpPr>
          <p:spPr bwMode="auto">
            <a:xfrm flipV="1">
              <a:off x="4753207" y="5089931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89" name="Line 52"/>
            <p:cNvSpPr>
              <a:spLocks noChangeShapeType="1"/>
            </p:cNvSpPr>
            <p:nvPr/>
          </p:nvSpPr>
          <p:spPr bwMode="auto">
            <a:xfrm flipV="1">
              <a:off x="4761144" y="507246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90" name="Line 53"/>
            <p:cNvSpPr>
              <a:spLocks noChangeShapeType="1"/>
            </p:cNvSpPr>
            <p:nvPr/>
          </p:nvSpPr>
          <p:spPr bwMode="auto">
            <a:xfrm flipV="1">
              <a:off x="4770669" y="5059769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91" name="Line 54"/>
            <p:cNvSpPr>
              <a:spLocks noChangeShapeType="1"/>
            </p:cNvSpPr>
            <p:nvPr/>
          </p:nvSpPr>
          <p:spPr bwMode="auto">
            <a:xfrm flipV="1">
              <a:off x="4780194" y="5050244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92" name="Line 55"/>
            <p:cNvSpPr>
              <a:spLocks noChangeShapeType="1"/>
            </p:cNvSpPr>
            <p:nvPr/>
          </p:nvSpPr>
          <p:spPr bwMode="auto">
            <a:xfrm flipV="1">
              <a:off x="4789719" y="5043894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93" name="Line 56"/>
            <p:cNvSpPr>
              <a:spLocks noChangeShapeType="1"/>
            </p:cNvSpPr>
            <p:nvPr/>
          </p:nvSpPr>
          <p:spPr bwMode="auto">
            <a:xfrm flipV="1">
              <a:off x="4799244" y="5040719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94" name="Line 57"/>
            <p:cNvSpPr>
              <a:spLocks noChangeShapeType="1"/>
            </p:cNvSpPr>
            <p:nvPr/>
          </p:nvSpPr>
          <p:spPr bwMode="auto">
            <a:xfrm flipV="1">
              <a:off x="4808769" y="5039131"/>
              <a:ext cx="7938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95" name="Line 58"/>
            <p:cNvSpPr>
              <a:spLocks noChangeShapeType="1"/>
            </p:cNvSpPr>
            <p:nvPr/>
          </p:nvSpPr>
          <p:spPr bwMode="auto">
            <a:xfrm>
              <a:off x="4816707" y="5040719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96" name="Line 59"/>
            <p:cNvSpPr>
              <a:spLocks noChangeShapeType="1"/>
            </p:cNvSpPr>
            <p:nvPr/>
          </p:nvSpPr>
          <p:spPr bwMode="auto">
            <a:xfrm>
              <a:off x="4826232" y="5043894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97" name="Line 60"/>
            <p:cNvSpPr>
              <a:spLocks noChangeShapeType="1"/>
            </p:cNvSpPr>
            <p:nvPr/>
          </p:nvSpPr>
          <p:spPr bwMode="auto">
            <a:xfrm>
              <a:off x="4835757" y="5050244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98" name="Line 61"/>
            <p:cNvSpPr>
              <a:spLocks noChangeShapeType="1"/>
            </p:cNvSpPr>
            <p:nvPr/>
          </p:nvSpPr>
          <p:spPr bwMode="auto">
            <a:xfrm>
              <a:off x="4845282" y="5059769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099" name="Line 62"/>
            <p:cNvSpPr>
              <a:spLocks noChangeShapeType="1"/>
            </p:cNvSpPr>
            <p:nvPr/>
          </p:nvSpPr>
          <p:spPr bwMode="auto">
            <a:xfrm>
              <a:off x="4854807" y="5072468"/>
              <a:ext cx="9525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00" name="Line 63"/>
            <p:cNvSpPr>
              <a:spLocks noChangeShapeType="1"/>
            </p:cNvSpPr>
            <p:nvPr/>
          </p:nvSpPr>
          <p:spPr bwMode="auto">
            <a:xfrm>
              <a:off x="4864332" y="5089931"/>
              <a:ext cx="7938" cy="174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01" name="Line 64"/>
            <p:cNvSpPr>
              <a:spLocks noChangeShapeType="1"/>
            </p:cNvSpPr>
            <p:nvPr/>
          </p:nvSpPr>
          <p:spPr bwMode="auto">
            <a:xfrm>
              <a:off x="4872269" y="5107394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02" name="Line 65"/>
            <p:cNvSpPr>
              <a:spLocks noChangeShapeType="1"/>
            </p:cNvSpPr>
            <p:nvPr/>
          </p:nvSpPr>
          <p:spPr bwMode="auto">
            <a:xfrm>
              <a:off x="4881794" y="5129618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03" name="Line 66"/>
            <p:cNvSpPr>
              <a:spLocks noChangeShapeType="1"/>
            </p:cNvSpPr>
            <p:nvPr/>
          </p:nvSpPr>
          <p:spPr bwMode="auto">
            <a:xfrm>
              <a:off x="4891319" y="5153431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04" name="Line 67"/>
            <p:cNvSpPr>
              <a:spLocks noChangeShapeType="1"/>
            </p:cNvSpPr>
            <p:nvPr/>
          </p:nvSpPr>
          <p:spPr bwMode="auto">
            <a:xfrm>
              <a:off x="4900844" y="5180419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05" name="Line 68"/>
            <p:cNvSpPr>
              <a:spLocks noChangeShapeType="1"/>
            </p:cNvSpPr>
            <p:nvPr/>
          </p:nvSpPr>
          <p:spPr bwMode="auto">
            <a:xfrm>
              <a:off x="4910369" y="5208993"/>
              <a:ext cx="7938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06" name="Line 69"/>
            <p:cNvSpPr>
              <a:spLocks noChangeShapeType="1"/>
            </p:cNvSpPr>
            <p:nvPr/>
          </p:nvSpPr>
          <p:spPr bwMode="auto">
            <a:xfrm>
              <a:off x="4918307" y="5239156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07" name="Line 70"/>
            <p:cNvSpPr>
              <a:spLocks noChangeShapeType="1"/>
            </p:cNvSpPr>
            <p:nvPr/>
          </p:nvSpPr>
          <p:spPr bwMode="auto">
            <a:xfrm>
              <a:off x="4927832" y="52709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08" name="Line 71"/>
            <p:cNvSpPr>
              <a:spLocks noChangeShapeType="1"/>
            </p:cNvSpPr>
            <p:nvPr/>
          </p:nvSpPr>
          <p:spPr bwMode="auto">
            <a:xfrm>
              <a:off x="4937357" y="5304243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09" name="Line 72"/>
            <p:cNvSpPr>
              <a:spLocks noChangeShapeType="1"/>
            </p:cNvSpPr>
            <p:nvPr/>
          </p:nvSpPr>
          <p:spPr bwMode="auto">
            <a:xfrm>
              <a:off x="4946882" y="5337581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10" name="Line 73"/>
            <p:cNvSpPr>
              <a:spLocks noChangeShapeType="1"/>
            </p:cNvSpPr>
            <p:nvPr/>
          </p:nvSpPr>
          <p:spPr bwMode="auto">
            <a:xfrm>
              <a:off x="4956407" y="5372506"/>
              <a:ext cx="9525" cy="333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11" name="Line 74"/>
            <p:cNvSpPr>
              <a:spLocks noChangeShapeType="1"/>
            </p:cNvSpPr>
            <p:nvPr/>
          </p:nvSpPr>
          <p:spPr bwMode="auto">
            <a:xfrm>
              <a:off x="4965932" y="5405844"/>
              <a:ext cx="7938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12" name="Line 75"/>
            <p:cNvSpPr>
              <a:spLocks noChangeShapeType="1"/>
            </p:cNvSpPr>
            <p:nvPr/>
          </p:nvSpPr>
          <p:spPr bwMode="auto">
            <a:xfrm>
              <a:off x="4973869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13" name="Line 76"/>
            <p:cNvSpPr>
              <a:spLocks noChangeShapeType="1"/>
            </p:cNvSpPr>
            <p:nvPr/>
          </p:nvSpPr>
          <p:spPr bwMode="auto">
            <a:xfrm>
              <a:off x="4983394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14" name="Line 77"/>
            <p:cNvSpPr>
              <a:spLocks noChangeShapeType="1"/>
            </p:cNvSpPr>
            <p:nvPr/>
          </p:nvSpPr>
          <p:spPr bwMode="auto">
            <a:xfrm>
              <a:off x="4992919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15" name="Line 78"/>
            <p:cNvSpPr>
              <a:spLocks noChangeShapeType="1"/>
            </p:cNvSpPr>
            <p:nvPr/>
          </p:nvSpPr>
          <p:spPr bwMode="auto">
            <a:xfrm>
              <a:off x="5002444" y="554236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16" name="Line 79"/>
            <p:cNvSpPr>
              <a:spLocks noChangeShapeType="1"/>
            </p:cNvSpPr>
            <p:nvPr/>
          </p:nvSpPr>
          <p:spPr bwMode="auto">
            <a:xfrm>
              <a:off x="5011969" y="557411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17" name="Line 80"/>
            <p:cNvSpPr>
              <a:spLocks noChangeShapeType="1"/>
            </p:cNvSpPr>
            <p:nvPr/>
          </p:nvSpPr>
          <p:spPr bwMode="auto">
            <a:xfrm>
              <a:off x="5021494" y="5604281"/>
              <a:ext cx="7938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18" name="Line 81"/>
            <p:cNvSpPr>
              <a:spLocks noChangeShapeType="1"/>
            </p:cNvSpPr>
            <p:nvPr/>
          </p:nvSpPr>
          <p:spPr bwMode="auto">
            <a:xfrm>
              <a:off x="5029432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19" name="Line 82"/>
            <p:cNvSpPr>
              <a:spLocks noChangeShapeType="1"/>
            </p:cNvSpPr>
            <p:nvPr/>
          </p:nvSpPr>
          <p:spPr bwMode="auto">
            <a:xfrm>
              <a:off x="5038957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20" name="Line 83"/>
            <p:cNvSpPr>
              <a:spLocks noChangeShapeType="1"/>
            </p:cNvSpPr>
            <p:nvPr/>
          </p:nvSpPr>
          <p:spPr bwMode="auto">
            <a:xfrm>
              <a:off x="5048482" y="5683656"/>
              <a:ext cx="9525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21" name="Line 84"/>
            <p:cNvSpPr>
              <a:spLocks noChangeShapeType="1"/>
            </p:cNvSpPr>
            <p:nvPr/>
          </p:nvSpPr>
          <p:spPr bwMode="auto">
            <a:xfrm>
              <a:off x="5058007" y="5705881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22" name="Line 85"/>
            <p:cNvSpPr>
              <a:spLocks noChangeShapeType="1"/>
            </p:cNvSpPr>
            <p:nvPr/>
          </p:nvSpPr>
          <p:spPr bwMode="auto">
            <a:xfrm>
              <a:off x="5067532" y="5724931"/>
              <a:ext cx="7938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23" name="Line 86"/>
            <p:cNvSpPr>
              <a:spLocks noChangeShapeType="1"/>
            </p:cNvSpPr>
            <p:nvPr/>
          </p:nvSpPr>
          <p:spPr bwMode="auto">
            <a:xfrm>
              <a:off x="5075469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24" name="Line 87"/>
            <p:cNvSpPr>
              <a:spLocks noChangeShapeType="1"/>
            </p:cNvSpPr>
            <p:nvPr/>
          </p:nvSpPr>
          <p:spPr bwMode="auto">
            <a:xfrm>
              <a:off x="5084994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25" name="Line 88"/>
            <p:cNvSpPr>
              <a:spLocks noChangeShapeType="1"/>
            </p:cNvSpPr>
            <p:nvPr/>
          </p:nvSpPr>
          <p:spPr bwMode="auto">
            <a:xfrm>
              <a:off x="5094519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26" name="Line 89"/>
            <p:cNvSpPr>
              <a:spLocks noChangeShapeType="1"/>
            </p:cNvSpPr>
            <p:nvPr/>
          </p:nvSpPr>
          <p:spPr bwMode="auto">
            <a:xfrm>
              <a:off x="5104044" y="5769381"/>
              <a:ext cx="9525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27" name="Line 90"/>
            <p:cNvSpPr>
              <a:spLocks noChangeShapeType="1"/>
            </p:cNvSpPr>
            <p:nvPr/>
          </p:nvSpPr>
          <p:spPr bwMode="auto">
            <a:xfrm flipV="1">
              <a:off x="5113569" y="5770968"/>
              <a:ext cx="9525" cy="15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28" name="Line 91"/>
            <p:cNvSpPr>
              <a:spLocks noChangeShapeType="1"/>
            </p:cNvSpPr>
            <p:nvPr/>
          </p:nvSpPr>
          <p:spPr bwMode="auto">
            <a:xfrm flipV="1">
              <a:off x="5123094" y="5769381"/>
              <a:ext cx="7938" cy="31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29" name="Line 92"/>
            <p:cNvSpPr>
              <a:spLocks noChangeShapeType="1"/>
            </p:cNvSpPr>
            <p:nvPr/>
          </p:nvSpPr>
          <p:spPr bwMode="auto">
            <a:xfrm flipV="1">
              <a:off x="5131032" y="5763031"/>
              <a:ext cx="9525" cy="63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30" name="Line 93"/>
            <p:cNvSpPr>
              <a:spLocks noChangeShapeType="1"/>
            </p:cNvSpPr>
            <p:nvPr/>
          </p:nvSpPr>
          <p:spPr bwMode="auto">
            <a:xfrm flipV="1">
              <a:off x="5140557" y="5753506"/>
              <a:ext cx="9525" cy="95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31" name="Line 94"/>
            <p:cNvSpPr>
              <a:spLocks noChangeShapeType="1"/>
            </p:cNvSpPr>
            <p:nvPr/>
          </p:nvSpPr>
          <p:spPr bwMode="auto">
            <a:xfrm flipV="1">
              <a:off x="5150082" y="5740806"/>
              <a:ext cx="9525" cy="1270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32" name="Line 95"/>
            <p:cNvSpPr>
              <a:spLocks noChangeShapeType="1"/>
            </p:cNvSpPr>
            <p:nvPr/>
          </p:nvSpPr>
          <p:spPr bwMode="auto">
            <a:xfrm flipV="1">
              <a:off x="5159607" y="5724931"/>
              <a:ext cx="9525" cy="158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33" name="Line 96"/>
            <p:cNvSpPr>
              <a:spLocks noChangeShapeType="1"/>
            </p:cNvSpPr>
            <p:nvPr/>
          </p:nvSpPr>
          <p:spPr bwMode="auto">
            <a:xfrm flipV="1">
              <a:off x="5169132" y="5705881"/>
              <a:ext cx="9525" cy="190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34" name="Line 97"/>
            <p:cNvSpPr>
              <a:spLocks noChangeShapeType="1"/>
            </p:cNvSpPr>
            <p:nvPr/>
          </p:nvSpPr>
          <p:spPr bwMode="auto">
            <a:xfrm flipV="1">
              <a:off x="5178657" y="5683656"/>
              <a:ext cx="7938" cy="222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35" name="Line 98"/>
            <p:cNvSpPr>
              <a:spLocks noChangeShapeType="1"/>
            </p:cNvSpPr>
            <p:nvPr/>
          </p:nvSpPr>
          <p:spPr bwMode="auto">
            <a:xfrm flipV="1">
              <a:off x="5186594" y="5659843"/>
              <a:ext cx="9525" cy="2381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36" name="Line 99"/>
            <p:cNvSpPr>
              <a:spLocks noChangeShapeType="1"/>
            </p:cNvSpPr>
            <p:nvPr/>
          </p:nvSpPr>
          <p:spPr bwMode="auto">
            <a:xfrm flipV="1">
              <a:off x="5196119" y="5632856"/>
              <a:ext cx="9525" cy="2698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37" name="Line 100"/>
            <p:cNvSpPr>
              <a:spLocks noChangeShapeType="1"/>
            </p:cNvSpPr>
            <p:nvPr/>
          </p:nvSpPr>
          <p:spPr bwMode="auto">
            <a:xfrm flipV="1">
              <a:off x="5205644" y="5604281"/>
              <a:ext cx="9525" cy="2857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38" name="Line 101"/>
            <p:cNvSpPr>
              <a:spLocks noChangeShapeType="1"/>
            </p:cNvSpPr>
            <p:nvPr/>
          </p:nvSpPr>
          <p:spPr bwMode="auto">
            <a:xfrm flipV="1">
              <a:off x="5215169" y="5574118"/>
              <a:ext cx="9525" cy="301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39" name="Line 102"/>
            <p:cNvSpPr>
              <a:spLocks noChangeShapeType="1"/>
            </p:cNvSpPr>
            <p:nvPr/>
          </p:nvSpPr>
          <p:spPr bwMode="auto">
            <a:xfrm flipV="1">
              <a:off x="5224694" y="5542369"/>
              <a:ext cx="7938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40" name="Line 103"/>
            <p:cNvSpPr>
              <a:spLocks noChangeShapeType="1"/>
            </p:cNvSpPr>
            <p:nvPr/>
          </p:nvSpPr>
          <p:spPr bwMode="auto">
            <a:xfrm flipV="1">
              <a:off x="5232632" y="5510619"/>
              <a:ext cx="9525" cy="3175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41" name="Line 104"/>
            <p:cNvSpPr>
              <a:spLocks noChangeShapeType="1"/>
            </p:cNvSpPr>
            <p:nvPr/>
          </p:nvSpPr>
          <p:spPr bwMode="auto">
            <a:xfrm flipV="1">
              <a:off x="5242157" y="547569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42" name="Line 105"/>
            <p:cNvSpPr>
              <a:spLocks noChangeShapeType="1"/>
            </p:cNvSpPr>
            <p:nvPr/>
          </p:nvSpPr>
          <p:spPr bwMode="auto">
            <a:xfrm flipV="1">
              <a:off x="5251682" y="5440769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43" name="Line 106"/>
            <p:cNvSpPr>
              <a:spLocks noChangeShapeType="1"/>
            </p:cNvSpPr>
            <p:nvPr/>
          </p:nvSpPr>
          <p:spPr bwMode="auto">
            <a:xfrm flipV="1">
              <a:off x="5261207" y="5405844"/>
              <a:ext cx="9525" cy="349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144" name="Line 135"/>
            <p:cNvSpPr>
              <a:spLocks noChangeShapeType="1"/>
            </p:cNvSpPr>
            <p:nvPr/>
          </p:nvSpPr>
          <p:spPr bwMode="auto">
            <a:xfrm>
              <a:off x="4648432" y="5364568"/>
              <a:ext cx="3175" cy="793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36" name="Rectangle 1735"/>
          <p:cNvSpPr/>
          <p:nvPr/>
        </p:nvSpPr>
        <p:spPr>
          <a:xfrm>
            <a:off x="2603500" y="3433763"/>
            <a:ext cx="3937000" cy="1379537"/>
          </a:xfrm>
          <a:prstGeom prst="rect">
            <a:avLst/>
          </a:prstGeom>
          <a:solidFill>
            <a:srgbClr val="FF000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cxnSp>
        <p:nvCxnSpPr>
          <p:cNvPr id="1738" name="Straight Arrow Connector 1737"/>
          <p:cNvCxnSpPr>
            <a:stCxn id="636940" idx="2"/>
          </p:cNvCxnSpPr>
          <p:nvPr/>
        </p:nvCxnSpPr>
        <p:spPr>
          <a:xfrm rot="16200000" flipH="1">
            <a:off x="3090863" y="3052763"/>
            <a:ext cx="777875" cy="168275"/>
          </a:xfrm>
          <a:prstGeom prst="straightConnector1">
            <a:avLst/>
          </a:prstGeom>
          <a:ln>
            <a:solidFill>
              <a:srgbClr val="4D4D4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6940" name="TextBox 1738"/>
          <p:cNvSpPr txBox="1">
            <a:spLocks noChangeArrowheads="1"/>
          </p:cNvSpPr>
          <p:nvPr/>
        </p:nvSpPr>
        <p:spPr bwMode="auto">
          <a:xfrm>
            <a:off x="2727325" y="2286000"/>
            <a:ext cx="1336675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i="1"/>
              <a:t>Amplifier</a:t>
            </a:r>
          </a:p>
        </p:txBody>
      </p:sp>
      <p:sp>
        <p:nvSpPr>
          <p:cNvPr id="636941" name="TextBox 1740"/>
          <p:cNvSpPr txBox="1">
            <a:spLocks noChangeArrowheads="1"/>
          </p:cNvSpPr>
          <p:nvPr/>
        </p:nvSpPr>
        <p:spPr bwMode="auto">
          <a:xfrm>
            <a:off x="4197350" y="5492750"/>
            <a:ext cx="1114425" cy="460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i="1"/>
              <a:t>Mirrors</a:t>
            </a:r>
          </a:p>
        </p:txBody>
      </p:sp>
      <p:sp>
        <p:nvSpPr>
          <p:cNvPr id="1743" name="Freeform 1742"/>
          <p:cNvSpPr/>
          <p:nvPr/>
        </p:nvSpPr>
        <p:spPr>
          <a:xfrm>
            <a:off x="1874838" y="5556250"/>
            <a:ext cx="2293937" cy="185738"/>
          </a:xfrm>
          <a:custGeom>
            <a:avLst/>
            <a:gdLst>
              <a:gd name="connsiteX0" fmla="*/ 2293749 w 2293749"/>
              <a:gd name="connsiteY0" fmla="*/ 185980 h 185980"/>
              <a:gd name="connsiteX1" fmla="*/ 805912 w 2293749"/>
              <a:gd name="connsiteY1" fmla="*/ 170482 h 185980"/>
              <a:gd name="connsiteX2" fmla="*/ 0 w 2293749"/>
              <a:gd name="connsiteY2" fmla="*/ 0 h 185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93749" h="185980">
                <a:moveTo>
                  <a:pt x="2293749" y="185980"/>
                </a:moveTo>
                <a:lnTo>
                  <a:pt x="805912" y="170482"/>
                </a:lnTo>
                <a:cubicBezTo>
                  <a:pt x="423621" y="139485"/>
                  <a:pt x="211810" y="69742"/>
                  <a:pt x="0" y="0"/>
                </a:cubicBezTo>
              </a:path>
            </a:pathLst>
          </a:custGeom>
          <a:ln>
            <a:solidFill>
              <a:srgbClr val="4D4D4D"/>
            </a:solidFill>
            <a:headEnd type="none" w="lg" len="lg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744" name="Freeform 1743"/>
          <p:cNvSpPr/>
          <p:nvPr/>
        </p:nvSpPr>
        <p:spPr>
          <a:xfrm flipH="1">
            <a:off x="5376863" y="5554663"/>
            <a:ext cx="1890712" cy="219075"/>
          </a:xfrm>
          <a:custGeom>
            <a:avLst/>
            <a:gdLst>
              <a:gd name="connsiteX0" fmla="*/ 2293749 w 2293749"/>
              <a:gd name="connsiteY0" fmla="*/ 185980 h 185980"/>
              <a:gd name="connsiteX1" fmla="*/ 805912 w 2293749"/>
              <a:gd name="connsiteY1" fmla="*/ 170482 h 185980"/>
              <a:gd name="connsiteX2" fmla="*/ 0 w 2293749"/>
              <a:gd name="connsiteY2" fmla="*/ 0 h 185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93749" h="185980">
                <a:moveTo>
                  <a:pt x="2293749" y="185980"/>
                </a:moveTo>
                <a:lnTo>
                  <a:pt x="805912" y="170482"/>
                </a:lnTo>
                <a:cubicBezTo>
                  <a:pt x="423621" y="139485"/>
                  <a:pt x="211810" y="69742"/>
                  <a:pt x="0" y="0"/>
                </a:cubicBezTo>
              </a:path>
            </a:pathLst>
          </a:custGeom>
          <a:ln>
            <a:solidFill>
              <a:srgbClr val="4D4D4D"/>
            </a:solidFill>
            <a:headEnd type="none" w="lg" len="lg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36944" name="TextBox 1745"/>
          <p:cNvSpPr txBox="1">
            <a:spLocks noChangeArrowheads="1"/>
          </p:cNvSpPr>
          <p:nvPr/>
        </p:nvSpPr>
        <p:spPr bwMode="auto">
          <a:xfrm>
            <a:off x="4568825" y="2128838"/>
            <a:ext cx="3225800" cy="831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400" i="1"/>
              <a:t>Partial mirror that lets some light out</a:t>
            </a:r>
          </a:p>
        </p:txBody>
      </p:sp>
      <p:sp>
        <p:nvSpPr>
          <p:cNvPr id="1749" name="Freeform 1748"/>
          <p:cNvSpPr/>
          <p:nvPr/>
        </p:nvSpPr>
        <p:spPr>
          <a:xfrm>
            <a:off x="6554788" y="2890838"/>
            <a:ext cx="698500" cy="1162050"/>
          </a:xfrm>
          <a:custGeom>
            <a:avLst/>
            <a:gdLst>
              <a:gd name="connsiteX0" fmla="*/ 697424 w 697424"/>
              <a:gd name="connsiteY0" fmla="*/ 1162373 h 1162373"/>
              <a:gd name="connsiteX1" fmla="*/ 0 w 697424"/>
              <a:gd name="connsiteY1" fmla="*/ 0 h 116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97424" h="1162373">
                <a:moveTo>
                  <a:pt x="697424" y="1162373"/>
                </a:moveTo>
                <a:lnTo>
                  <a:pt x="0" y="0"/>
                </a:lnTo>
              </a:path>
            </a:pathLst>
          </a:custGeom>
          <a:ln>
            <a:solidFill>
              <a:srgbClr val="4D4D4D"/>
            </a:solidFill>
            <a:head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Clamped Rod</a:t>
            </a:r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0" y="1654175"/>
            <a:ext cx="9144000" cy="2586038"/>
            <a:chOff x="0" y="1042"/>
            <a:chExt cx="5760" cy="1629"/>
          </a:xfrm>
        </p:grpSpPr>
        <p:sp>
          <p:nvSpPr>
            <p:cNvPr id="22532" name="AutoShape 5"/>
            <p:cNvSpPr>
              <a:spLocks noChangeArrowheads="1"/>
            </p:cNvSpPr>
            <p:nvPr/>
          </p:nvSpPr>
          <p:spPr bwMode="auto">
            <a:xfrm rot="-5400000">
              <a:off x="2940" y="-297"/>
              <a:ext cx="191" cy="4735"/>
            </a:xfrm>
            <a:prstGeom prst="can">
              <a:avLst>
                <a:gd name="adj" fmla="val 23987"/>
              </a:avLst>
            </a:prstGeom>
            <a:gradFill rotWithShape="1">
              <a:gsLst>
                <a:gs pos="0">
                  <a:srgbClr val="969696"/>
                </a:gs>
                <a:gs pos="100000">
                  <a:schemeClr val="bg1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33" name="Rectangle 6"/>
            <p:cNvSpPr>
              <a:spLocks noChangeArrowheads="1"/>
            </p:cNvSpPr>
            <p:nvPr/>
          </p:nvSpPr>
          <p:spPr bwMode="auto">
            <a:xfrm>
              <a:off x="2939" y="1564"/>
              <a:ext cx="192" cy="402"/>
            </a:xfrm>
            <a:prstGeom prst="rect">
              <a:avLst/>
            </a:prstGeom>
            <a:gradFill rotWithShape="1">
              <a:gsLst>
                <a:gs pos="0">
                  <a:srgbClr val="969696"/>
                </a:gs>
                <a:gs pos="100000">
                  <a:srgbClr val="454545"/>
                </a:gs>
              </a:gsLst>
              <a:lin ang="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34" name="Rectangle 7"/>
            <p:cNvSpPr>
              <a:spLocks noChangeArrowheads="1"/>
            </p:cNvSpPr>
            <p:nvPr/>
          </p:nvSpPr>
          <p:spPr bwMode="auto">
            <a:xfrm>
              <a:off x="2834" y="2176"/>
              <a:ext cx="384" cy="439"/>
            </a:xfrm>
            <a:prstGeom prst="rect">
              <a:avLst/>
            </a:prstGeom>
            <a:gradFill rotWithShape="1">
              <a:gsLst>
                <a:gs pos="0">
                  <a:srgbClr val="454545"/>
                </a:gs>
                <a:gs pos="100000">
                  <a:srgbClr val="969696"/>
                </a:gs>
              </a:gsLst>
              <a:lin ang="270000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35" name="Rectangle 8"/>
            <p:cNvSpPr>
              <a:spLocks noChangeArrowheads="1"/>
            </p:cNvSpPr>
            <p:nvPr/>
          </p:nvSpPr>
          <p:spPr bwMode="auto">
            <a:xfrm>
              <a:off x="658" y="2615"/>
              <a:ext cx="4873" cy="56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36" name="Line 9"/>
            <p:cNvSpPr>
              <a:spLocks noChangeShapeType="1"/>
            </p:cNvSpPr>
            <p:nvPr/>
          </p:nvSpPr>
          <p:spPr bwMode="auto">
            <a:xfrm>
              <a:off x="402" y="1783"/>
              <a:ext cx="5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37" name="Text Box 10"/>
            <p:cNvSpPr txBox="1">
              <a:spLocks noChangeArrowheads="1"/>
            </p:cNvSpPr>
            <p:nvPr/>
          </p:nvSpPr>
          <p:spPr bwMode="auto">
            <a:xfrm>
              <a:off x="0" y="1293"/>
              <a:ext cx="1483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/>
                <a:t>Atoms can move longitudinally here</a:t>
              </a:r>
            </a:p>
          </p:txBody>
        </p:sp>
        <p:sp>
          <p:nvSpPr>
            <p:cNvPr id="22538" name="Text Box 11"/>
            <p:cNvSpPr txBox="1">
              <a:spLocks noChangeArrowheads="1"/>
            </p:cNvSpPr>
            <p:nvPr/>
          </p:nvSpPr>
          <p:spPr bwMode="auto">
            <a:xfrm>
              <a:off x="2345" y="1042"/>
              <a:ext cx="1483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/>
                <a:t>The clamp prevents movement here</a:t>
              </a:r>
            </a:p>
          </p:txBody>
        </p:sp>
        <p:sp>
          <p:nvSpPr>
            <p:cNvPr id="22539" name="Line 12"/>
            <p:cNvSpPr>
              <a:spLocks noChangeShapeType="1"/>
            </p:cNvSpPr>
            <p:nvPr/>
          </p:nvSpPr>
          <p:spPr bwMode="auto">
            <a:xfrm>
              <a:off x="5026" y="1797"/>
              <a:ext cx="5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40" name="Text Box 13"/>
            <p:cNvSpPr txBox="1">
              <a:spLocks noChangeArrowheads="1"/>
            </p:cNvSpPr>
            <p:nvPr/>
          </p:nvSpPr>
          <p:spPr bwMode="auto">
            <a:xfrm>
              <a:off x="4277" y="1307"/>
              <a:ext cx="1483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/>
                <a:t>Atoms can move longitudinally here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Clamped Rod: Center Clamp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2355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05025" y="2298700"/>
            <a:ext cx="4514850" cy="298132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Clamped Rod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0" y="1654175"/>
            <a:ext cx="9144000" cy="2586038"/>
            <a:chOff x="0" y="1042"/>
            <a:chExt cx="5760" cy="1629"/>
          </a:xfrm>
        </p:grpSpPr>
        <p:sp>
          <p:nvSpPr>
            <p:cNvPr id="24580" name="AutoShape 4"/>
            <p:cNvSpPr>
              <a:spLocks noChangeArrowheads="1"/>
            </p:cNvSpPr>
            <p:nvPr/>
          </p:nvSpPr>
          <p:spPr bwMode="auto">
            <a:xfrm rot="-5400000">
              <a:off x="2940" y="-297"/>
              <a:ext cx="191" cy="4735"/>
            </a:xfrm>
            <a:prstGeom prst="can">
              <a:avLst>
                <a:gd name="adj" fmla="val 23987"/>
              </a:avLst>
            </a:prstGeom>
            <a:gradFill rotWithShape="1">
              <a:gsLst>
                <a:gs pos="0">
                  <a:srgbClr val="969696"/>
                </a:gs>
                <a:gs pos="100000">
                  <a:schemeClr val="bg1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581" name="Rectangle 5"/>
            <p:cNvSpPr>
              <a:spLocks noChangeArrowheads="1"/>
            </p:cNvSpPr>
            <p:nvPr/>
          </p:nvSpPr>
          <p:spPr bwMode="auto">
            <a:xfrm>
              <a:off x="2075" y="1564"/>
              <a:ext cx="192" cy="402"/>
            </a:xfrm>
            <a:prstGeom prst="rect">
              <a:avLst/>
            </a:prstGeom>
            <a:gradFill rotWithShape="1">
              <a:gsLst>
                <a:gs pos="0">
                  <a:srgbClr val="969696"/>
                </a:gs>
                <a:gs pos="100000">
                  <a:srgbClr val="454545"/>
                </a:gs>
              </a:gsLst>
              <a:lin ang="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582" name="Rectangle 6"/>
            <p:cNvSpPr>
              <a:spLocks noChangeArrowheads="1"/>
            </p:cNvSpPr>
            <p:nvPr/>
          </p:nvSpPr>
          <p:spPr bwMode="auto">
            <a:xfrm>
              <a:off x="1970" y="2176"/>
              <a:ext cx="384" cy="439"/>
            </a:xfrm>
            <a:prstGeom prst="rect">
              <a:avLst/>
            </a:prstGeom>
            <a:gradFill rotWithShape="1">
              <a:gsLst>
                <a:gs pos="0">
                  <a:srgbClr val="454545"/>
                </a:gs>
                <a:gs pos="100000">
                  <a:srgbClr val="969696"/>
                </a:gs>
              </a:gsLst>
              <a:lin ang="270000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583" name="Rectangle 7"/>
            <p:cNvSpPr>
              <a:spLocks noChangeArrowheads="1"/>
            </p:cNvSpPr>
            <p:nvPr/>
          </p:nvSpPr>
          <p:spPr bwMode="auto">
            <a:xfrm>
              <a:off x="658" y="2615"/>
              <a:ext cx="4873" cy="56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584" name="Line 8"/>
            <p:cNvSpPr>
              <a:spLocks noChangeShapeType="1"/>
            </p:cNvSpPr>
            <p:nvPr/>
          </p:nvSpPr>
          <p:spPr bwMode="auto">
            <a:xfrm>
              <a:off x="402" y="1783"/>
              <a:ext cx="5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585" name="Text Box 9"/>
            <p:cNvSpPr txBox="1">
              <a:spLocks noChangeArrowheads="1"/>
            </p:cNvSpPr>
            <p:nvPr/>
          </p:nvSpPr>
          <p:spPr bwMode="auto">
            <a:xfrm>
              <a:off x="0" y="1293"/>
              <a:ext cx="1483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/>
                <a:t>Atoms can move longitudinally here</a:t>
              </a:r>
            </a:p>
          </p:txBody>
        </p:sp>
        <p:sp>
          <p:nvSpPr>
            <p:cNvPr id="24586" name="Text Box 10"/>
            <p:cNvSpPr txBox="1">
              <a:spLocks noChangeArrowheads="1"/>
            </p:cNvSpPr>
            <p:nvPr/>
          </p:nvSpPr>
          <p:spPr bwMode="auto">
            <a:xfrm>
              <a:off x="1650" y="1042"/>
              <a:ext cx="1483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/>
                <a:t>The clamp prevents movement here</a:t>
              </a:r>
            </a:p>
          </p:txBody>
        </p:sp>
        <p:sp>
          <p:nvSpPr>
            <p:cNvPr id="24587" name="Line 11"/>
            <p:cNvSpPr>
              <a:spLocks noChangeShapeType="1"/>
            </p:cNvSpPr>
            <p:nvPr/>
          </p:nvSpPr>
          <p:spPr bwMode="auto">
            <a:xfrm>
              <a:off x="5026" y="1797"/>
              <a:ext cx="5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588" name="Text Box 12"/>
            <p:cNvSpPr txBox="1">
              <a:spLocks noChangeArrowheads="1"/>
            </p:cNvSpPr>
            <p:nvPr/>
          </p:nvSpPr>
          <p:spPr bwMode="auto">
            <a:xfrm>
              <a:off x="4277" y="1307"/>
              <a:ext cx="1483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/>
                <a:t>Atoms can move longitudinally here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Clamped Rod: L/4 Clamp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2560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54163" y="1739900"/>
            <a:ext cx="5930900" cy="39163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223.7.4</a:t>
            </a:r>
          </a:p>
        </p:txBody>
      </p:sp>
      <p:sp>
        <p:nvSpPr>
          <p:cNvPr id="8090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533400" indent="-533400" eaLnBrk="1" hangingPunct="1">
              <a:lnSpc>
                <a:spcPct val="90000"/>
              </a:lnSpc>
              <a:buFontTx/>
              <a:buNone/>
            </a:pPr>
            <a:r>
              <a:rPr lang="en-US" sz="2800"/>
              <a:t>You have designed a support structure, but you find you have a device placed on the structure that excites a longitudinal natural frequency of a support strut. To dampen this effect you could</a:t>
            </a:r>
          </a:p>
          <a:p>
            <a:pPr marL="533400" indent="-533400" eaLnBrk="1" hangingPunct="1">
              <a:lnSpc>
                <a:spcPct val="90000"/>
              </a:lnSpc>
              <a:buFontTx/>
              <a:buAutoNum type="arabicPeriod"/>
            </a:pPr>
            <a:r>
              <a:rPr lang="en-US" sz="2800"/>
              <a:t>Clamp the strut at a non resonant point</a:t>
            </a:r>
          </a:p>
          <a:p>
            <a:pPr marL="533400" indent="-533400" eaLnBrk="1" hangingPunct="1">
              <a:lnSpc>
                <a:spcPct val="90000"/>
              </a:lnSpc>
              <a:buFontTx/>
              <a:buAutoNum type="arabicPeriod"/>
            </a:pPr>
            <a:r>
              <a:rPr lang="en-US" sz="2800"/>
              <a:t>Apply glue to the end where the struts fastens</a:t>
            </a:r>
          </a:p>
          <a:p>
            <a:pPr marL="533400" indent="-533400" eaLnBrk="1" hangingPunct="1">
              <a:lnSpc>
                <a:spcPct val="90000"/>
              </a:lnSpc>
              <a:buFontTx/>
              <a:buAutoNum type="arabicPeriod"/>
            </a:pPr>
            <a:r>
              <a:rPr lang="en-US" sz="2800"/>
              <a:t>Add a device that superposes another frequency on the strut</a:t>
            </a:r>
          </a:p>
          <a:p>
            <a:pPr marL="533400" indent="-533400" eaLnBrk="1" hangingPunct="1">
              <a:lnSpc>
                <a:spcPct val="90000"/>
              </a:lnSpc>
              <a:buFontTx/>
              <a:buAutoNum type="arabicPeriod"/>
            </a:pPr>
            <a:r>
              <a:rPr lang="en-US" sz="2800"/>
              <a:t>Can’t tell</a:t>
            </a:r>
          </a:p>
          <a:p>
            <a:pPr marL="533400" indent="-533400" eaLnBrk="1" hangingPunct="1">
              <a:lnSpc>
                <a:spcPct val="90000"/>
              </a:lnSpc>
            </a:pPr>
            <a:endParaRPr lang="en-US" sz="2800"/>
          </a:p>
        </p:txBody>
      </p:sp>
      <p:sp>
        <p:nvSpPr>
          <p:cNvPr id="808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6DE3A01-1A34-4F53-9F3D-35C41E47E61D}" type="slidenum">
              <a:rPr lang="en-US" smtClean="0"/>
              <a:pPr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  <a:r>
              <a:rPr lang="en-US"/>
              <a:t>223.7.5 </a:t>
            </a:r>
            <a:endParaRPr lang="en-US" dirty="0"/>
          </a:p>
        </p:txBody>
      </p:sp>
      <p:sp>
        <p:nvSpPr>
          <p:cNvPr id="8192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400"/>
              <a:t>Suppose you have designed a large telescope with a whopping 6m diameter primary mirror. The telescope will be mounted on a motorized platform. Should you be concerned about vibration ruining your imagery?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400"/>
              <a:t>No, the curved circular shape of the mirror precludes any longitudinal or transverse waves.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400"/>
              <a:t>Yes there are normal modes of oscillation in any structure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400"/>
              <a:t>No. the motor will produce longitudinal waves, such as a long thin structure like a rod can support.</a:t>
            </a:r>
          </a:p>
        </p:txBody>
      </p:sp>
      <p:sp>
        <p:nvSpPr>
          <p:cNvPr id="8192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1E063D5-32A5-4E0B-81C5-339BFC6521C2}" type="slidenum">
              <a:rPr lang="en-US" smtClean="0"/>
              <a:pPr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Drum Head</a:t>
            </a:r>
          </a:p>
        </p:txBody>
      </p:sp>
      <p:pic>
        <p:nvPicPr>
          <p:cNvPr id="10" name="Picture 9" descr="Drum_vibration_mode01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4400" y="1943100"/>
            <a:ext cx="2362200" cy="1238250"/>
          </a:xfrm>
          <a:prstGeom prst="rect">
            <a:avLst/>
          </a:prstGeom>
        </p:spPr>
      </p:pic>
      <p:pic>
        <p:nvPicPr>
          <p:cNvPr id="12" name="Picture 11" descr="Drum_vibration_mode03.gif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771900" y="1943100"/>
            <a:ext cx="2381250" cy="1238250"/>
          </a:xfrm>
          <a:prstGeom prst="rect">
            <a:avLst/>
          </a:prstGeom>
        </p:spPr>
      </p:pic>
      <p:pic>
        <p:nvPicPr>
          <p:cNvPr id="13" name="Picture 12" descr="Drum_vibration_mode11.gif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477000" y="1943100"/>
            <a:ext cx="2362200" cy="1238250"/>
          </a:xfrm>
          <a:prstGeom prst="rect">
            <a:avLst/>
          </a:prstGeom>
        </p:spPr>
      </p:pic>
      <p:pic>
        <p:nvPicPr>
          <p:cNvPr id="14" name="Picture 13" descr="Drum_vibration_mode21.gif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914400" y="4343400"/>
            <a:ext cx="2362200" cy="1238250"/>
          </a:xfrm>
          <a:prstGeom prst="rect">
            <a:avLst/>
          </a:prstGeom>
        </p:spPr>
      </p:pic>
      <p:pic>
        <p:nvPicPr>
          <p:cNvPr id="15" name="Picture 14" descr="Drum_vibration_mode22.gif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3781425" y="4343400"/>
            <a:ext cx="2362200" cy="1238250"/>
          </a:xfrm>
          <a:prstGeom prst="rect">
            <a:avLst/>
          </a:prstGeom>
        </p:spPr>
      </p:pic>
      <p:pic>
        <p:nvPicPr>
          <p:cNvPr id="16" name="Picture 15" descr="Drum_vibration_mode23.gif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6467475" y="4343400"/>
            <a:ext cx="2381250" cy="12382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0E5D75E-7903-FA32-7E13-EED34B534B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3A4FEB8-3829-3E4A-829D-7DD8782B01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5586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223.7.2.7</a:t>
            </a:r>
          </a:p>
        </p:txBody>
      </p:sp>
      <p:sp>
        <p:nvSpPr>
          <p:cNvPr id="7782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pipe,  closed on one end has a tuning fork next to it which is oscillating at the pipe’s second harmonic frequency, How big is the wavelength compared to the pipe length?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286Hz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572Hz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1143Hz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1715Hz</a:t>
            </a:r>
          </a:p>
          <a:p>
            <a:pPr marL="609600" indent="-609600">
              <a:buFontTx/>
              <a:buAutoNum type="alphaLcParenR"/>
            </a:pPr>
            <a:r>
              <a:rPr lang="en-US" dirty="0">
                <a:sym typeface="Symbol"/>
              </a:rPr>
              <a:t>2287Hz</a:t>
            </a:r>
          </a:p>
          <a:p>
            <a:pPr marL="609600" indent="-609600">
              <a:buFontTx/>
              <a:buAutoNum type="alphaLcParenR"/>
            </a:pPr>
            <a:endParaRPr lang="en-US" dirty="0">
              <a:sym typeface="Symbol"/>
            </a:endParaRPr>
          </a:p>
          <a:p>
            <a:pPr marL="609600" indent="-609600">
              <a:buFontTx/>
              <a:buAutoNum type="alphaLcParenR"/>
            </a:pPr>
            <a:endParaRPr lang="en-US" dirty="0">
              <a:sym typeface="Symbol"/>
            </a:endParaRPr>
          </a:p>
          <a:p>
            <a:pPr marL="609600" indent="-609600" eaLnBrk="1" hangingPunct="1">
              <a:buFontTx/>
              <a:buAutoNum type="alphaLcParenR"/>
            </a:pPr>
            <a:endParaRPr lang="en-US" dirty="0">
              <a:sym typeface="Symbol"/>
            </a:endParaRPr>
          </a:p>
        </p:txBody>
      </p:sp>
      <p:sp>
        <p:nvSpPr>
          <p:cNvPr id="778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A04DC55-1A9C-4D43-BBEB-AF35C6998B75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73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872</Words>
  <Application>Microsoft Office PowerPoint</Application>
  <PresentationFormat>On-screen Show (4:3)</PresentationFormat>
  <Paragraphs>181</Paragraphs>
  <Slides>30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Cambria Math</vt:lpstr>
      <vt:lpstr>Symbol</vt:lpstr>
      <vt:lpstr>Office Theme</vt:lpstr>
      <vt:lpstr>Equation</vt:lpstr>
      <vt:lpstr>Question 223.6.8 Question 123.23.5</vt:lpstr>
      <vt:lpstr>Answer</vt:lpstr>
      <vt:lpstr>Question 223.6.9 Question 123.23.6</vt:lpstr>
      <vt:lpstr>Answer</vt:lpstr>
      <vt:lpstr>PowerPoint Presentation</vt:lpstr>
      <vt:lpstr>Question 223.7.2.1</vt:lpstr>
      <vt:lpstr>Question 223.7.2.2</vt:lpstr>
      <vt:lpstr>Question</vt:lpstr>
      <vt:lpstr>PowerPoint Presentation</vt:lpstr>
      <vt:lpstr>Question</vt:lpstr>
      <vt:lpstr>Question 223.7.2.5</vt:lpstr>
      <vt:lpstr>Question 223.7.2.6</vt:lpstr>
      <vt:lpstr>Question</vt:lpstr>
      <vt:lpstr>Question 223.7.1</vt:lpstr>
      <vt:lpstr>PowerPoint Presentation</vt:lpstr>
      <vt:lpstr>PowerPoint Presentation</vt:lpstr>
      <vt:lpstr>Question 223.7.3</vt:lpstr>
      <vt:lpstr>PowerPoint Presentation</vt:lpstr>
      <vt:lpstr>PowerPoint Presentation</vt:lpstr>
      <vt:lpstr>PowerPoint Presentation</vt:lpstr>
      <vt:lpstr>PowerPoint Presentation</vt:lpstr>
      <vt:lpstr>Clamped Rod</vt:lpstr>
      <vt:lpstr>Clamped Rod: Center Clamp</vt:lpstr>
      <vt:lpstr>Clamped Rod</vt:lpstr>
      <vt:lpstr>Clamped Rod: L/4 Clamp</vt:lpstr>
      <vt:lpstr>Question 223.7.4</vt:lpstr>
      <vt:lpstr>Question 223.7.5 </vt:lpstr>
      <vt:lpstr>Drum Head</vt:lpstr>
      <vt:lpstr>END</vt:lpstr>
      <vt:lpstr>Question 223.7.2.7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5</cp:revision>
  <dcterms:created xsi:type="dcterms:W3CDTF">2011-09-21T13:59:32Z</dcterms:created>
  <dcterms:modified xsi:type="dcterms:W3CDTF">2025-11-13T18:06:22Z</dcterms:modified>
</cp:coreProperties>
</file>