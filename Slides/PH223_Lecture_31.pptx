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358" r:id="rId2"/>
    <p:sldId id="298" r:id="rId3"/>
    <p:sldId id="299" r:id="rId4"/>
    <p:sldId id="300" r:id="rId5"/>
    <p:sldId id="301" r:id="rId6"/>
    <p:sldId id="302" r:id="rId7"/>
    <p:sldId id="303" r:id="rId8"/>
    <p:sldId id="304" r:id="rId9"/>
    <p:sldId id="305" r:id="rId10"/>
    <p:sldId id="307" r:id="rId11"/>
    <p:sldId id="308" r:id="rId12"/>
    <p:sldId id="309" r:id="rId13"/>
    <p:sldId id="310" r:id="rId14"/>
    <p:sldId id="311" r:id="rId15"/>
    <p:sldId id="312" r:id="rId16"/>
    <p:sldId id="313" r:id="rId17"/>
    <p:sldId id="315" r:id="rId18"/>
    <p:sldId id="316" r:id="rId19"/>
    <p:sldId id="317" r:id="rId20"/>
    <p:sldId id="318" r:id="rId21"/>
    <p:sldId id="319" r:id="rId22"/>
    <p:sldId id="320" r:id="rId23"/>
    <p:sldId id="322" r:id="rId24"/>
    <p:sldId id="323" r:id="rId25"/>
    <p:sldId id="324" r:id="rId26"/>
    <p:sldId id="325" r:id="rId27"/>
    <p:sldId id="326" r:id="rId28"/>
    <p:sldId id="327" r:id="rId29"/>
    <p:sldId id="328" r:id="rId30"/>
    <p:sldId id="359" r:id="rId31"/>
    <p:sldId id="401" r:id="rId32"/>
    <p:sldId id="285" r:id="rId33"/>
    <p:sldId id="1375" r:id="rId34"/>
    <p:sldId id="402" r:id="rId35"/>
    <p:sldId id="259" r:id="rId36"/>
    <p:sldId id="549" r:id="rId37"/>
    <p:sldId id="591" r:id="rId38"/>
    <p:sldId id="592" r:id="rId39"/>
    <p:sldId id="272" r:id="rId40"/>
    <p:sldId id="273" r:id="rId41"/>
    <p:sldId id="406" r:id="rId42"/>
    <p:sldId id="407" r:id="rId43"/>
    <p:sldId id="590" r:id="rId44"/>
    <p:sldId id="260" r:id="rId45"/>
    <p:sldId id="261" r:id="rId46"/>
    <p:sldId id="262" r:id="rId47"/>
    <p:sldId id="263" r:id="rId48"/>
    <p:sldId id="264" r:id="rId49"/>
    <p:sldId id="265" r:id="rId50"/>
    <p:sldId id="266" r:id="rId51"/>
    <p:sldId id="267" r:id="rId52"/>
    <p:sldId id="268" r:id="rId53"/>
    <p:sldId id="269" r:id="rId54"/>
    <p:sldId id="1371" r:id="rId55"/>
    <p:sldId id="1372" r:id="rId56"/>
    <p:sldId id="1373" r:id="rId57"/>
    <p:sldId id="403" r:id="rId58"/>
    <p:sldId id="270" r:id="rId59"/>
    <p:sldId id="271" r:id="rId60"/>
    <p:sldId id="1060" r:id="rId61"/>
    <p:sldId id="274" r:id="rId62"/>
    <p:sldId id="258" r:id="rId63"/>
    <p:sldId id="275" r:id="rId64"/>
    <p:sldId id="257" r:id="rId65"/>
    <p:sldId id="1374" r:id="rId6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D945BA9-B603-45D7-9ACB-DB900C9BE3B4}" v="7" dt="2025-11-04T21:50:31.03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6" d="100"/>
          <a:sy n="66" d="100"/>
        </p:scale>
        <p:origin x="732"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custSel addSld delSld modSld">
      <pc:chgData name="Lines, Todd" userId="afaf7c3a-e8aa-4568-882a-02ad8f9e19b0" providerId="ADAL" clId="{5FF5AC1B-ABA9-43D7-A1E3-2D92732CD6E2}" dt="2025-11-04T22:42:06.326" v="43" actId="1076"/>
      <pc:docMkLst>
        <pc:docMk/>
      </pc:docMkLst>
      <pc:sldChg chg="addSp delSp modSp add mod">
        <pc:chgData name="Lines, Todd" userId="afaf7c3a-e8aa-4568-882a-02ad8f9e19b0" providerId="ADAL" clId="{5FF5AC1B-ABA9-43D7-A1E3-2D92732CD6E2}" dt="2025-11-04T21:46:59.930" v="13" actId="478"/>
        <pc:sldMkLst>
          <pc:docMk/>
          <pc:sldMk cId="269729352" sldId="285"/>
        </pc:sldMkLst>
        <pc:picChg chg="del mod">
          <ac:chgData name="Lines, Todd" userId="afaf7c3a-e8aa-4568-882a-02ad8f9e19b0" providerId="ADAL" clId="{5FF5AC1B-ABA9-43D7-A1E3-2D92732CD6E2}" dt="2025-11-04T21:46:49.831" v="11" actId="21"/>
          <ac:picMkLst>
            <pc:docMk/>
            <pc:sldMk cId="269729352" sldId="285"/>
            <ac:picMk id="2" creationId="{CC944E30-7A28-388B-CB49-D5E02A9D602F}"/>
          </ac:picMkLst>
        </pc:picChg>
        <pc:picChg chg="add del mod">
          <ac:chgData name="Lines, Todd" userId="afaf7c3a-e8aa-4568-882a-02ad8f9e19b0" providerId="ADAL" clId="{5FF5AC1B-ABA9-43D7-A1E3-2D92732CD6E2}" dt="2025-11-04T21:46:59.930" v="13" actId="478"/>
          <ac:picMkLst>
            <pc:docMk/>
            <pc:sldMk cId="269729352" sldId="285"/>
            <ac:picMk id="3" creationId="{CC944E30-7A28-388B-CB49-D5E02A9D602F}"/>
          </ac:picMkLst>
        </pc:picChg>
      </pc:sldChg>
      <pc:sldChg chg="addSp delSp modSp add mod">
        <pc:chgData name="Lines, Todd" userId="afaf7c3a-e8aa-4568-882a-02ad8f9e19b0" providerId="ADAL" clId="{5FF5AC1B-ABA9-43D7-A1E3-2D92732CD6E2}" dt="2025-11-04T22:42:06.326" v="43" actId="1076"/>
        <pc:sldMkLst>
          <pc:docMk/>
          <pc:sldMk cId="353081148" sldId="1375"/>
        </pc:sldMkLst>
        <pc:spChg chg="add del mod">
          <ac:chgData name="Lines, Todd" userId="afaf7c3a-e8aa-4568-882a-02ad8f9e19b0" providerId="ADAL" clId="{5FF5AC1B-ABA9-43D7-A1E3-2D92732CD6E2}" dt="2025-11-04T22:41:34.560" v="39" actId="478"/>
          <ac:spMkLst>
            <pc:docMk/>
            <pc:sldMk cId="353081148" sldId="1375"/>
            <ac:spMk id="2" creationId="{7F259633-A262-A5B1-6E20-54D3C534B6DC}"/>
          </ac:spMkLst>
        </pc:spChg>
        <pc:spChg chg="del">
          <ac:chgData name="Lines, Todd" userId="afaf7c3a-e8aa-4568-882a-02ad8f9e19b0" providerId="ADAL" clId="{5FF5AC1B-ABA9-43D7-A1E3-2D92732CD6E2}" dt="2025-11-04T22:41:34.560" v="39" actId="478"/>
          <ac:spMkLst>
            <pc:docMk/>
            <pc:sldMk cId="353081148" sldId="1375"/>
            <ac:spMk id="10" creationId="{4B821E7C-F002-7569-9011-0A40E6B8EC10}"/>
          </ac:spMkLst>
        </pc:spChg>
        <pc:spChg chg="del">
          <ac:chgData name="Lines, Todd" userId="afaf7c3a-e8aa-4568-882a-02ad8f9e19b0" providerId="ADAL" clId="{5FF5AC1B-ABA9-43D7-A1E3-2D92732CD6E2}" dt="2025-11-04T22:41:34.560" v="39" actId="478"/>
          <ac:spMkLst>
            <pc:docMk/>
            <pc:sldMk cId="353081148" sldId="1375"/>
            <ac:spMk id="11" creationId="{0754A4E9-9F03-A0DE-7D5A-F6C57DF9242E}"/>
          </ac:spMkLst>
        </pc:spChg>
        <pc:spChg chg="del">
          <ac:chgData name="Lines, Todd" userId="afaf7c3a-e8aa-4568-882a-02ad8f9e19b0" providerId="ADAL" clId="{5FF5AC1B-ABA9-43D7-A1E3-2D92732CD6E2}" dt="2025-11-04T22:41:34.560" v="39" actId="478"/>
          <ac:spMkLst>
            <pc:docMk/>
            <pc:sldMk cId="353081148" sldId="1375"/>
            <ac:spMk id="12" creationId="{F4C738C4-C5C1-70C3-0FDC-2F7D15A5EF70}"/>
          </ac:spMkLst>
        </pc:spChg>
        <pc:spChg chg="del">
          <ac:chgData name="Lines, Todd" userId="afaf7c3a-e8aa-4568-882a-02ad8f9e19b0" providerId="ADAL" clId="{5FF5AC1B-ABA9-43D7-A1E3-2D92732CD6E2}" dt="2025-11-04T22:41:34.560" v="39" actId="478"/>
          <ac:spMkLst>
            <pc:docMk/>
            <pc:sldMk cId="353081148" sldId="1375"/>
            <ac:spMk id="13" creationId="{FD688428-0258-F295-1753-128EC3AC5701}"/>
          </ac:spMkLst>
        </pc:spChg>
        <pc:spChg chg="del">
          <ac:chgData name="Lines, Todd" userId="afaf7c3a-e8aa-4568-882a-02ad8f9e19b0" providerId="ADAL" clId="{5FF5AC1B-ABA9-43D7-A1E3-2D92732CD6E2}" dt="2025-11-04T22:41:34.560" v="39" actId="478"/>
          <ac:spMkLst>
            <pc:docMk/>
            <pc:sldMk cId="353081148" sldId="1375"/>
            <ac:spMk id="14" creationId="{67FD9D7E-22BB-302E-756A-B1CF7C533224}"/>
          </ac:spMkLst>
        </pc:spChg>
        <pc:spChg chg="del">
          <ac:chgData name="Lines, Todd" userId="afaf7c3a-e8aa-4568-882a-02ad8f9e19b0" providerId="ADAL" clId="{5FF5AC1B-ABA9-43D7-A1E3-2D92732CD6E2}" dt="2025-11-04T22:41:34.560" v="39" actId="478"/>
          <ac:spMkLst>
            <pc:docMk/>
            <pc:sldMk cId="353081148" sldId="1375"/>
            <ac:spMk id="15" creationId="{F4DB04AF-2B35-79D7-5364-DC5D1D040D30}"/>
          </ac:spMkLst>
        </pc:spChg>
        <pc:spChg chg="del">
          <ac:chgData name="Lines, Todd" userId="afaf7c3a-e8aa-4568-882a-02ad8f9e19b0" providerId="ADAL" clId="{5FF5AC1B-ABA9-43D7-A1E3-2D92732CD6E2}" dt="2025-11-04T22:41:34.560" v="39" actId="478"/>
          <ac:spMkLst>
            <pc:docMk/>
            <pc:sldMk cId="353081148" sldId="1375"/>
            <ac:spMk id="16" creationId="{5D8E535C-80D2-CB34-67CD-8E08A4083256}"/>
          </ac:spMkLst>
        </pc:spChg>
        <pc:picChg chg="del mod">
          <ac:chgData name="Lines, Todd" userId="afaf7c3a-e8aa-4568-882a-02ad8f9e19b0" providerId="ADAL" clId="{5FF5AC1B-ABA9-43D7-A1E3-2D92732CD6E2}" dt="2025-11-04T21:50:35.252" v="37" actId="21"/>
          <ac:picMkLst>
            <pc:docMk/>
            <pc:sldMk cId="353081148" sldId="1375"/>
            <ac:picMk id="3" creationId="{507263D4-455F-A6E7-6E64-B808B42CC99F}"/>
          </ac:picMkLst>
        </pc:picChg>
        <pc:picChg chg="add mod">
          <ac:chgData name="Lines, Todd" userId="afaf7c3a-e8aa-4568-882a-02ad8f9e19b0" providerId="ADAL" clId="{5FF5AC1B-ABA9-43D7-A1E3-2D92732CD6E2}" dt="2025-11-04T22:42:06.326" v="43" actId="1076"/>
          <ac:picMkLst>
            <pc:docMk/>
            <pc:sldMk cId="353081148" sldId="1375"/>
            <ac:picMk id="5" creationId="{BF6D58EA-5998-632F-98A1-25F651CFB92C}"/>
          </ac:picMkLst>
        </pc:picChg>
        <pc:picChg chg="del">
          <ac:chgData name="Lines, Todd" userId="afaf7c3a-e8aa-4568-882a-02ad8f9e19b0" providerId="ADAL" clId="{5FF5AC1B-ABA9-43D7-A1E3-2D92732CD6E2}" dt="2025-11-04T22:41:29.198" v="38" actId="478"/>
          <ac:picMkLst>
            <pc:docMk/>
            <pc:sldMk cId="353081148" sldId="1375"/>
            <ac:picMk id="9" creationId="{9A5D25A6-3FE0-5E7C-02E7-56DE79C58422}"/>
          </ac:picMkLst>
        </pc:picChg>
        <pc:cxnChg chg="del">
          <ac:chgData name="Lines, Todd" userId="afaf7c3a-e8aa-4568-882a-02ad8f9e19b0" providerId="ADAL" clId="{5FF5AC1B-ABA9-43D7-A1E3-2D92732CD6E2}" dt="2025-11-04T22:41:34.560" v="39" actId="478"/>
          <ac:cxnSpMkLst>
            <pc:docMk/>
            <pc:sldMk cId="353081148" sldId="1375"/>
            <ac:cxnSpMk id="21" creationId="{C9BD47D0-FC11-5AB3-A63F-5BB00C60FA9C}"/>
          </ac:cxnSpMkLst>
        </pc:cxnChg>
        <pc:cxnChg chg="del">
          <ac:chgData name="Lines, Todd" userId="afaf7c3a-e8aa-4568-882a-02ad8f9e19b0" providerId="ADAL" clId="{5FF5AC1B-ABA9-43D7-A1E3-2D92732CD6E2}" dt="2025-11-04T22:41:34.560" v="39" actId="478"/>
          <ac:cxnSpMkLst>
            <pc:docMk/>
            <pc:sldMk cId="353081148" sldId="1375"/>
            <ac:cxnSpMk id="28" creationId="{83175C71-F3F7-5C85-48E0-7CD0560C4C13}"/>
          </ac:cxnSpMkLst>
        </pc:cxnChg>
      </pc:sldChg>
      <pc:sldChg chg="addSp delSp modSp new del mod">
        <pc:chgData name="Lines, Todd" userId="afaf7c3a-e8aa-4568-882a-02ad8f9e19b0" providerId="ADAL" clId="{5FF5AC1B-ABA9-43D7-A1E3-2D92732CD6E2}" dt="2025-11-04T21:46:34.876" v="9" actId="47"/>
        <pc:sldMkLst>
          <pc:docMk/>
          <pc:sldMk cId="3928314630" sldId="1375"/>
        </pc:sldMkLst>
        <pc:picChg chg="add del mod">
          <ac:chgData name="Lines, Todd" userId="afaf7c3a-e8aa-4568-882a-02ad8f9e19b0" providerId="ADAL" clId="{5FF5AC1B-ABA9-43D7-A1E3-2D92732CD6E2}" dt="2025-11-04T21:46:04.236" v="7" actId="478"/>
          <ac:picMkLst>
            <pc:docMk/>
            <pc:sldMk cId="3928314630" sldId="1375"/>
            <ac:picMk id="4" creationId="{98110C04-B869-6992-4D0A-E01693130E37}"/>
          </ac:picMkLst>
        </pc:picChg>
        <pc:picChg chg="del mod">
          <ac:chgData name="Lines, Todd" userId="afaf7c3a-e8aa-4568-882a-02ad8f9e19b0" providerId="ADAL" clId="{5FF5AC1B-ABA9-43D7-A1E3-2D92732CD6E2}" dt="2025-11-04T21:45:34.219" v="6" actId="21"/>
          <ac:picMkLst>
            <pc:docMk/>
            <pc:sldMk cId="3928314630" sldId="1375"/>
            <ac:picMk id="5" creationId="{51765F1D-B4AD-BE0E-503F-73DB4D9BEEB1}"/>
          </ac:picMkLst>
        </pc:picChg>
      </pc:sldChg>
    </pc:docChg>
  </pc:docChgLst>
  <pc:docChgLst>
    <pc:chgData name="Lines, Todd" userId="afaf7c3a-e8aa-4568-882a-02ad8f9e19b0" providerId="ADAL" clId="{1FFD5042-8472-4BDB-915E-92203ADD084A}"/>
    <pc:docChg chg="undo custSel addSld delSld modSld">
      <pc:chgData name="Lines, Todd" userId="afaf7c3a-e8aa-4568-882a-02ad8f9e19b0" providerId="ADAL" clId="{1FFD5042-8472-4BDB-915E-92203ADD084A}" dt="2024-09-13T21:57:33.922" v="788" actId="20577"/>
      <pc:docMkLst>
        <pc:docMk/>
      </pc:docMkLst>
      <pc:sldChg chg="modSp mod">
        <pc:chgData name="Lines, Todd" userId="afaf7c3a-e8aa-4568-882a-02ad8f9e19b0" providerId="ADAL" clId="{1FFD5042-8472-4BDB-915E-92203ADD084A}" dt="2024-09-13T21:45:26.350" v="1" actId="20577"/>
        <pc:sldMkLst>
          <pc:docMk/>
          <pc:sldMk cId="0" sldId="332"/>
        </pc:sldMkLst>
      </pc:sldChg>
      <pc:sldChg chg="addSp delSp modSp mod">
        <pc:chgData name="Lines, Todd" userId="afaf7c3a-e8aa-4568-882a-02ad8f9e19b0" providerId="ADAL" clId="{1FFD5042-8472-4BDB-915E-92203ADD084A}" dt="2024-09-13T21:54:43.928" v="495" actId="27636"/>
        <pc:sldMkLst>
          <pc:docMk/>
          <pc:sldMk cId="0" sldId="351"/>
        </pc:sldMkLst>
      </pc:sldChg>
      <pc:sldChg chg="modSp mod">
        <pc:chgData name="Lines, Todd" userId="afaf7c3a-e8aa-4568-882a-02ad8f9e19b0" providerId="ADAL" clId="{1FFD5042-8472-4BDB-915E-92203ADD084A}" dt="2024-09-13T21:47:27.391" v="153" actId="20577"/>
        <pc:sldMkLst>
          <pc:docMk/>
          <pc:sldMk cId="2141979314" sldId="364"/>
        </pc:sldMkLst>
      </pc:sldChg>
      <pc:sldChg chg="modSp mod">
        <pc:chgData name="Lines, Todd" userId="afaf7c3a-e8aa-4568-882a-02ad8f9e19b0" providerId="ADAL" clId="{1FFD5042-8472-4BDB-915E-92203ADD084A}" dt="2024-09-13T21:49:14.965" v="335" actId="6549"/>
        <pc:sldMkLst>
          <pc:docMk/>
          <pc:sldMk cId="2680912066" sldId="365"/>
        </pc:sldMkLst>
      </pc:sldChg>
      <pc:sldChg chg="modSp mod">
        <pc:chgData name="Lines, Todd" userId="afaf7c3a-e8aa-4568-882a-02ad8f9e19b0" providerId="ADAL" clId="{1FFD5042-8472-4BDB-915E-92203ADD084A}" dt="2024-09-13T21:50:41.411" v="368" actId="27636"/>
        <pc:sldMkLst>
          <pc:docMk/>
          <pc:sldMk cId="1435534423" sldId="366"/>
        </pc:sldMkLst>
      </pc:sldChg>
      <pc:sldChg chg="modSp mod">
        <pc:chgData name="Lines, Todd" userId="afaf7c3a-e8aa-4568-882a-02ad8f9e19b0" providerId="ADAL" clId="{1FFD5042-8472-4BDB-915E-92203ADD084A}" dt="2024-09-13T21:51:02.176" v="376" actId="20577"/>
        <pc:sldMkLst>
          <pc:docMk/>
          <pc:sldMk cId="3238540739" sldId="368"/>
        </pc:sldMkLst>
      </pc:sldChg>
      <pc:sldChg chg="modSp mod">
        <pc:chgData name="Lines, Todd" userId="afaf7c3a-e8aa-4568-882a-02ad8f9e19b0" providerId="ADAL" clId="{1FFD5042-8472-4BDB-915E-92203ADD084A}" dt="2024-09-13T21:48:40.431" v="262" actId="20577"/>
        <pc:sldMkLst>
          <pc:docMk/>
          <pc:sldMk cId="3826088753" sldId="369"/>
        </pc:sldMkLst>
      </pc:sldChg>
      <pc:sldChg chg="modSp add mod">
        <pc:chgData name="Lines, Todd" userId="afaf7c3a-e8aa-4568-882a-02ad8f9e19b0" providerId="ADAL" clId="{1FFD5042-8472-4BDB-915E-92203ADD084A}" dt="2024-09-13T21:56:48.187" v="656" actId="6549"/>
        <pc:sldMkLst>
          <pc:docMk/>
          <pc:sldMk cId="2391299464" sldId="370"/>
        </pc:sldMkLst>
      </pc:sldChg>
      <pc:sldChg chg="modSp new mod">
        <pc:chgData name="Lines, Todd" userId="afaf7c3a-e8aa-4568-882a-02ad8f9e19b0" providerId="ADAL" clId="{1FFD5042-8472-4BDB-915E-92203ADD084A}" dt="2024-09-13T21:57:33.922" v="788" actId="20577"/>
        <pc:sldMkLst>
          <pc:docMk/>
          <pc:sldMk cId="2022166924" sldId="371"/>
        </pc:sldMkLst>
      </pc:sldChg>
      <pc:sldChg chg="add del">
        <pc:chgData name="Lines, Todd" userId="afaf7c3a-e8aa-4568-882a-02ad8f9e19b0" providerId="ADAL" clId="{1FFD5042-8472-4BDB-915E-92203ADD084A}" dt="2024-09-13T21:56:16.824" v="599"/>
        <pc:sldMkLst>
          <pc:docMk/>
          <pc:sldMk cId="2233289800" sldId="371"/>
        </pc:sldMkLst>
      </pc:sldChg>
    </pc:docChg>
  </pc:docChgLst>
  <pc:docChgLst>
    <pc:chgData name="Lines, Todd" userId="afaf7c3a-e8aa-4568-882a-02ad8f9e19b0" providerId="ADAL" clId="{89B15692-A832-4558-926B-60EF3FA43441}"/>
    <pc:docChg chg="undo custSel delSld modSld">
      <pc:chgData name="Lines, Todd" userId="afaf7c3a-e8aa-4568-882a-02ad8f9e19b0" providerId="ADAL" clId="{89B15692-A832-4558-926B-60EF3FA43441}" dt="2024-01-08T15:47:03.785" v="225" actId="20577"/>
      <pc:docMkLst>
        <pc:docMk/>
      </pc:docMkLst>
      <pc:sldChg chg="modSp mod">
        <pc:chgData name="Lines, Todd" userId="afaf7c3a-e8aa-4568-882a-02ad8f9e19b0" providerId="ADAL" clId="{89B15692-A832-4558-926B-60EF3FA43441}" dt="2024-01-06T00:36:45.338" v="22" actId="6549"/>
        <pc:sldMkLst>
          <pc:docMk/>
          <pc:sldMk cId="0" sldId="262"/>
        </pc:sldMkLst>
      </pc:sldChg>
      <pc:sldChg chg="modSp mod">
        <pc:chgData name="Lines, Todd" userId="afaf7c3a-e8aa-4568-882a-02ad8f9e19b0" providerId="ADAL" clId="{89B15692-A832-4558-926B-60EF3FA43441}" dt="2024-01-06T00:41:03.508" v="34" actId="207"/>
        <pc:sldMkLst>
          <pc:docMk/>
          <pc:sldMk cId="0" sldId="276"/>
        </pc:sldMkLst>
      </pc:sldChg>
      <pc:sldChg chg="addSp modSp mod">
        <pc:chgData name="Lines, Todd" userId="afaf7c3a-e8aa-4568-882a-02ad8f9e19b0" providerId="ADAL" clId="{89B15692-A832-4558-926B-60EF3FA43441}" dt="2024-01-06T00:41:58.099" v="41" actId="20577"/>
        <pc:sldMkLst>
          <pc:docMk/>
          <pc:sldMk cId="0" sldId="278"/>
        </pc:sldMkLst>
      </pc:sldChg>
      <pc:sldChg chg="addSp delSp modSp mod">
        <pc:chgData name="Lines, Todd" userId="afaf7c3a-e8aa-4568-882a-02ad8f9e19b0" providerId="ADAL" clId="{89B15692-A832-4558-926B-60EF3FA43441}" dt="2024-01-07T00:10:46.298" v="180" actId="404"/>
        <pc:sldMkLst>
          <pc:docMk/>
          <pc:sldMk cId="0" sldId="279"/>
        </pc:sldMkLst>
      </pc:sldChg>
      <pc:sldChg chg="modSp mod">
        <pc:chgData name="Lines, Todd" userId="afaf7c3a-e8aa-4568-882a-02ad8f9e19b0" providerId="ADAL" clId="{89B15692-A832-4558-926B-60EF3FA43441}" dt="2024-01-07T00:01:18.969" v="168" actId="20577"/>
        <pc:sldMkLst>
          <pc:docMk/>
          <pc:sldMk cId="0" sldId="332"/>
        </pc:sldMkLst>
      </pc:sldChg>
      <pc:sldChg chg="del">
        <pc:chgData name="Lines, Todd" userId="afaf7c3a-e8aa-4568-882a-02ad8f9e19b0" providerId="ADAL" clId="{89B15692-A832-4558-926B-60EF3FA43441}" dt="2024-01-06T00:50:14.954" v="166" actId="47"/>
        <pc:sldMkLst>
          <pc:docMk/>
          <pc:sldMk cId="3997702161" sldId="355"/>
        </pc:sldMkLst>
      </pc:sldChg>
      <pc:sldChg chg="addSp delSp modSp mod">
        <pc:chgData name="Lines, Todd" userId="afaf7c3a-e8aa-4568-882a-02ad8f9e19b0" providerId="ADAL" clId="{89B15692-A832-4558-926B-60EF3FA43441}" dt="2024-01-06T00:48:31.121" v="156" actId="1038"/>
        <pc:sldMkLst>
          <pc:docMk/>
          <pc:sldMk cId="4098775423" sldId="357"/>
        </pc:sldMkLst>
      </pc:sldChg>
      <pc:sldChg chg="del">
        <pc:chgData name="Lines, Todd" userId="afaf7c3a-e8aa-4568-882a-02ad8f9e19b0" providerId="ADAL" clId="{89B15692-A832-4558-926B-60EF3FA43441}" dt="2024-01-06T00:50:13.060" v="165" actId="47"/>
        <pc:sldMkLst>
          <pc:docMk/>
          <pc:sldMk cId="2120955071" sldId="358"/>
        </pc:sldMkLst>
      </pc:sldChg>
      <pc:sldChg chg="modSp mod">
        <pc:chgData name="Lines, Todd" userId="afaf7c3a-e8aa-4568-882a-02ad8f9e19b0" providerId="ADAL" clId="{89B15692-A832-4558-926B-60EF3FA43441}" dt="2024-01-08T15:47:03.785" v="225" actId="20577"/>
        <pc:sldMkLst>
          <pc:docMk/>
          <pc:sldMk cId="3826088753" sldId="369"/>
        </pc:sldMkLst>
      </pc:sldChg>
    </pc:docChg>
  </pc:docChgLst>
  <pc:docChgLst>
    <pc:chgData name="Lines, Todd" userId="afaf7c3a-e8aa-4568-882a-02ad8f9e19b0" providerId="ADAL" clId="{88D10092-8D83-47B4-9D5A-4B736D1904CC}"/>
    <pc:docChg chg="custSel addSld delSld modSld">
      <pc:chgData name="Lines, Todd" userId="afaf7c3a-e8aa-4568-882a-02ad8f9e19b0" providerId="ADAL" clId="{88D10092-8D83-47B4-9D5A-4B736D1904CC}" dt="2025-09-03T20:48:56.675" v="81"/>
      <pc:docMkLst>
        <pc:docMk/>
      </pc:docMkLst>
      <pc:sldChg chg="add del">
        <pc:chgData name="Lines, Todd" userId="afaf7c3a-e8aa-4568-882a-02ad8f9e19b0" providerId="ADAL" clId="{88D10092-8D83-47B4-9D5A-4B736D1904CC}" dt="2025-09-03T20:48:53.799" v="80" actId="47"/>
        <pc:sldMkLst>
          <pc:docMk/>
          <pc:sldMk cId="0" sldId="256"/>
        </pc:sldMkLst>
      </pc:sldChg>
      <pc:sldChg chg="add del">
        <pc:chgData name="Lines, Todd" userId="afaf7c3a-e8aa-4568-882a-02ad8f9e19b0" providerId="ADAL" clId="{88D10092-8D83-47B4-9D5A-4B736D1904CC}" dt="2025-09-03T20:48:56.675" v="81"/>
        <pc:sldMkLst>
          <pc:docMk/>
          <pc:sldMk cId="0" sldId="257"/>
        </pc:sldMkLst>
      </pc:sldChg>
      <pc:sldChg chg="add del">
        <pc:chgData name="Lines, Todd" userId="afaf7c3a-e8aa-4568-882a-02ad8f9e19b0" providerId="ADAL" clId="{88D10092-8D83-47B4-9D5A-4B736D1904CC}" dt="2025-09-03T20:48:56.675" v="81"/>
        <pc:sldMkLst>
          <pc:docMk/>
          <pc:sldMk cId="0" sldId="258"/>
        </pc:sldMkLst>
      </pc:sldChg>
      <pc:sldChg chg="add del">
        <pc:chgData name="Lines, Todd" userId="afaf7c3a-e8aa-4568-882a-02ad8f9e19b0" providerId="ADAL" clId="{88D10092-8D83-47B4-9D5A-4B736D1904CC}" dt="2025-09-03T20:48:56.675" v="81"/>
        <pc:sldMkLst>
          <pc:docMk/>
          <pc:sldMk cId="0" sldId="259"/>
        </pc:sldMkLst>
      </pc:sldChg>
      <pc:sldChg chg="add del">
        <pc:chgData name="Lines, Todd" userId="afaf7c3a-e8aa-4568-882a-02ad8f9e19b0" providerId="ADAL" clId="{88D10092-8D83-47B4-9D5A-4B736D1904CC}" dt="2025-09-03T20:48:56.675" v="81"/>
        <pc:sldMkLst>
          <pc:docMk/>
          <pc:sldMk cId="0" sldId="260"/>
        </pc:sldMkLst>
      </pc:sldChg>
      <pc:sldChg chg="add del">
        <pc:chgData name="Lines, Todd" userId="afaf7c3a-e8aa-4568-882a-02ad8f9e19b0" providerId="ADAL" clId="{88D10092-8D83-47B4-9D5A-4B736D1904CC}" dt="2025-09-03T20:48:56.675" v="81"/>
        <pc:sldMkLst>
          <pc:docMk/>
          <pc:sldMk cId="0" sldId="261"/>
        </pc:sldMkLst>
      </pc:sldChg>
      <pc:sldChg chg="add del">
        <pc:chgData name="Lines, Todd" userId="afaf7c3a-e8aa-4568-882a-02ad8f9e19b0" providerId="ADAL" clId="{88D10092-8D83-47B4-9D5A-4B736D1904CC}" dt="2025-09-03T20:48:56.675" v="81"/>
        <pc:sldMkLst>
          <pc:docMk/>
          <pc:sldMk cId="0" sldId="262"/>
        </pc:sldMkLst>
      </pc:sldChg>
      <pc:sldChg chg="add del">
        <pc:chgData name="Lines, Todd" userId="afaf7c3a-e8aa-4568-882a-02ad8f9e19b0" providerId="ADAL" clId="{88D10092-8D83-47B4-9D5A-4B736D1904CC}" dt="2025-09-03T20:48:56.675" v="81"/>
        <pc:sldMkLst>
          <pc:docMk/>
          <pc:sldMk cId="0" sldId="263"/>
        </pc:sldMkLst>
      </pc:sldChg>
      <pc:sldChg chg="add del">
        <pc:chgData name="Lines, Todd" userId="afaf7c3a-e8aa-4568-882a-02ad8f9e19b0" providerId="ADAL" clId="{88D10092-8D83-47B4-9D5A-4B736D1904CC}" dt="2025-09-03T20:48:56.675" v="81"/>
        <pc:sldMkLst>
          <pc:docMk/>
          <pc:sldMk cId="0" sldId="264"/>
        </pc:sldMkLst>
      </pc:sldChg>
      <pc:sldChg chg="add del">
        <pc:chgData name="Lines, Todd" userId="afaf7c3a-e8aa-4568-882a-02ad8f9e19b0" providerId="ADAL" clId="{88D10092-8D83-47B4-9D5A-4B736D1904CC}" dt="2025-09-03T20:48:56.675" v="81"/>
        <pc:sldMkLst>
          <pc:docMk/>
          <pc:sldMk cId="0" sldId="265"/>
        </pc:sldMkLst>
      </pc:sldChg>
      <pc:sldChg chg="add del">
        <pc:chgData name="Lines, Todd" userId="afaf7c3a-e8aa-4568-882a-02ad8f9e19b0" providerId="ADAL" clId="{88D10092-8D83-47B4-9D5A-4B736D1904CC}" dt="2025-09-03T20:48:56.675" v="81"/>
        <pc:sldMkLst>
          <pc:docMk/>
          <pc:sldMk cId="0" sldId="266"/>
        </pc:sldMkLst>
      </pc:sldChg>
      <pc:sldChg chg="add del">
        <pc:chgData name="Lines, Todd" userId="afaf7c3a-e8aa-4568-882a-02ad8f9e19b0" providerId="ADAL" clId="{88D10092-8D83-47B4-9D5A-4B736D1904CC}" dt="2025-09-03T20:48:56.675" v="81"/>
        <pc:sldMkLst>
          <pc:docMk/>
          <pc:sldMk cId="0" sldId="267"/>
        </pc:sldMkLst>
      </pc:sldChg>
      <pc:sldChg chg="add del">
        <pc:chgData name="Lines, Todd" userId="afaf7c3a-e8aa-4568-882a-02ad8f9e19b0" providerId="ADAL" clId="{88D10092-8D83-47B4-9D5A-4B736D1904CC}" dt="2025-09-03T20:48:56.675" v="81"/>
        <pc:sldMkLst>
          <pc:docMk/>
          <pc:sldMk cId="0" sldId="268"/>
        </pc:sldMkLst>
      </pc:sldChg>
      <pc:sldChg chg="add del">
        <pc:chgData name="Lines, Todd" userId="afaf7c3a-e8aa-4568-882a-02ad8f9e19b0" providerId="ADAL" clId="{88D10092-8D83-47B4-9D5A-4B736D1904CC}" dt="2025-09-03T20:48:56.675" v="81"/>
        <pc:sldMkLst>
          <pc:docMk/>
          <pc:sldMk cId="0" sldId="269"/>
        </pc:sldMkLst>
      </pc:sldChg>
      <pc:sldChg chg="add del">
        <pc:chgData name="Lines, Todd" userId="afaf7c3a-e8aa-4568-882a-02ad8f9e19b0" providerId="ADAL" clId="{88D10092-8D83-47B4-9D5A-4B736D1904CC}" dt="2025-09-03T20:48:56.675" v="81"/>
        <pc:sldMkLst>
          <pc:docMk/>
          <pc:sldMk cId="0" sldId="270"/>
        </pc:sldMkLst>
      </pc:sldChg>
      <pc:sldChg chg="add del">
        <pc:chgData name="Lines, Todd" userId="afaf7c3a-e8aa-4568-882a-02ad8f9e19b0" providerId="ADAL" clId="{88D10092-8D83-47B4-9D5A-4B736D1904CC}" dt="2025-09-03T20:48:56.675" v="81"/>
        <pc:sldMkLst>
          <pc:docMk/>
          <pc:sldMk cId="0" sldId="271"/>
        </pc:sldMkLst>
      </pc:sldChg>
      <pc:sldChg chg="add del">
        <pc:chgData name="Lines, Todd" userId="afaf7c3a-e8aa-4568-882a-02ad8f9e19b0" providerId="ADAL" clId="{88D10092-8D83-47B4-9D5A-4B736D1904CC}" dt="2025-09-03T20:48:56.675" v="81"/>
        <pc:sldMkLst>
          <pc:docMk/>
          <pc:sldMk cId="0" sldId="272"/>
        </pc:sldMkLst>
      </pc:sldChg>
      <pc:sldChg chg="add del">
        <pc:chgData name="Lines, Todd" userId="afaf7c3a-e8aa-4568-882a-02ad8f9e19b0" providerId="ADAL" clId="{88D10092-8D83-47B4-9D5A-4B736D1904CC}" dt="2025-09-03T20:48:56.675" v="81"/>
        <pc:sldMkLst>
          <pc:docMk/>
          <pc:sldMk cId="0" sldId="273"/>
        </pc:sldMkLst>
      </pc:sldChg>
      <pc:sldChg chg="add del">
        <pc:chgData name="Lines, Todd" userId="afaf7c3a-e8aa-4568-882a-02ad8f9e19b0" providerId="ADAL" clId="{88D10092-8D83-47B4-9D5A-4B736D1904CC}" dt="2025-09-03T20:48:53.799" v="80" actId="47"/>
        <pc:sldMkLst>
          <pc:docMk/>
          <pc:sldMk cId="0" sldId="274"/>
        </pc:sldMkLst>
      </pc:sldChg>
      <pc:sldChg chg="add">
        <pc:chgData name="Lines, Todd" userId="afaf7c3a-e8aa-4568-882a-02ad8f9e19b0" providerId="ADAL" clId="{88D10092-8D83-47B4-9D5A-4B736D1904CC}" dt="2025-09-03T20:48:56.675" v="81"/>
        <pc:sldMkLst>
          <pc:docMk/>
          <pc:sldMk cId="4290853923" sldId="274"/>
        </pc:sldMkLst>
      </pc:sldChg>
      <pc:sldChg chg="add del">
        <pc:chgData name="Lines, Todd" userId="afaf7c3a-e8aa-4568-882a-02ad8f9e19b0" providerId="ADAL" clId="{88D10092-8D83-47B4-9D5A-4B736D1904CC}" dt="2025-09-03T20:48:53.799" v="80" actId="47"/>
        <pc:sldMkLst>
          <pc:docMk/>
          <pc:sldMk cId="0" sldId="275"/>
        </pc:sldMkLst>
      </pc:sldChg>
      <pc:sldChg chg="add">
        <pc:chgData name="Lines, Todd" userId="afaf7c3a-e8aa-4568-882a-02ad8f9e19b0" providerId="ADAL" clId="{88D10092-8D83-47B4-9D5A-4B736D1904CC}" dt="2025-09-03T20:48:56.675" v="81"/>
        <pc:sldMkLst>
          <pc:docMk/>
          <pc:sldMk cId="3330595071" sldId="275"/>
        </pc:sldMkLst>
      </pc:sldChg>
      <pc:sldChg chg="add del">
        <pc:chgData name="Lines, Todd" userId="afaf7c3a-e8aa-4568-882a-02ad8f9e19b0" providerId="ADAL" clId="{88D10092-8D83-47B4-9D5A-4B736D1904CC}" dt="2025-09-03T20:48:53.799" v="80" actId="47"/>
        <pc:sldMkLst>
          <pc:docMk/>
          <pc:sldMk cId="0" sldId="276"/>
        </pc:sldMkLst>
      </pc:sldChg>
      <pc:sldChg chg="del">
        <pc:chgData name="Lines, Todd" userId="afaf7c3a-e8aa-4568-882a-02ad8f9e19b0" providerId="ADAL" clId="{88D10092-8D83-47B4-9D5A-4B736D1904CC}" dt="2025-09-03T20:43:15.265" v="45" actId="47"/>
        <pc:sldMkLst>
          <pc:docMk/>
          <pc:sldMk cId="0" sldId="277"/>
        </pc:sldMkLst>
      </pc:sldChg>
      <pc:sldChg chg="add del">
        <pc:chgData name="Lines, Todd" userId="afaf7c3a-e8aa-4568-882a-02ad8f9e19b0" providerId="ADAL" clId="{88D10092-8D83-47B4-9D5A-4B736D1904CC}" dt="2025-09-03T20:48:53.799" v="80" actId="47"/>
        <pc:sldMkLst>
          <pc:docMk/>
          <pc:sldMk cId="1885567860" sldId="277"/>
        </pc:sldMkLst>
      </pc:sldChg>
      <pc:sldChg chg="del">
        <pc:chgData name="Lines, Todd" userId="afaf7c3a-e8aa-4568-882a-02ad8f9e19b0" providerId="ADAL" clId="{88D10092-8D83-47B4-9D5A-4B736D1904CC}" dt="2025-09-03T20:43:15.265" v="45" actId="47"/>
        <pc:sldMkLst>
          <pc:docMk/>
          <pc:sldMk cId="0" sldId="278"/>
        </pc:sldMkLst>
      </pc:sldChg>
      <pc:sldChg chg="del">
        <pc:chgData name="Lines, Todd" userId="afaf7c3a-e8aa-4568-882a-02ad8f9e19b0" providerId="ADAL" clId="{88D10092-8D83-47B4-9D5A-4B736D1904CC}" dt="2025-09-03T20:43:15.265" v="45" actId="47"/>
        <pc:sldMkLst>
          <pc:docMk/>
          <pc:sldMk cId="0" sldId="279"/>
        </pc:sldMkLst>
      </pc:sldChg>
      <pc:sldChg chg="del">
        <pc:chgData name="Lines, Todd" userId="afaf7c3a-e8aa-4568-882a-02ad8f9e19b0" providerId="ADAL" clId="{88D10092-8D83-47B4-9D5A-4B736D1904CC}" dt="2025-09-03T20:43:15.265" v="45" actId="47"/>
        <pc:sldMkLst>
          <pc:docMk/>
          <pc:sldMk cId="0" sldId="283"/>
        </pc:sldMkLst>
      </pc:sldChg>
      <pc:sldChg chg="del">
        <pc:chgData name="Lines, Todd" userId="afaf7c3a-e8aa-4568-882a-02ad8f9e19b0" providerId="ADAL" clId="{88D10092-8D83-47B4-9D5A-4B736D1904CC}" dt="2025-09-03T20:43:15.265" v="45" actId="47"/>
        <pc:sldMkLst>
          <pc:docMk/>
          <pc:sldMk cId="0" sldId="284"/>
        </pc:sldMkLst>
      </pc:sldChg>
      <pc:sldChg chg="del">
        <pc:chgData name="Lines, Todd" userId="afaf7c3a-e8aa-4568-882a-02ad8f9e19b0" providerId="ADAL" clId="{88D10092-8D83-47B4-9D5A-4B736D1904CC}" dt="2025-09-03T20:43:15.265" v="45" actId="47"/>
        <pc:sldMkLst>
          <pc:docMk/>
          <pc:sldMk cId="0" sldId="285"/>
        </pc:sldMkLst>
      </pc:sldChg>
      <pc:sldChg chg="del">
        <pc:chgData name="Lines, Todd" userId="afaf7c3a-e8aa-4568-882a-02ad8f9e19b0" providerId="ADAL" clId="{88D10092-8D83-47B4-9D5A-4B736D1904CC}" dt="2025-09-03T20:43:15.265" v="45" actId="47"/>
        <pc:sldMkLst>
          <pc:docMk/>
          <pc:sldMk cId="0" sldId="286"/>
        </pc:sldMkLst>
      </pc:sldChg>
      <pc:sldChg chg="del">
        <pc:chgData name="Lines, Todd" userId="afaf7c3a-e8aa-4568-882a-02ad8f9e19b0" providerId="ADAL" clId="{88D10092-8D83-47B4-9D5A-4B736D1904CC}" dt="2025-09-03T20:43:15.265" v="45" actId="47"/>
        <pc:sldMkLst>
          <pc:docMk/>
          <pc:sldMk cId="0" sldId="287"/>
        </pc:sldMkLst>
      </pc:sldChg>
      <pc:sldChg chg="del">
        <pc:chgData name="Lines, Todd" userId="afaf7c3a-e8aa-4568-882a-02ad8f9e19b0" providerId="ADAL" clId="{88D10092-8D83-47B4-9D5A-4B736D1904CC}" dt="2025-09-03T20:43:15.265" v="45" actId="47"/>
        <pc:sldMkLst>
          <pc:docMk/>
          <pc:sldMk cId="0" sldId="288"/>
        </pc:sldMkLst>
      </pc:sldChg>
      <pc:sldChg chg="del">
        <pc:chgData name="Lines, Todd" userId="afaf7c3a-e8aa-4568-882a-02ad8f9e19b0" providerId="ADAL" clId="{88D10092-8D83-47B4-9D5A-4B736D1904CC}" dt="2025-09-03T20:43:15.265" v="45" actId="47"/>
        <pc:sldMkLst>
          <pc:docMk/>
          <pc:sldMk cId="0" sldId="289"/>
        </pc:sldMkLst>
      </pc:sldChg>
      <pc:sldChg chg="del">
        <pc:chgData name="Lines, Todd" userId="afaf7c3a-e8aa-4568-882a-02ad8f9e19b0" providerId="ADAL" clId="{88D10092-8D83-47B4-9D5A-4B736D1904CC}" dt="2025-09-03T20:43:15.265" v="45" actId="47"/>
        <pc:sldMkLst>
          <pc:docMk/>
          <pc:sldMk cId="0" sldId="290"/>
        </pc:sldMkLst>
      </pc:sldChg>
      <pc:sldChg chg="del">
        <pc:chgData name="Lines, Todd" userId="afaf7c3a-e8aa-4568-882a-02ad8f9e19b0" providerId="ADAL" clId="{88D10092-8D83-47B4-9D5A-4B736D1904CC}" dt="2025-09-03T20:43:15.265" v="45" actId="47"/>
        <pc:sldMkLst>
          <pc:docMk/>
          <pc:sldMk cId="0" sldId="291"/>
        </pc:sldMkLst>
      </pc:sldChg>
      <pc:sldChg chg="del">
        <pc:chgData name="Lines, Todd" userId="afaf7c3a-e8aa-4568-882a-02ad8f9e19b0" providerId="ADAL" clId="{88D10092-8D83-47B4-9D5A-4B736D1904CC}" dt="2025-09-03T20:43:15.265" v="45" actId="47"/>
        <pc:sldMkLst>
          <pc:docMk/>
          <pc:sldMk cId="0" sldId="293"/>
        </pc:sldMkLst>
      </pc:sldChg>
      <pc:sldChg chg="del">
        <pc:chgData name="Lines, Todd" userId="afaf7c3a-e8aa-4568-882a-02ad8f9e19b0" providerId="ADAL" clId="{88D10092-8D83-47B4-9D5A-4B736D1904CC}" dt="2025-09-03T20:43:15.265" v="45" actId="47"/>
        <pc:sldMkLst>
          <pc:docMk/>
          <pc:sldMk cId="604567800" sldId="356"/>
        </pc:sldMkLst>
      </pc:sldChg>
      <pc:sldChg chg="del">
        <pc:chgData name="Lines, Todd" userId="afaf7c3a-e8aa-4568-882a-02ad8f9e19b0" providerId="ADAL" clId="{88D10092-8D83-47B4-9D5A-4B736D1904CC}" dt="2025-09-03T20:43:15.265" v="45" actId="47"/>
        <pc:sldMkLst>
          <pc:docMk/>
          <pc:sldMk cId="4098775423" sldId="357"/>
        </pc:sldMkLst>
      </pc:sldChg>
      <pc:sldChg chg="modSp new mod">
        <pc:chgData name="Lines, Todd" userId="afaf7c3a-e8aa-4568-882a-02ad8f9e19b0" providerId="ADAL" clId="{88D10092-8D83-47B4-9D5A-4B736D1904CC}" dt="2025-09-03T20:45:20.595" v="61" actId="20577"/>
        <pc:sldMkLst>
          <pc:docMk/>
          <pc:sldMk cId="944903387" sldId="358"/>
        </pc:sldMkLst>
      </pc:sldChg>
      <pc:sldChg chg="addSp delSp modSp new mod modClrScheme chgLayout">
        <pc:chgData name="Lines, Todd" userId="afaf7c3a-e8aa-4568-882a-02ad8f9e19b0" providerId="ADAL" clId="{88D10092-8D83-47B4-9D5A-4B736D1904CC}" dt="2025-09-03T20:45:47.149" v="78" actId="20577"/>
        <pc:sldMkLst>
          <pc:docMk/>
          <pc:sldMk cId="2678865484" sldId="359"/>
        </pc:sldMkLst>
      </pc:sldChg>
      <pc:sldChg chg="add">
        <pc:chgData name="Lines, Todd" userId="afaf7c3a-e8aa-4568-882a-02ad8f9e19b0" providerId="ADAL" clId="{88D10092-8D83-47B4-9D5A-4B736D1904CC}" dt="2025-09-03T20:48:56.675" v="81"/>
        <pc:sldMkLst>
          <pc:docMk/>
          <pc:sldMk cId="0" sldId="401"/>
        </pc:sldMkLst>
      </pc:sldChg>
      <pc:sldChg chg="add">
        <pc:chgData name="Lines, Todd" userId="afaf7c3a-e8aa-4568-882a-02ad8f9e19b0" providerId="ADAL" clId="{88D10092-8D83-47B4-9D5A-4B736D1904CC}" dt="2025-09-03T20:48:56.675" v="81"/>
        <pc:sldMkLst>
          <pc:docMk/>
          <pc:sldMk cId="0" sldId="402"/>
        </pc:sldMkLst>
      </pc:sldChg>
      <pc:sldChg chg="add">
        <pc:chgData name="Lines, Todd" userId="afaf7c3a-e8aa-4568-882a-02ad8f9e19b0" providerId="ADAL" clId="{88D10092-8D83-47B4-9D5A-4B736D1904CC}" dt="2025-09-03T20:48:56.675" v="81"/>
        <pc:sldMkLst>
          <pc:docMk/>
          <pc:sldMk cId="0" sldId="403"/>
        </pc:sldMkLst>
      </pc:sldChg>
      <pc:sldChg chg="add del">
        <pc:chgData name="Lines, Todd" userId="afaf7c3a-e8aa-4568-882a-02ad8f9e19b0" providerId="ADAL" clId="{88D10092-8D83-47B4-9D5A-4B736D1904CC}" dt="2025-09-03T20:48:53.799" v="80" actId="47"/>
        <pc:sldMkLst>
          <pc:docMk/>
          <pc:sldMk cId="0" sldId="404"/>
        </pc:sldMkLst>
      </pc:sldChg>
      <pc:sldChg chg="add">
        <pc:chgData name="Lines, Todd" userId="afaf7c3a-e8aa-4568-882a-02ad8f9e19b0" providerId="ADAL" clId="{88D10092-8D83-47B4-9D5A-4B736D1904CC}" dt="2025-09-03T20:48:56.675" v="81"/>
        <pc:sldMkLst>
          <pc:docMk/>
          <pc:sldMk cId="0" sldId="406"/>
        </pc:sldMkLst>
      </pc:sldChg>
      <pc:sldChg chg="add">
        <pc:chgData name="Lines, Todd" userId="afaf7c3a-e8aa-4568-882a-02ad8f9e19b0" providerId="ADAL" clId="{88D10092-8D83-47B4-9D5A-4B736D1904CC}" dt="2025-09-03T20:48:56.675" v="81"/>
        <pc:sldMkLst>
          <pc:docMk/>
          <pc:sldMk cId="0" sldId="407"/>
        </pc:sldMkLst>
      </pc:sldChg>
      <pc:sldChg chg="add del">
        <pc:chgData name="Lines, Todd" userId="afaf7c3a-e8aa-4568-882a-02ad8f9e19b0" providerId="ADAL" clId="{88D10092-8D83-47B4-9D5A-4B736D1904CC}" dt="2025-09-03T20:48:53.799" v="80" actId="47"/>
        <pc:sldMkLst>
          <pc:docMk/>
          <pc:sldMk cId="0" sldId="548"/>
        </pc:sldMkLst>
      </pc:sldChg>
      <pc:sldChg chg="add">
        <pc:chgData name="Lines, Todd" userId="afaf7c3a-e8aa-4568-882a-02ad8f9e19b0" providerId="ADAL" clId="{88D10092-8D83-47B4-9D5A-4B736D1904CC}" dt="2025-09-03T20:48:56.675" v="81"/>
        <pc:sldMkLst>
          <pc:docMk/>
          <pc:sldMk cId="0" sldId="549"/>
        </pc:sldMkLst>
      </pc:sldChg>
      <pc:sldChg chg="add">
        <pc:chgData name="Lines, Todd" userId="afaf7c3a-e8aa-4568-882a-02ad8f9e19b0" providerId="ADAL" clId="{88D10092-8D83-47B4-9D5A-4B736D1904CC}" dt="2025-09-03T20:48:56.675" v="81"/>
        <pc:sldMkLst>
          <pc:docMk/>
          <pc:sldMk cId="0" sldId="590"/>
        </pc:sldMkLst>
      </pc:sldChg>
      <pc:sldChg chg="add">
        <pc:chgData name="Lines, Todd" userId="afaf7c3a-e8aa-4568-882a-02ad8f9e19b0" providerId="ADAL" clId="{88D10092-8D83-47B4-9D5A-4B736D1904CC}" dt="2025-09-03T20:48:56.675" v="81"/>
        <pc:sldMkLst>
          <pc:docMk/>
          <pc:sldMk cId="0" sldId="591"/>
        </pc:sldMkLst>
      </pc:sldChg>
      <pc:sldChg chg="add">
        <pc:chgData name="Lines, Todd" userId="afaf7c3a-e8aa-4568-882a-02ad8f9e19b0" providerId="ADAL" clId="{88D10092-8D83-47B4-9D5A-4B736D1904CC}" dt="2025-09-03T20:48:56.675" v="81"/>
        <pc:sldMkLst>
          <pc:docMk/>
          <pc:sldMk cId="0" sldId="592"/>
        </pc:sldMkLst>
      </pc:sldChg>
      <pc:sldChg chg="add del">
        <pc:chgData name="Lines, Todd" userId="afaf7c3a-e8aa-4568-882a-02ad8f9e19b0" providerId="ADAL" clId="{88D10092-8D83-47B4-9D5A-4B736D1904CC}" dt="2025-09-03T20:48:53.799" v="80" actId="47"/>
        <pc:sldMkLst>
          <pc:docMk/>
          <pc:sldMk cId="0" sldId="593"/>
        </pc:sldMkLst>
      </pc:sldChg>
      <pc:sldChg chg="add del">
        <pc:chgData name="Lines, Todd" userId="afaf7c3a-e8aa-4568-882a-02ad8f9e19b0" providerId="ADAL" clId="{88D10092-8D83-47B4-9D5A-4B736D1904CC}" dt="2025-09-03T20:48:53.799" v="80" actId="47"/>
        <pc:sldMkLst>
          <pc:docMk/>
          <pc:sldMk cId="0" sldId="594"/>
        </pc:sldMkLst>
      </pc:sldChg>
      <pc:sldChg chg="add del">
        <pc:chgData name="Lines, Todd" userId="afaf7c3a-e8aa-4568-882a-02ad8f9e19b0" providerId="ADAL" clId="{88D10092-8D83-47B4-9D5A-4B736D1904CC}" dt="2025-09-03T20:48:53.799" v="80" actId="47"/>
        <pc:sldMkLst>
          <pc:docMk/>
          <pc:sldMk cId="0" sldId="596"/>
        </pc:sldMkLst>
      </pc:sldChg>
      <pc:sldChg chg="add">
        <pc:chgData name="Lines, Todd" userId="afaf7c3a-e8aa-4568-882a-02ad8f9e19b0" providerId="ADAL" clId="{88D10092-8D83-47B4-9D5A-4B736D1904CC}" dt="2025-09-03T20:48:56.675" v="81"/>
        <pc:sldMkLst>
          <pc:docMk/>
          <pc:sldMk cId="0" sldId="1060"/>
        </pc:sldMkLst>
      </pc:sldChg>
      <pc:sldChg chg="add del">
        <pc:chgData name="Lines, Todd" userId="afaf7c3a-e8aa-4568-882a-02ad8f9e19b0" providerId="ADAL" clId="{88D10092-8D83-47B4-9D5A-4B736D1904CC}" dt="2025-09-03T20:48:53.799" v="80" actId="47"/>
        <pc:sldMkLst>
          <pc:docMk/>
          <pc:sldMk cId="0" sldId="1061"/>
        </pc:sldMkLst>
      </pc:sldChg>
      <pc:sldChg chg="add">
        <pc:chgData name="Lines, Todd" userId="afaf7c3a-e8aa-4568-882a-02ad8f9e19b0" providerId="ADAL" clId="{88D10092-8D83-47B4-9D5A-4B736D1904CC}" dt="2025-09-03T20:48:56.675" v="81"/>
        <pc:sldMkLst>
          <pc:docMk/>
          <pc:sldMk cId="3677296050" sldId="1371"/>
        </pc:sldMkLst>
      </pc:sldChg>
      <pc:sldChg chg="add">
        <pc:chgData name="Lines, Todd" userId="afaf7c3a-e8aa-4568-882a-02ad8f9e19b0" providerId="ADAL" clId="{88D10092-8D83-47B4-9D5A-4B736D1904CC}" dt="2025-09-03T20:48:56.675" v="81"/>
        <pc:sldMkLst>
          <pc:docMk/>
          <pc:sldMk cId="1850746124" sldId="1372"/>
        </pc:sldMkLst>
      </pc:sldChg>
      <pc:sldChg chg="add">
        <pc:chgData name="Lines, Todd" userId="afaf7c3a-e8aa-4568-882a-02ad8f9e19b0" providerId="ADAL" clId="{88D10092-8D83-47B4-9D5A-4B736D1904CC}" dt="2025-09-03T20:48:56.675" v="81"/>
        <pc:sldMkLst>
          <pc:docMk/>
          <pc:sldMk cId="3522497962" sldId="1373"/>
        </pc:sldMkLst>
      </pc:sldChg>
      <pc:sldChg chg="add">
        <pc:chgData name="Lines, Todd" userId="afaf7c3a-e8aa-4568-882a-02ad8f9e19b0" providerId="ADAL" clId="{88D10092-8D83-47B4-9D5A-4B736D1904CC}" dt="2025-09-03T20:48:56.675" v="81"/>
        <pc:sldMkLst>
          <pc:docMk/>
          <pc:sldMk cId="3061675383" sldId="1374"/>
        </pc:sldMkLst>
      </pc:sldChg>
      <pc:sldChg chg="add del">
        <pc:chgData name="Lines, Todd" userId="afaf7c3a-e8aa-4568-882a-02ad8f9e19b0" providerId="ADAL" clId="{88D10092-8D83-47B4-9D5A-4B736D1904CC}" dt="2025-09-03T20:48:53.799" v="80" actId="47"/>
        <pc:sldMkLst>
          <pc:docMk/>
          <pc:sldMk cId="3218804755" sldId="1374"/>
        </pc:sldMkLst>
      </pc:sldChg>
      <pc:sldChg chg="add del">
        <pc:chgData name="Lines, Todd" userId="afaf7c3a-e8aa-4568-882a-02ad8f9e19b0" providerId="ADAL" clId="{88D10092-8D83-47B4-9D5A-4B736D1904CC}" dt="2025-09-03T20:48:53.799" v="80" actId="47"/>
        <pc:sldMkLst>
          <pc:docMk/>
          <pc:sldMk cId="1858017139" sldId="1446"/>
        </pc:sldMkLst>
      </pc:sldChg>
      <pc:sldMasterChg chg="delSldLayout">
        <pc:chgData name="Lines, Todd" userId="afaf7c3a-e8aa-4568-882a-02ad8f9e19b0" providerId="ADAL" clId="{88D10092-8D83-47B4-9D5A-4B736D1904CC}" dt="2025-09-03T20:48:53.799" v="80" actId="47"/>
        <pc:sldMasterMkLst>
          <pc:docMk/>
          <pc:sldMasterMk cId="0" sldId="2147483648"/>
        </pc:sldMasterMkLst>
        <pc:sldLayoutChg chg="del">
          <pc:chgData name="Lines, Todd" userId="afaf7c3a-e8aa-4568-882a-02ad8f9e19b0" providerId="ADAL" clId="{88D10092-8D83-47B4-9D5A-4B736D1904CC}" dt="2025-09-03T20:48:53.799" v="80" actId="47"/>
          <pc:sldLayoutMkLst>
            <pc:docMk/>
            <pc:sldMasterMk cId="0" sldId="2147483648"/>
            <pc:sldLayoutMk cId="380497818" sldId="2147483660"/>
          </pc:sldLayoutMkLst>
        </pc:sldLayoutChg>
      </pc:sldMasterChg>
    </pc:docChg>
  </pc:docChgLst>
  <pc:docChgLst>
    <pc:chgData name="Lines, Todd" userId="afaf7c3a-e8aa-4568-882a-02ad8f9e19b0" providerId="ADAL" clId="{9F68C330-569B-4B54-A19C-BC8E87A959DB}"/>
    <pc:docChg chg="delSld">
      <pc:chgData name="Lines, Todd" userId="afaf7c3a-e8aa-4568-882a-02ad8f9e19b0" providerId="ADAL" clId="{9F68C330-569B-4B54-A19C-BC8E87A959DB}" dt="2025-09-03T19:59:25.467" v="0" actId="2696"/>
      <pc:docMkLst>
        <pc:docMk/>
      </pc:docMkLst>
      <pc:sldChg chg="del">
        <pc:chgData name="Lines, Todd" userId="afaf7c3a-e8aa-4568-882a-02ad8f9e19b0" providerId="ADAL" clId="{9F68C330-569B-4B54-A19C-BC8E87A959DB}" dt="2025-09-03T19:59:25.467" v="0" actId="2696"/>
        <pc:sldMkLst>
          <pc:docMk/>
          <pc:sldMk cId="0" sldId="329"/>
        </pc:sldMkLst>
      </pc:sldChg>
      <pc:sldChg chg="del">
        <pc:chgData name="Lines, Todd" userId="afaf7c3a-e8aa-4568-882a-02ad8f9e19b0" providerId="ADAL" clId="{9F68C330-569B-4B54-A19C-BC8E87A959DB}" dt="2025-09-03T19:59:25.467" v="0" actId="2696"/>
        <pc:sldMkLst>
          <pc:docMk/>
          <pc:sldMk cId="0" sldId="332"/>
        </pc:sldMkLst>
      </pc:sldChg>
      <pc:sldChg chg="del">
        <pc:chgData name="Lines, Todd" userId="afaf7c3a-e8aa-4568-882a-02ad8f9e19b0" providerId="ADAL" clId="{9F68C330-569B-4B54-A19C-BC8E87A959DB}" dt="2025-09-03T19:59:25.467" v="0" actId="2696"/>
        <pc:sldMkLst>
          <pc:docMk/>
          <pc:sldMk cId="0" sldId="338"/>
        </pc:sldMkLst>
      </pc:sldChg>
      <pc:sldChg chg="del">
        <pc:chgData name="Lines, Todd" userId="afaf7c3a-e8aa-4568-882a-02ad8f9e19b0" providerId="ADAL" clId="{9F68C330-569B-4B54-A19C-BC8E87A959DB}" dt="2025-09-03T19:59:25.467" v="0" actId="2696"/>
        <pc:sldMkLst>
          <pc:docMk/>
          <pc:sldMk cId="0" sldId="339"/>
        </pc:sldMkLst>
      </pc:sldChg>
      <pc:sldChg chg="del">
        <pc:chgData name="Lines, Todd" userId="afaf7c3a-e8aa-4568-882a-02ad8f9e19b0" providerId="ADAL" clId="{9F68C330-569B-4B54-A19C-BC8E87A959DB}" dt="2025-09-03T19:59:25.467" v="0" actId="2696"/>
        <pc:sldMkLst>
          <pc:docMk/>
          <pc:sldMk cId="0" sldId="340"/>
        </pc:sldMkLst>
      </pc:sldChg>
      <pc:sldChg chg="del">
        <pc:chgData name="Lines, Todd" userId="afaf7c3a-e8aa-4568-882a-02ad8f9e19b0" providerId="ADAL" clId="{9F68C330-569B-4B54-A19C-BC8E87A959DB}" dt="2025-09-03T19:59:25.467" v="0" actId="2696"/>
        <pc:sldMkLst>
          <pc:docMk/>
          <pc:sldMk cId="0" sldId="341"/>
        </pc:sldMkLst>
      </pc:sldChg>
      <pc:sldChg chg="del">
        <pc:chgData name="Lines, Todd" userId="afaf7c3a-e8aa-4568-882a-02ad8f9e19b0" providerId="ADAL" clId="{9F68C330-569B-4B54-A19C-BC8E87A959DB}" dt="2025-09-03T19:59:25.467" v="0" actId="2696"/>
        <pc:sldMkLst>
          <pc:docMk/>
          <pc:sldMk cId="0" sldId="342"/>
        </pc:sldMkLst>
      </pc:sldChg>
      <pc:sldChg chg="del">
        <pc:chgData name="Lines, Todd" userId="afaf7c3a-e8aa-4568-882a-02ad8f9e19b0" providerId="ADAL" clId="{9F68C330-569B-4B54-A19C-BC8E87A959DB}" dt="2025-09-03T19:59:25.467" v="0" actId="2696"/>
        <pc:sldMkLst>
          <pc:docMk/>
          <pc:sldMk cId="0" sldId="343"/>
        </pc:sldMkLst>
      </pc:sldChg>
      <pc:sldChg chg="del">
        <pc:chgData name="Lines, Todd" userId="afaf7c3a-e8aa-4568-882a-02ad8f9e19b0" providerId="ADAL" clId="{9F68C330-569B-4B54-A19C-BC8E87A959DB}" dt="2025-09-03T19:59:25.467" v="0" actId="2696"/>
        <pc:sldMkLst>
          <pc:docMk/>
          <pc:sldMk cId="0" sldId="344"/>
        </pc:sldMkLst>
      </pc:sldChg>
      <pc:sldChg chg="del">
        <pc:chgData name="Lines, Todd" userId="afaf7c3a-e8aa-4568-882a-02ad8f9e19b0" providerId="ADAL" clId="{9F68C330-569B-4B54-A19C-BC8E87A959DB}" dt="2025-09-03T19:59:25.467" v="0" actId="2696"/>
        <pc:sldMkLst>
          <pc:docMk/>
          <pc:sldMk cId="0" sldId="345"/>
        </pc:sldMkLst>
      </pc:sldChg>
      <pc:sldChg chg="del">
        <pc:chgData name="Lines, Todd" userId="afaf7c3a-e8aa-4568-882a-02ad8f9e19b0" providerId="ADAL" clId="{9F68C330-569B-4B54-A19C-BC8E87A959DB}" dt="2025-09-03T19:59:25.467" v="0" actId="2696"/>
        <pc:sldMkLst>
          <pc:docMk/>
          <pc:sldMk cId="0" sldId="346"/>
        </pc:sldMkLst>
      </pc:sldChg>
      <pc:sldChg chg="del">
        <pc:chgData name="Lines, Todd" userId="afaf7c3a-e8aa-4568-882a-02ad8f9e19b0" providerId="ADAL" clId="{9F68C330-569B-4B54-A19C-BC8E87A959DB}" dt="2025-09-03T19:59:25.467" v="0" actId="2696"/>
        <pc:sldMkLst>
          <pc:docMk/>
          <pc:sldMk cId="0" sldId="347"/>
        </pc:sldMkLst>
      </pc:sldChg>
      <pc:sldChg chg="del">
        <pc:chgData name="Lines, Todd" userId="afaf7c3a-e8aa-4568-882a-02ad8f9e19b0" providerId="ADAL" clId="{9F68C330-569B-4B54-A19C-BC8E87A959DB}" dt="2025-09-03T19:59:25.467" v="0" actId="2696"/>
        <pc:sldMkLst>
          <pc:docMk/>
          <pc:sldMk cId="0" sldId="348"/>
        </pc:sldMkLst>
      </pc:sldChg>
      <pc:sldChg chg="del">
        <pc:chgData name="Lines, Todd" userId="afaf7c3a-e8aa-4568-882a-02ad8f9e19b0" providerId="ADAL" clId="{9F68C330-569B-4B54-A19C-BC8E87A959DB}" dt="2025-09-03T19:59:25.467" v="0" actId="2696"/>
        <pc:sldMkLst>
          <pc:docMk/>
          <pc:sldMk cId="0" sldId="349"/>
        </pc:sldMkLst>
      </pc:sldChg>
      <pc:sldChg chg="del">
        <pc:chgData name="Lines, Todd" userId="afaf7c3a-e8aa-4568-882a-02ad8f9e19b0" providerId="ADAL" clId="{9F68C330-569B-4B54-A19C-BC8E87A959DB}" dt="2025-09-03T19:59:25.467" v="0" actId="2696"/>
        <pc:sldMkLst>
          <pc:docMk/>
          <pc:sldMk cId="0" sldId="350"/>
        </pc:sldMkLst>
      </pc:sldChg>
      <pc:sldChg chg="del">
        <pc:chgData name="Lines, Todd" userId="afaf7c3a-e8aa-4568-882a-02ad8f9e19b0" providerId="ADAL" clId="{9F68C330-569B-4B54-A19C-BC8E87A959DB}" dt="2025-09-03T19:59:25.467" v="0" actId="2696"/>
        <pc:sldMkLst>
          <pc:docMk/>
          <pc:sldMk cId="0" sldId="351"/>
        </pc:sldMkLst>
      </pc:sldChg>
      <pc:sldChg chg="del">
        <pc:chgData name="Lines, Todd" userId="afaf7c3a-e8aa-4568-882a-02ad8f9e19b0" providerId="ADAL" clId="{9F68C330-569B-4B54-A19C-BC8E87A959DB}" dt="2025-09-03T19:59:25.467" v="0" actId="2696"/>
        <pc:sldMkLst>
          <pc:docMk/>
          <pc:sldMk cId="0" sldId="352"/>
        </pc:sldMkLst>
      </pc:sldChg>
      <pc:sldChg chg="del">
        <pc:chgData name="Lines, Todd" userId="afaf7c3a-e8aa-4568-882a-02ad8f9e19b0" providerId="ADAL" clId="{9F68C330-569B-4B54-A19C-BC8E87A959DB}" dt="2025-09-03T19:59:25.467" v="0" actId="2696"/>
        <pc:sldMkLst>
          <pc:docMk/>
          <pc:sldMk cId="0" sldId="353"/>
        </pc:sldMkLst>
      </pc:sldChg>
      <pc:sldChg chg="del">
        <pc:chgData name="Lines, Todd" userId="afaf7c3a-e8aa-4568-882a-02ad8f9e19b0" providerId="ADAL" clId="{9F68C330-569B-4B54-A19C-BC8E87A959DB}" dt="2025-09-03T19:59:25.467" v="0" actId="2696"/>
        <pc:sldMkLst>
          <pc:docMk/>
          <pc:sldMk cId="0" sldId="354"/>
        </pc:sldMkLst>
      </pc:sldChg>
      <pc:sldChg chg="del">
        <pc:chgData name="Lines, Todd" userId="afaf7c3a-e8aa-4568-882a-02ad8f9e19b0" providerId="ADAL" clId="{9F68C330-569B-4B54-A19C-BC8E87A959DB}" dt="2025-09-03T19:59:25.467" v="0" actId="2696"/>
        <pc:sldMkLst>
          <pc:docMk/>
          <pc:sldMk cId="2141979314" sldId="364"/>
        </pc:sldMkLst>
      </pc:sldChg>
      <pc:sldChg chg="del">
        <pc:chgData name="Lines, Todd" userId="afaf7c3a-e8aa-4568-882a-02ad8f9e19b0" providerId="ADAL" clId="{9F68C330-569B-4B54-A19C-BC8E87A959DB}" dt="2025-09-03T19:59:25.467" v="0" actId="2696"/>
        <pc:sldMkLst>
          <pc:docMk/>
          <pc:sldMk cId="2680912066" sldId="365"/>
        </pc:sldMkLst>
      </pc:sldChg>
      <pc:sldChg chg="del">
        <pc:chgData name="Lines, Todd" userId="afaf7c3a-e8aa-4568-882a-02ad8f9e19b0" providerId="ADAL" clId="{9F68C330-569B-4B54-A19C-BC8E87A959DB}" dt="2025-09-03T19:59:25.467" v="0" actId="2696"/>
        <pc:sldMkLst>
          <pc:docMk/>
          <pc:sldMk cId="1435534423" sldId="366"/>
        </pc:sldMkLst>
      </pc:sldChg>
      <pc:sldChg chg="del">
        <pc:chgData name="Lines, Todd" userId="afaf7c3a-e8aa-4568-882a-02ad8f9e19b0" providerId="ADAL" clId="{9F68C330-569B-4B54-A19C-BC8E87A959DB}" dt="2025-09-03T19:59:25.467" v="0" actId="2696"/>
        <pc:sldMkLst>
          <pc:docMk/>
          <pc:sldMk cId="451192393" sldId="367"/>
        </pc:sldMkLst>
      </pc:sldChg>
      <pc:sldChg chg="del">
        <pc:chgData name="Lines, Todd" userId="afaf7c3a-e8aa-4568-882a-02ad8f9e19b0" providerId="ADAL" clId="{9F68C330-569B-4B54-A19C-BC8E87A959DB}" dt="2025-09-03T19:59:25.467" v="0" actId="2696"/>
        <pc:sldMkLst>
          <pc:docMk/>
          <pc:sldMk cId="3238540739" sldId="368"/>
        </pc:sldMkLst>
      </pc:sldChg>
      <pc:sldChg chg="del">
        <pc:chgData name="Lines, Todd" userId="afaf7c3a-e8aa-4568-882a-02ad8f9e19b0" providerId="ADAL" clId="{9F68C330-569B-4B54-A19C-BC8E87A959DB}" dt="2025-09-03T19:59:25.467" v="0" actId="2696"/>
        <pc:sldMkLst>
          <pc:docMk/>
          <pc:sldMk cId="3826088753" sldId="369"/>
        </pc:sldMkLst>
      </pc:sldChg>
      <pc:sldChg chg="del">
        <pc:chgData name="Lines, Todd" userId="afaf7c3a-e8aa-4568-882a-02ad8f9e19b0" providerId="ADAL" clId="{9F68C330-569B-4B54-A19C-BC8E87A959DB}" dt="2025-09-03T19:59:25.467" v="0" actId="2696"/>
        <pc:sldMkLst>
          <pc:docMk/>
          <pc:sldMk cId="2391299464" sldId="370"/>
        </pc:sldMkLst>
      </pc:sldChg>
      <pc:sldChg chg="del">
        <pc:chgData name="Lines, Todd" userId="afaf7c3a-e8aa-4568-882a-02ad8f9e19b0" providerId="ADAL" clId="{9F68C330-569B-4B54-A19C-BC8E87A959DB}" dt="2025-09-03T19:59:25.467" v="0" actId="2696"/>
        <pc:sldMkLst>
          <pc:docMk/>
          <pc:sldMk cId="2022166924" sldId="371"/>
        </pc:sldMkLst>
      </pc:sldChg>
      <pc:sldMasterChg chg="delSldLayout">
        <pc:chgData name="Lines, Todd" userId="afaf7c3a-e8aa-4568-882a-02ad8f9e19b0" providerId="ADAL" clId="{9F68C330-569B-4B54-A19C-BC8E87A959DB}" dt="2025-09-03T19:59:25.467" v="0" actId="2696"/>
        <pc:sldMasterMkLst>
          <pc:docMk/>
          <pc:sldMasterMk cId="0" sldId="2147483648"/>
        </pc:sldMasterMkLst>
        <pc:sldLayoutChg chg="del">
          <pc:chgData name="Lines, Todd" userId="afaf7c3a-e8aa-4568-882a-02ad8f9e19b0" providerId="ADAL" clId="{9F68C330-569B-4B54-A19C-BC8E87A959DB}" dt="2025-09-03T19:59:25.467" v="0" actId="2696"/>
          <pc:sldLayoutMkLst>
            <pc:docMk/>
            <pc:sldMasterMk cId="0" sldId="2147483648"/>
            <pc:sldLayoutMk cId="0" sldId="2147483661"/>
          </pc:sldLayoutMkLst>
        </pc:sldLayoutChg>
      </pc:sldMasterChg>
    </pc:docChg>
  </pc:docChgLst>
  <pc:docChgLst>
    <pc:chgData name="Lines, Todd" userId="afaf7c3a-e8aa-4568-882a-02ad8f9e19b0" providerId="ADAL" clId="{6EC417CA-3B91-4A77-8C5C-53CC4F2E6BD5}"/>
    <pc:docChg chg="undo custSel modSld">
      <pc:chgData name="Lines, Todd" userId="afaf7c3a-e8aa-4568-882a-02ad8f9e19b0" providerId="ADAL" clId="{6EC417CA-3B91-4A77-8C5C-53CC4F2E6BD5}" dt="2023-09-11T14:37:04.222" v="1132" actId="20577"/>
      <pc:docMkLst>
        <pc:docMk/>
      </pc:docMkLst>
      <pc:sldChg chg="addSp delSp modSp mod">
        <pc:chgData name="Lines, Todd" userId="afaf7c3a-e8aa-4568-882a-02ad8f9e19b0" providerId="ADAL" clId="{6EC417CA-3B91-4A77-8C5C-53CC4F2E6BD5}" dt="2023-09-10T01:32:07.449" v="154" actId="20577"/>
        <pc:sldMkLst>
          <pc:docMk/>
          <pc:sldMk cId="0" sldId="348"/>
        </pc:sldMkLst>
      </pc:sldChg>
      <pc:sldChg chg="modSp mod">
        <pc:chgData name="Lines, Todd" userId="afaf7c3a-e8aa-4568-882a-02ad8f9e19b0" providerId="ADAL" clId="{6EC417CA-3B91-4A77-8C5C-53CC4F2E6BD5}" dt="2023-09-10T01:33:59.978" v="249" actId="20577"/>
        <pc:sldMkLst>
          <pc:docMk/>
          <pc:sldMk cId="0" sldId="350"/>
        </pc:sldMkLst>
      </pc:sldChg>
      <pc:sldChg chg="modSp mod">
        <pc:chgData name="Lines, Todd" userId="afaf7c3a-e8aa-4568-882a-02ad8f9e19b0" providerId="ADAL" clId="{6EC417CA-3B91-4A77-8C5C-53CC4F2E6BD5}" dt="2023-09-10T01:36:29.796" v="551" actId="20577"/>
        <pc:sldMkLst>
          <pc:docMk/>
          <pc:sldMk cId="0" sldId="351"/>
        </pc:sldMkLst>
      </pc:sldChg>
      <pc:sldChg chg="delSp modSp mod">
        <pc:chgData name="Lines, Todd" userId="afaf7c3a-e8aa-4568-882a-02ad8f9e19b0" providerId="ADAL" clId="{6EC417CA-3B91-4A77-8C5C-53CC4F2E6BD5}" dt="2023-09-10T01:37:00.383" v="591" actId="6549"/>
        <pc:sldMkLst>
          <pc:docMk/>
          <pc:sldMk cId="0" sldId="352"/>
        </pc:sldMkLst>
      </pc:sldChg>
      <pc:sldChg chg="modSp mod">
        <pc:chgData name="Lines, Todd" userId="afaf7c3a-e8aa-4568-882a-02ad8f9e19b0" providerId="ADAL" clId="{6EC417CA-3B91-4A77-8C5C-53CC4F2E6BD5}" dt="2023-09-10T01:38:05.996" v="674" actId="20577"/>
        <pc:sldMkLst>
          <pc:docMk/>
          <pc:sldMk cId="0" sldId="354"/>
        </pc:sldMkLst>
      </pc:sldChg>
      <pc:sldChg chg="modSp mod">
        <pc:chgData name="Lines, Todd" userId="afaf7c3a-e8aa-4568-882a-02ad8f9e19b0" providerId="ADAL" clId="{6EC417CA-3B91-4A77-8C5C-53CC4F2E6BD5}" dt="2023-09-11T14:33:21.458" v="676" actId="6549"/>
        <pc:sldMkLst>
          <pc:docMk/>
          <pc:sldMk cId="2141979314" sldId="364"/>
        </pc:sldMkLst>
      </pc:sldChg>
      <pc:sldChg chg="modSp mod">
        <pc:chgData name="Lines, Todd" userId="afaf7c3a-e8aa-4568-882a-02ad8f9e19b0" providerId="ADAL" clId="{6EC417CA-3B91-4A77-8C5C-53CC4F2E6BD5}" dt="2023-09-11T14:36:45.357" v="1130" actId="20577"/>
        <pc:sldMkLst>
          <pc:docMk/>
          <pc:sldMk cId="1435534423" sldId="366"/>
        </pc:sldMkLst>
      </pc:sldChg>
      <pc:sldChg chg="modSp mod">
        <pc:chgData name="Lines, Todd" userId="afaf7c3a-e8aa-4568-882a-02ad8f9e19b0" providerId="ADAL" clId="{6EC417CA-3B91-4A77-8C5C-53CC4F2E6BD5}" dt="2023-09-10T01:29:30.610" v="109" actId="20577"/>
        <pc:sldMkLst>
          <pc:docMk/>
          <pc:sldMk cId="451192393" sldId="367"/>
        </pc:sldMkLst>
      </pc:sldChg>
      <pc:sldChg chg="modSp mod">
        <pc:chgData name="Lines, Todd" userId="afaf7c3a-e8aa-4568-882a-02ad8f9e19b0" providerId="ADAL" clId="{6EC417CA-3B91-4A77-8C5C-53CC4F2E6BD5}" dt="2023-09-11T14:37:04.222" v="1132" actId="20577"/>
        <pc:sldMkLst>
          <pc:docMk/>
          <pc:sldMk cId="3238540739" sldId="368"/>
        </pc:sldMkLst>
      </pc:sldChg>
      <pc:sldChg chg="modSp mod">
        <pc:chgData name="Lines, Todd" userId="afaf7c3a-e8aa-4568-882a-02ad8f9e19b0" providerId="ADAL" clId="{6EC417CA-3B91-4A77-8C5C-53CC4F2E6BD5}" dt="2023-09-11T14:34:55.736" v="734" actId="313"/>
        <pc:sldMkLst>
          <pc:docMk/>
          <pc:sldMk cId="3826088753" sldId="36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F2E0667-B353-4911-B6B7-88BDF3625004}" type="datetimeFigureOut">
              <a:rPr lang="en-US" smtClean="0"/>
              <a:pPr/>
              <a:t>11/4/2025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04E0FEC-2515-46F5-8562-C0979B088937}" type="slidenum">
              <a:rPr lang="en-US" smtClean="0"/>
              <a:pPr/>
              <a:t>‹#›</a:t>
            </a:fld>
            <a:endParaRPr lang="en-US"/>
          </a:p>
        </p:txBody>
      </p:sp>
    </p:spTree>
    <p:extLst>
      <p:ext uri="{BB962C8B-B14F-4D97-AF65-F5344CB8AC3E}">
        <p14:creationId xmlns:p14="http://schemas.microsoft.com/office/powerpoint/2010/main" val="20223129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4113" name="Slide Image Placeholder 1"/>
          <p:cNvSpPr>
            <a:spLocks noGrp="1" noRot="1" noChangeAspect="1"/>
          </p:cNvSpPr>
          <p:nvPr>
            <p:ph type="sldImg"/>
          </p:nvPr>
        </p:nvSpPr>
        <p:spPr bwMode="auto">
          <a:noFill/>
          <a:ln>
            <a:solidFill>
              <a:srgbClr val="000000"/>
            </a:solidFill>
            <a:miter lim="800000"/>
            <a:headEnd/>
            <a:tailEnd/>
          </a:ln>
        </p:spPr>
      </p:sp>
      <p:sp>
        <p:nvSpPr>
          <p:cNvPr id="474114"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474115"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516782AD-7629-407A-A45D-4732079CBA0E}" type="slidenum">
              <a:rPr lang="en-US"/>
              <a:pPr fontAlgn="base">
                <a:spcBef>
                  <a:spcPct val="0"/>
                </a:spcBef>
                <a:spcAft>
                  <a:spcPct val="0"/>
                </a:spcAft>
              </a:pPr>
              <a:t>50</a:t>
            </a:fld>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6161" name="Slide Image Placeholder 1"/>
          <p:cNvSpPr>
            <a:spLocks noGrp="1" noRot="1" noChangeAspect="1"/>
          </p:cNvSpPr>
          <p:nvPr>
            <p:ph type="sldImg"/>
          </p:nvPr>
        </p:nvSpPr>
        <p:spPr bwMode="auto">
          <a:noFill/>
          <a:ln>
            <a:solidFill>
              <a:srgbClr val="000000"/>
            </a:solidFill>
            <a:miter lim="800000"/>
            <a:headEnd/>
            <a:tailEnd/>
          </a:ln>
        </p:spPr>
      </p:sp>
      <p:sp>
        <p:nvSpPr>
          <p:cNvPr id="476162"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476163"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48F388C0-3755-43E3-BE35-CE5BDC839CEC}" type="slidenum">
              <a:rPr lang="en-US"/>
              <a:pPr fontAlgn="base">
                <a:spcBef>
                  <a:spcPct val="0"/>
                </a:spcBef>
                <a:spcAft>
                  <a:spcPct val="0"/>
                </a:spcAft>
              </a:pPr>
              <a:t>51</a:t>
            </a:fld>
            <a:endParaRPr 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209" name="Slide Image Placeholder 1"/>
          <p:cNvSpPr>
            <a:spLocks noGrp="1" noRot="1" noChangeAspect="1"/>
          </p:cNvSpPr>
          <p:nvPr>
            <p:ph type="sldImg"/>
          </p:nvPr>
        </p:nvSpPr>
        <p:spPr bwMode="auto">
          <a:noFill/>
          <a:ln>
            <a:solidFill>
              <a:srgbClr val="000000"/>
            </a:solidFill>
            <a:miter lim="800000"/>
            <a:headEnd/>
            <a:tailEnd/>
          </a:ln>
        </p:spPr>
      </p:sp>
      <p:sp>
        <p:nvSpPr>
          <p:cNvPr id="478210"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478211"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11F76CC5-ED35-4A36-95E2-F24FE7208B4B}" type="slidenum">
              <a:rPr lang="en-US"/>
              <a:pPr fontAlgn="base">
                <a:spcBef>
                  <a:spcPct val="0"/>
                </a:spcBef>
                <a:spcAft>
                  <a:spcPct val="0"/>
                </a:spcAft>
              </a:pPr>
              <a:t>52</a:t>
            </a:fld>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0257" name="Slide Image Placeholder 1"/>
          <p:cNvSpPr>
            <a:spLocks noGrp="1" noRot="1" noChangeAspect="1"/>
          </p:cNvSpPr>
          <p:nvPr>
            <p:ph type="sldImg"/>
          </p:nvPr>
        </p:nvSpPr>
        <p:spPr bwMode="auto">
          <a:noFill/>
          <a:ln>
            <a:solidFill>
              <a:srgbClr val="000000"/>
            </a:solidFill>
            <a:miter lim="800000"/>
            <a:headEnd/>
            <a:tailEnd/>
          </a:ln>
        </p:spPr>
      </p:sp>
      <p:sp>
        <p:nvSpPr>
          <p:cNvPr id="480258"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480259"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7033775C-08A7-459F-AD14-90A0EB8D7C48}" type="slidenum">
              <a:rPr lang="en-US"/>
              <a:pPr fontAlgn="base">
                <a:spcBef>
                  <a:spcPct val="0"/>
                </a:spcBef>
                <a:spcAft>
                  <a:spcPct val="0"/>
                </a:spcAft>
              </a:pPr>
              <a:t>53</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52220B1-6818-403E-9B7C-62693A17AC7E}" type="datetimeFigureOut">
              <a:rPr lang="en-US" smtClean="0"/>
              <a:pPr/>
              <a:t>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5D42E4-B3B8-4835-97A3-1DE7C19D62C3}"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52220B1-6818-403E-9B7C-62693A17AC7E}" type="datetimeFigureOut">
              <a:rPr lang="en-US" smtClean="0"/>
              <a:pPr/>
              <a:t>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5D42E4-B3B8-4835-97A3-1DE7C19D62C3}"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52220B1-6818-403E-9B7C-62693A17AC7E}" type="datetimeFigureOut">
              <a:rPr lang="en-US" smtClean="0"/>
              <a:pPr/>
              <a:t>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5D42E4-B3B8-4835-97A3-1DE7C19D62C3}"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52220B1-6818-403E-9B7C-62693A17AC7E}" type="datetimeFigureOut">
              <a:rPr lang="en-US" smtClean="0"/>
              <a:pPr/>
              <a:t>11/4/2025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F5D42E4-B3B8-4835-97A3-1DE7C19D62C3}"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52220B1-6818-403E-9B7C-62693A17AC7E}" type="datetimeFigureOut">
              <a:rPr lang="en-US" smtClean="0"/>
              <a:pPr/>
              <a:t>11/4/2025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F5D42E4-B3B8-4835-97A3-1DE7C19D62C3}"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52220B1-6818-403E-9B7C-62693A17AC7E}" type="datetimeFigureOut">
              <a:rPr lang="en-US" smtClean="0"/>
              <a:pPr/>
              <a:t>11/4/2025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F5D42E4-B3B8-4835-97A3-1DE7C19D62C3}"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52220B1-6818-403E-9B7C-62693A17AC7E}" type="datetimeFigureOut">
              <a:rPr lang="en-US" smtClean="0"/>
              <a:pPr/>
              <a:t>11/4/2025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F5D42E4-B3B8-4835-97A3-1DE7C19D62C3}"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2220B1-6818-403E-9B7C-62693A17AC7E}" type="datetimeFigureOut">
              <a:rPr lang="en-US" smtClean="0"/>
              <a:pPr/>
              <a:t>11/4/2025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F5D42E4-B3B8-4835-97A3-1DE7C19D62C3}"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2220B1-6818-403E-9B7C-62693A17AC7E}" type="datetimeFigureOut">
              <a:rPr lang="en-US" smtClean="0"/>
              <a:pPr/>
              <a:t>11/4/2025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F5D42E4-B3B8-4835-97A3-1DE7C19D62C3}"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52220B1-6818-403E-9B7C-62693A17AC7E}" type="datetimeFigureOut">
              <a:rPr lang="en-US" smtClean="0"/>
              <a:pPr/>
              <a:t>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5D42E4-B3B8-4835-97A3-1DE7C19D62C3}"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52220B1-6818-403E-9B7C-62693A17AC7E}" type="datetimeFigureOut">
              <a:rPr lang="en-US" smtClean="0"/>
              <a:pPr/>
              <a:t>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5D42E4-B3B8-4835-97A3-1DE7C19D62C3}"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52220B1-6818-403E-9B7C-62693A17AC7E}" type="datetimeFigureOut">
              <a:rPr lang="en-US" smtClean="0"/>
              <a:pPr/>
              <a:t>11/4/2025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F5D42E4-B3B8-4835-97A3-1DE7C19D62C3}"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wmf"/><Relationship Id="rId7" Type="http://schemas.openxmlformats.org/officeDocument/2006/relationships/image" Target="../media/image3.wmf"/><Relationship Id="rId2" Type="http://schemas.openxmlformats.org/officeDocument/2006/relationships/oleObject" Target="../embeddings/oleObject1.bin"/><Relationship Id="rId1" Type="http://schemas.openxmlformats.org/officeDocument/2006/relationships/slideLayout" Target="../slideLayouts/slideLayout2.xml"/><Relationship Id="rId6" Type="http://schemas.openxmlformats.org/officeDocument/2006/relationships/oleObject" Target="../embeddings/oleObject3.bin"/><Relationship Id="rId5" Type="http://schemas.openxmlformats.org/officeDocument/2006/relationships/image" Target="../media/image2.wmf"/><Relationship Id="rId4" Type="http://schemas.openxmlformats.org/officeDocument/2006/relationships/oleObject" Target="../embeddings/oleObject2.bin"/></Relationships>
</file>

<file path=ppt/slides/_rels/slide8.xml.rels><?xml version="1.0" encoding="UTF-8" standalone="yes"?>
<Relationships xmlns="http://schemas.openxmlformats.org/package/2006/relationships"><Relationship Id="rId8" Type="http://schemas.openxmlformats.org/officeDocument/2006/relationships/oleObject" Target="../embeddings/oleObject7.bin"/><Relationship Id="rId3" Type="http://schemas.openxmlformats.org/officeDocument/2006/relationships/image" Target="../media/image4.wmf"/><Relationship Id="rId7" Type="http://schemas.openxmlformats.org/officeDocument/2006/relationships/image" Target="../media/image6.wmf"/><Relationship Id="rId2" Type="http://schemas.openxmlformats.org/officeDocument/2006/relationships/oleObject" Target="../embeddings/oleObject4.bin"/><Relationship Id="rId1" Type="http://schemas.openxmlformats.org/officeDocument/2006/relationships/slideLayout" Target="../slideLayouts/slideLayout2.xml"/><Relationship Id="rId6" Type="http://schemas.openxmlformats.org/officeDocument/2006/relationships/oleObject" Target="../embeddings/oleObject6.bin"/><Relationship Id="rId5" Type="http://schemas.openxmlformats.org/officeDocument/2006/relationships/image" Target="../media/image5.wmf"/><Relationship Id="rId4" Type="http://schemas.openxmlformats.org/officeDocument/2006/relationships/oleObject" Target="../embeddings/oleObject5.bin"/><Relationship Id="rId9" Type="http://schemas.openxmlformats.org/officeDocument/2006/relationships/image" Target="../media/image7.wmf"/></Relationships>
</file>

<file path=ppt/slides/_rels/slide9.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oleObject" Target="../embeddings/oleObject8.bin"/><Relationship Id="rId1" Type="http://schemas.openxmlformats.org/officeDocument/2006/relationships/slideLayout" Target="../slideLayouts/slideLayout2.xml"/><Relationship Id="rId5" Type="http://schemas.openxmlformats.org/officeDocument/2006/relationships/image" Target="../media/image9.wmf"/><Relationship Id="rId4" Type="http://schemas.openxmlformats.org/officeDocument/2006/relationships/oleObject" Target="../embeddings/oleObject9.bin"/></Relationships>
</file>

<file path=ppt/slides/_rels/slide10.xml.rels><?xml version="1.0" encoding="UTF-8" standalone="yes"?>
<Relationships xmlns="http://schemas.openxmlformats.org/package/2006/relationships"><Relationship Id="rId8" Type="http://schemas.openxmlformats.org/officeDocument/2006/relationships/oleObject" Target="../embeddings/oleObject13.bin"/><Relationship Id="rId3" Type="http://schemas.openxmlformats.org/officeDocument/2006/relationships/image" Target="../media/image10.wmf"/><Relationship Id="rId7" Type="http://schemas.openxmlformats.org/officeDocument/2006/relationships/image" Target="../media/image12.wmf"/><Relationship Id="rId2" Type="http://schemas.openxmlformats.org/officeDocument/2006/relationships/oleObject" Target="../embeddings/oleObject10.bin"/><Relationship Id="rId1" Type="http://schemas.openxmlformats.org/officeDocument/2006/relationships/slideLayout" Target="../slideLayouts/slideLayout4.xml"/><Relationship Id="rId6" Type="http://schemas.openxmlformats.org/officeDocument/2006/relationships/oleObject" Target="../embeddings/oleObject12.bin"/><Relationship Id="rId11" Type="http://schemas.openxmlformats.org/officeDocument/2006/relationships/image" Target="NULL"/><Relationship Id="rId5" Type="http://schemas.openxmlformats.org/officeDocument/2006/relationships/image" Target="../media/image11.wmf"/><Relationship Id="rId10" Type="http://schemas.openxmlformats.org/officeDocument/2006/relationships/oleObject" Target="../embeddings/oleObject14.bin"/><Relationship Id="rId4" Type="http://schemas.openxmlformats.org/officeDocument/2006/relationships/oleObject" Target="../embeddings/oleObject11.bin"/><Relationship Id="rId9" Type="http://schemas.openxmlformats.org/officeDocument/2006/relationships/image" Target="../media/image13.wmf"/></Relationships>
</file>

<file path=ppt/slides/_rels/slide11.xml.rels><?xml version="1.0" encoding="UTF-8" standalone="yes"?>
<Relationships xmlns="http://schemas.openxmlformats.org/package/2006/relationships"><Relationship Id="rId8" Type="http://schemas.openxmlformats.org/officeDocument/2006/relationships/oleObject" Target="../embeddings/oleObject18.bin"/><Relationship Id="rId3" Type="http://schemas.openxmlformats.org/officeDocument/2006/relationships/image" Target="../media/image14.wmf"/><Relationship Id="rId7" Type="http://schemas.openxmlformats.org/officeDocument/2006/relationships/image" Target="../media/image15.wmf"/><Relationship Id="rId2" Type="http://schemas.openxmlformats.org/officeDocument/2006/relationships/oleObject" Target="../embeddings/oleObject15.bin"/><Relationship Id="rId1" Type="http://schemas.openxmlformats.org/officeDocument/2006/relationships/slideLayout" Target="../slideLayouts/slideLayout4.xml"/><Relationship Id="rId6" Type="http://schemas.openxmlformats.org/officeDocument/2006/relationships/oleObject" Target="../embeddings/oleObject17.bin"/><Relationship Id="rId5" Type="http://schemas.openxmlformats.org/officeDocument/2006/relationships/image" Target="NULL"/><Relationship Id="rId4" Type="http://schemas.openxmlformats.org/officeDocument/2006/relationships/oleObject" Target="../embeddings/oleObject16.bin"/><Relationship Id="rId9" Type="http://schemas.openxmlformats.org/officeDocument/2006/relationships/image" Target="../media/image16.wmf"/></Relationships>
</file>

<file path=ppt/slides/_rels/slide12.xml.rels><?xml version="1.0" encoding="UTF-8" standalone="yes"?>
<Relationships xmlns="http://schemas.openxmlformats.org/package/2006/relationships"><Relationship Id="rId8" Type="http://schemas.openxmlformats.org/officeDocument/2006/relationships/oleObject" Target="../embeddings/oleObject22.bin"/><Relationship Id="rId3" Type="http://schemas.openxmlformats.org/officeDocument/2006/relationships/image" Target="../media/image17.wmf"/><Relationship Id="rId7" Type="http://schemas.openxmlformats.org/officeDocument/2006/relationships/image" Target="../media/image19.wmf"/><Relationship Id="rId2" Type="http://schemas.openxmlformats.org/officeDocument/2006/relationships/oleObject" Target="../embeddings/oleObject19.bin"/><Relationship Id="rId1" Type="http://schemas.openxmlformats.org/officeDocument/2006/relationships/slideLayout" Target="../slideLayouts/slideLayout4.xml"/><Relationship Id="rId6" Type="http://schemas.openxmlformats.org/officeDocument/2006/relationships/oleObject" Target="../embeddings/oleObject21.bin"/><Relationship Id="rId11" Type="http://schemas.openxmlformats.org/officeDocument/2006/relationships/image" Target="../media/image21.wmf"/><Relationship Id="rId5" Type="http://schemas.openxmlformats.org/officeDocument/2006/relationships/image" Target="../media/image18.wmf"/><Relationship Id="rId10" Type="http://schemas.openxmlformats.org/officeDocument/2006/relationships/oleObject" Target="../embeddings/oleObject23.bin"/><Relationship Id="rId4" Type="http://schemas.openxmlformats.org/officeDocument/2006/relationships/oleObject" Target="../embeddings/oleObject20.bin"/><Relationship Id="rId9" Type="http://schemas.openxmlformats.org/officeDocument/2006/relationships/image" Target="../media/image20.wmf"/></Relationships>
</file>

<file path=ppt/slides/_rels/slide13.xml.rels><?xml version="1.0" encoding="UTF-8" standalone="yes"?>
<Relationships xmlns="http://schemas.openxmlformats.org/package/2006/relationships"><Relationship Id="rId8" Type="http://schemas.openxmlformats.org/officeDocument/2006/relationships/oleObject" Target="../embeddings/oleObject27.bin"/><Relationship Id="rId3" Type="http://schemas.openxmlformats.org/officeDocument/2006/relationships/image" Target="../media/image14.wmf"/><Relationship Id="rId7" Type="http://schemas.openxmlformats.org/officeDocument/2006/relationships/image" Target="../media/image22.wmf"/><Relationship Id="rId2" Type="http://schemas.openxmlformats.org/officeDocument/2006/relationships/oleObject" Target="../embeddings/oleObject24.bin"/><Relationship Id="rId1" Type="http://schemas.openxmlformats.org/officeDocument/2006/relationships/slideLayout" Target="../slideLayouts/slideLayout4.xml"/><Relationship Id="rId6" Type="http://schemas.openxmlformats.org/officeDocument/2006/relationships/oleObject" Target="../embeddings/oleObject26.bin"/><Relationship Id="rId5" Type="http://schemas.openxmlformats.org/officeDocument/2006/relationships/image" Target="../media/image21.wmf"/><Relationship Id="rId4" Type="http://schemas.openxmlformats.org/officeDocument/2006/relationships/oleObject" Target="../embeddings/oleObject25.bin"/><Relationship Id="rId9" Type="http://schemas.openxmlformats.org/officeDocument/2006/relationships/image" Target="../media/image23.wmf"/></Relationships>
</file>

<file path=ppt/slides/_rels/slide14.xml.rels><?xml version="1.0" encoding="UTF-8" standalone="yes"?>
<Relationships xmlns="http://schemas.openxmlformats.org/package/2006/relationships"><Relationship Id="rId3" Type="http://schemas.openxmlformats.org/officeDocument/2006/relationships/image" Target="../media/image24.wmf"/><Relationship Id="rId7" Type="http://schemas.openxmlformats.org/officeDocument/2006/relationships/image" Target="../media/image26.wmf"/><Relationship Id="rId2" Type="http://schemas.openxmlformats.org/officeDocument/2006/relationships/oleObject" Target="../embeddings/oleObject28.bin"/><Relationship Id="rId1" Type="http://schemas.openxmlformats.org/officeDocument/2006/relationships/slideLayout" Target="../slideLayouts/slideLayout4.xml"/><Relationship Id="rId6" Type="http://schemas.openxmlformats.org/officeDocument/2006/relationships/oleObject" Target="../embeddings/oleObject30.bin"/><Relationship Id="rId5" Type="http://schemas.openxmlformats.org/officeDocument/2006/relationships/image" Target="../media/image25.wmf"/><Relationship Id="rId4" Type="http://schemas.openxmlformats.org/officeDocument/2006/relationships/oleObject" Target="../embeddings/oleObject29.bin"/></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oleObject" Target="../embeddings/oleObject34.bin"/><Relationship Id="rId3" Type="http://schemas.openxmlformats.org/officeDocument/2006/relationships/image" Target="../media/image14.wmf"/><Relationship Id="rId7" Type="http://schemas.openxmlformats.org/officeDocument/2006/relationships/image" Target="../media/image28.wmf"/><Relationship Id="rId2" Type="http://schemas.openxmlformats.org/officeDocument/2006/relationships/oleObject" Target="../embeddings/oleObject31.bin"/><Relationship Id="rId1" Type="http://schemas.openxmlformats.org/officeDocument/2006/relationships/slideLayout" Target="../slideLayouts/slideLayout4.xml"/><Relationship Id="rId6" Type="http://schemas.openxmlformats.org/officeDocument/2006/relationships/oleObject" Target="../embeddings/oleObject33.bin"/><Relationship Id="rId5" Type="http://schemas.openxmlformats.org/officeDocument/2006/relationships/image" Target="../media/image27.wmf"/><Relationship Id="rId4" Type="http://schemas.openxmlformats.org/officeDocument/2006/relationships/oleObject" Target="../embeddings/oleObject32.bin"/><Relationship Id="rId9" Type="http://schemas.openxmlformats.org/officeDocument/2006/relationships/image" Target="../media/image29.wmf"/></Relationships>
</file>

<file path=ppt/slides/_rels/slide17.xml.rels><?xml version="1.0" encoding="UTF-8" standalone="yes"?>
<Relationships xmlns="http://schemas.openxmlformats.org/package/2006/relationships"><Relationship Id="rId3" Type="http://schemas.openxmlformats.org/officeDocument/2006/relationships/image" Target="../media/image30.wmf"/><Relationship Id="rId7" Type="http://schemas.openxmlformats.org/officeDocument/2006/relationships/image" Target="../media/image32.wmf"/><Relationship Id="rId2" Type="http://schemas.openxmlformats.org/officeDocument/2006/relationships/oleObject" Target="../embeddings/oleObject35.bin"/><Relationship Id="rId1" Type="http://schemas.openxmlformats.org/officeDocument/2006/relationships/slideLayout" Target="../slideLayouts/slideLayout2.xml"/><Relationship Id="rId6" Type="http://schemas.openxmlformats.org/officeDocument/2006/relationships/oleObject" Target="../embeddings/oleObject37.bin"/><Relationship Id="rId5" Type="http://schemas.openxmlformats.org/officeDocument/2006/relationships/image" Target="../media/image31.wmf"/><Relationship Id="rId4" Type="http://schemas.openxmlformats.org/officeDocument/2006/relationships/oleObject" Target="../embeddings/oleObject36.bin"/></Relationships>
</file>

<file path=ppt/slides/_rels/slide18.xml.rels><?xml version="1.0" encoding="UTF-8" standalone="yes"?>
<Relationships xmlns="http://schemas.openxmlformats.org/package/2006/relationships"><Relationship Id="rId3" Type="http://schemas.openxmlformats.org/officeDocument/2006/relationships/image" Target="../media/image33.wmf"/><Relationship Id="rId7" Type="http://schemas.openxmlformats.org/officeDocument/2006/relationships/image" Target="../media/image35.wmf"/><Relationship Id="rId2" Type="http://schemas.openxmlformats.org/officeDocument/2006/relationships/oleObject" Target="../embeddings/oleObject38.bin"/><Relationship Id="rId1" Type="http://schemas.openxmlformats.org/officeDocument/2006/relationships/slideLayout" Target="../slideLayouts/slideLayout2.xml"/><Relationship Id="rId6" Type="http://schemas.openxmlformats.org/officeDocument/2006/relationships/oleObject" Target="../embeddings/oleObject40.bin"/><Relationship Id="rId5" Type="http://schemas.openxmlformats.org/officeDocument/2006/relationships/image" Target="../media/image34.wmf"/><Relationship Id="rId4" Type="http://schemas.openxmlformats.org/officeDocument/2006/relationships/oleObject" Target="../embeddings/oleObject39.bin"/></Relationships>
</file>

<file path=ppt/slides/_rels/slide19.xml.rels><?xml version="1.0" encoding="UTF-8" standalone="yes"?>
<Relationships xmlns="http://schemas.openxmlformats.org/package/2006/relationships"><Relationship Id="rId3" Type="http://schemas.openxmlformats.org/officeDocument/2006/relationships/image" Target="../media/image36.wmf"/><Relationship Id="rId2" Type="http://schemas.openxmlformats.org/officeDocument/2006/relationships/oleObject" Target="../embeddings/oleObject41.bin"/><Relationship Id="rId1" Type="http://schemas.openxmlformats.org/officeDocument/2006/relationships/slideLayout" Target="../slideLayouts/slideLayout2.xml"/><Relationship Id="rId6" Type="http://schemas.openxmlformats.org/officeDocument/2006/relationships/image" Target="../media/image38.emf"/><Relationship Id="rId5" Type="http://schemas.openxmlformats.org/officeDocument/2006/relationships/image" Target="../media/image37.wmf"/><Relationship Id="rId4" Type="http://schemas.openxmlformats.org/officeDocument/2006/relationships/oleObject" Target="../embeddings/oleObject42.bin"/></Relationships>
</file>

<file path=ppt/slides/_rels/slide20.xml.rels><?xml version="1.0" encoding="UTF-8" standalone="yes"?>
<Relationships xmlns="http://schemas.openxmlformats.org/package/2006/relationships"><Relationship Id="rId3" Type="http://schemas.openxmlformats.org/officeDocument/2006/relationships/image" Target="../media/image39.wmf"/><Relationship Id="rId2" Type="http://schemas.openxmlformats.org/officeDocument/2006/relationships/oleObject" Target="../embeddings/oleObject43.bin"/><Relationship Id="rId1" Type="http://schemas.openxmlformats.org/officeDocument/2006/relationships/slideLayout" Target="../slideLayouts/slideLayout2.xml"/><Relationship Id="rId4" Type="http://schemas.openxmlformats.org/officeDocument/2006/relationships/image" Target="../media/image40.emf"/></Relationships>
</file>

<file path=ppt/slides/_rels/slide21.xml.rels><?xml version="1.0" encoding="UTF-8" standalone="yes"?>
<Relationships xmlns="http://schemas.openxmlformats.org/package/2006/relationships"><Relationship Id="rId3" Type="http://schemas.openxmlformats.org/officeDocument/2006/relationships/oleObject" Target="../embeddings/oleObject44.bin"/><Relationship Id="rId2" Type="http://schemas.openxmlformats.org/officeDocument/2006/relationships/image" Target="../media/image41.emf"/><Relationship Id="rId1" Type="http://schemas.openxmlformats.org/officeDocument/2006/relationships/slideLayout" Target="../slideLayouts/slideLayout2.xml"/><Relationship Id="rId4" Type="http://schemas.openxmlformats.org/officeDocument/2006/relationships/image" Target="../media/image42.wmf"/></Relationships>
</file>

<file path=ppt/slides/_rels/slide22.xml.rels><?xml version="1.0" encoding="UTF-8" standalone="yes"?>
<Relationships xmlns="http://schemas.openxmlformats.org/package/2006/relationships"><Relationship Id="rId8" Type="http://schemas.openxmlformats.org/officeDocument/2006/relationships/oleObject" Target="../embeddings/oleObject48.bin"/><Relationship Id="rId3" Type="http://schemas.openxmlformats.org/officeDocument/2006/relationships/image" Target="../media/image43.wmf"/><Relationship Id="rId7" Type="http://schemas.openxmlformats.org/officeDocument/2006/relationships/image" Target="../media/image45.wmf"/><Relationship Id="rId2" Type="http://schemas.openxmlformats.org/officeDocument/2006/relationships/oleObject" Target="../embeddings/oleObject45.bin"/><Relationship Id="rId1" Type="http://schemas.openxmlformats.org/officeDocument/2006/relationships/slideLayout" Target="../slideLayouts/slideLayout2.xml"/><Relationship Id="rId6" Type="http://schemas.openxmlformats.org/officeDocument/2006/relationships/oleObject" Target="../embeddings/oleObject47.bin"/><Relationship Id="rId11" Type="http://schemas.openxmlformats.org/officeDocument/2006/relationships/image" Target="../media/image47.wmf"/><Relationship Id="rId5" Type="http://schemas.openxmlformats.org/officeDocument/2006/relationships/image" Target="../media/image44.wmf"/><Relationship Id="rId10" Type="http://schemas.openxmlformats.org/officeDocument/2006/relationships/oleObject" Target="../embeddings/oleObject49.bin"/><Relationship Id="rId4" Type="http://schemas.openxmlformats.org/officeDocument/2006/relationships/oleObject" Target="../embeddings/oleObject46.bin"/><Relationship Id="rId9" Type="http://schemas.openxmlformats.org/officeDocument/2006/relationships/image" Target="../media/image46.wmf"/></Relationships>
</file>

<file path=ppt/slides/_rels/slide23.xml.rels><?xml version="1.0" encoding="UTF-8" standalone="yes"?>
<Relationships xmlns="http://schemas.openxmlformats.org/package/2006/relationships"><Relationship Id="rId3" Type="http://schemas.openxmlformats.org/officeDocument/2006/relationships/image" Target="../media/image48.wmf"/><Relationship Id="rId7" Type="http://schemas.openxmlformats.org/officeDocument/2006/relationships/image" Target="../media/image50.wmf"/><Relationship Id="rId2" Type="http://schemas.openxmlformats.org/officeDocument/2006/relationships/oleObject" Target="../embeddings/oleObject50.bin"/><Relationship Id="rId1" Type="http://schemas.openxmlformats.org/officeDocument/2006/relationships/slideLayout" Target="../slideLayouts/slideLayout2.xml"/><Relationship Id="rId6" Type="http://schemas.openxmlformats.org/officeDocument/2006/relationships/oleObject" Target="../embeddings/oleObject52.bin"/><Relationship Id="rId5" Type="http://schemas.openxmlformats.org/officeDocument/2006/relationships/image" Target="../media/image49.wmf"/><Relationship Id="rId4" Type="http://schemas.openxmlformats.org/officeDocument/2006/relationships/oleObject" Target="../embeddings/oleObject51.bin"/></Relationships>
</file>

<file path=ppt/slides/_rels/slide24.xml.rels><?xml version="1.0" encoding="UTF-8" standalone="yes"?>
<Relationships xmlns="http://schemas.openxmlformats.org/package/2006/relationships"><Relationship Id="rId8" Type="http://schemas.openxmlformats.org/officeDocument/2006/relationships/oleObject" Target="../embeddings/oleObject56.bin"/><Relationship Id="rId3" Type="http://schemas.openxmlformats.org/officeDocument/2006/relationships/image" Target="../media/image51.wmf"/><Relationship Id="rId7" Type="http://schemas.openxmlformats.org/officeDocument/2006/relationships/image" Target="../media/image53.wmf"/><Relationship Id="rId2" Type="http://schemas.openxmlformats.org/officeDocument/2006/relationships/oleObject" Target="../embeddings/oleObject53.bin"/><Relationship Id="rId1" Type="http://schemas.openxmlformats.org/officeDocument/2006/relationships/slideLayout" Target="../slideLayouts/slideLayout2.xml"/><Relationship Id="rId6" Type="http://schemas.openxmlformats.org/officeDocument/2006/relationships/oleObject" Target="../embeddings/oleObject55.bin"/><Relationship Id="rId11" Type="http://schemas.openxmlformats.org/officeDocument/2006/relationships/image" Target="../media/image55.wmf"/><Relationship Id="rId5" Type="http://schemas.openxmlformats.org/officeDocument/2006/relationships/image" Target="../media/image52.wmf"/><Relationship Id="rId10" Type="http://schemas.openxmlformats.org/officeDocument/2006/relationships/oleObject" Target="../embeddings/oleObject57.bin"/><Relationship Id="rId4" Type="http://schemas.openxmlformats.org/officeDocument/2006/relationships/oleObject" Target="../embeddings/oleObject54.bin"/><Relationship Id="rId9" Type="http://schemas.openxmlformats.org/officeDocument/2006/relationships/image" Target="../media/image54.wmf"/></Relationships>
</file>

<file path=ppt/slides/_rels/slide25.xml.rels><?xml version="1.0" encoding="UTF-8" standalone="yes"?>
<Relationships xmlns="http://schemas.openxmlformats.org/package/2006/relationships"><Relationship Id="rId3" Type="http://schemas.openxmlformats.org/officeDocument/2006/relationships/image" Target="../media/image56.wmf"/><Relationship Id="rId2" Type="http://schemas.openxmlformats.org/officeDocument/2006/relationships/oleObject" Target="../embeddings/oleObject58.bin"/><Relationship Id="rId1" Type="http://schemas.openxmlformats.org/officeDocument/2006/relationships/slideLayout" Target="../slideLayouts/slideLayout2.xml"/><Relationship Id="rId6" Type="http://schemas.openxmlformats.org/officeDocument/2006/relationships/image" Target="../media/image58.emf"/><Relationship Id="rId5" Type="http://schemas.openxmlformats.org/officeDocument/2006/relationships/image" Target="../media/image57.wmf"/><Relationship Id="rId4" Type="http://schemas.openxmlformats.org/officeDocument/2006/relationships/oleObject" Target="../embeddings/oleObject59.bin"/></Relationships>
</file>

<file path=ppt/slides/_rels/slide26.xml.rels><?xml version="1.0" encoding="UTF-8" standalone="yes"?>
<Relationships xmlns="http://schemas.openxmlformats.org/package/2006/relationships"><Relationship Id="rId3" Type="http://schemas.openxmlformats.org/officeDocument/2006/relationships/image" Target="../media/image59.wmf"/><Relationship Id="rId7" Type="http://schemas.openxmlformats.org/officeDocument/2006/relationships/image" Target="../media/image61.wmf"/><Relationship Id="rId2" Type="http://schemas.openxmlformats.org/officeDocument/2006/relationships/oleObject" Target="../embeddings/oleObject60.bin"/><Relationship Id="rId1" Type="http://schemas.openxmlformats.org/officeDocument/2006/relationships/slideLayout" Target="../slideLayouts/slideLayout2.xml"/><Relationship Id="rId6" Type="http://schemas.openxmlformats.org/officeDocument/2006/relationships/oleObject" Target="../embeddings/oleObject62.bin"/><Relationship Id="rId5" Type="http://schemas.openxmlformats.org/officeDocument/2006/relationships/image" Target="../media/image60.wmf"/><Relationship Id="rId4" Type="http://schemas.openxmlformats.org/officeDocument/2006/relationships/oleObject" Target="../embeddings/oleObject61.bin"/></Relationships>
</file>

<file path=ppt/slides/_rels/slide27.xml.rels><?xml version="1.0" encoding="UTF-8" standalone="yes"?>
<Relationships xmlns="http://schemas.openxmlformats.org/package/2006/relationships"><Relationship Id="rId2" Type="http://schemas.openxmlformats.org/officeDocument/2006/relationships/image" Target="../media/image62.emf"/><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63.emf"/><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3" Type="http://schemas.openxmlformats.org/officeDocument/2006/relationships/oleObject" Target="../embeddings/oleObject69.bin"/><Relationship Id="rId18" Type="http://schemas.openxmlformats.org/officeDocument/2006/relationships/image" Target="../media/image23.wmf"/><Relationship Id="rId26" Type="http://schemas.openxmlformats.org/officeDocument/2006/relationships/oleObject" Target="../embeddings/oleObject76.bin"/><Relationship Id="rId39" Type="http://schemas.openxmlformats.org/officeDocument/2006/relationships/image" Target="../media/image67.wmf"/><Relationship Id="rId21" Type="http://schemas.openxmlformats.org/officeDocument/2006/relationships/image" Target="../media/image27.wmf"/><Relationship Id="rId34" Type="http://schemas.openxmlformats.org/officeDocument/2006/relationships/oleObject" Target="../embeddings/oleObject80.bin"/><Relationship Id="rId42" Type="http://schemas.openxmlformats.org/officeDocument/2006/relationships/oleObject" Target="../embeddings/oleObject84.bin"/><Relationship Id="rId7" Type="http://schemas.openxmlformats.org/officeDocument/2006/relationships/image" Target="../media/image14.wmf"/><Relationship Id="rId2" Type="http://schemas.openxmlformats.org/officeDocument/2006/relationships/oleObject" Target="../embeddings/oleObject63.bin"/><Relationship Id="rId16" Type="http://schemas.openxmlformats.org/officeDocument/2006/relationships/image" Target="../media/image22.wmf"/><Relationship Id="rId20" Type="http://schemas.openxmlformats.org/officeDocument/2006/relationships/oleObject" Target="../embeddings/oleObject73.bin"/><Relationship Id="rId29" Type="http://schemas.openxmlformats.org/officeDocument/2006/relationships/image" Target="../media/image32.wmf"/><Relationship Id="rId41" Type="http://schemas.openxmlformats.org/officeDocument/2006/relationships/image" Target="../media/image68.wmf"/><Relationship Id="rId1" Type="http://schemas.openxmlformats.org/officeDocument/2006/relationships/slideLayout" Target="../slideLayouts/slideLayout2.xml"/><Relationship Id="rId6" Type="http://schemas.openxmlformats.org/officeDocument/2006/relationships/oleObject" Target="../embeddings/oleObject65.bin"/><Relationship Id="rId11" Type="http://schemas.openxmlformats.org/officeDocument/2006/relationships/image" Target="../media/image16.wmf"/><Relationship Id="rId24" Type="http://schemas.openxmlformats.org/officeDocument/2006/relationships/oleObject" Target="../embeddings/oleObject75.bin"/><Relationship Id="rId32" Type="http://schemas.openxmlformats.org/officeDocument/2006/relationships/oleObject" Target="../embeddings/oleObject79.bin"/><Relationship Id="rId37" Type="http://schemas.openxmlformats.org/officeDocument/2006/relationships/image" Target="../media/image66.wmf"/><Relationship Id="rId40" Type="http://schemas.openxmlformats.org/officeDocument/2006/relationships/oleObject" Target="../embeddings/oleObject83.bin"/><Relationship Id="rId5" Type="http://schemas.openxmlformats.org/officeDocument/2006/relationships/image" Target="NULL"/><Relationship Id="rId15" Type="http://schemas.openxmlformats.org/officeDocument/2006/relationships/oleObject" Target="../embeddings/oleObject70.bin"/><Relationship Id="rId23" Type="http://schemas.openxmlformats.org/officeDocument/2006/relationships/image" Target="../media/image28.wmf"/><Relationship Id="rId28" Type="http://schemas.openxmlformats.org/officeDocument/2006/relationships/oleObject" Target="../embeddings/oleObject77.bin"/><Relationship Id="rId36" Type="http://schemas.openxmlformats.org/officeDocument/2006/relationships/oleObject" Target="../embeddings/oleObject81.bin"/><Relationship Id="rId10" Type="http://schemas.openxmlformats.org/officeDocument/2006/relationships/oleObject" Target="../embeddings/oleObject67.bin"/><Relationship Id="rId19" Type="http://schemas.openxmlformats.org/officeDocument/2006/relationships/oleObject" Target="../embeddings/oleObject72.bin"/><Relationship Id="rId31" Type="http://schemas.openxmlformats.org/officeDocument/2006/relationships/image" Target="../media/image33.wmf"/><Relationship Id="rId4" Type="http://schemas.openxmlformats.org/officeDocument/2006/relationships/oleObject" Target="../embeddings/oleObject64.bin"/><Relationship Id="rId9" Type="http://schemas.openxmlformats.org/officeDocument/2006/relationships/image" Target="../media/image15.wmf"/><Relationship Id="rId14" Type="http://schemas.openxmlformats.org/officeDocument/2006/relationships/image" Target="../media/image21.wmf"/><Relationship Id="rId22" Type="http://schemas.openxmlformats.org/officeDocument/2006/relationships/oleObject" Target="../embeddings/oleObject74.bin"/><Relationship Id="rId27" Type="http://schemas.openxmlformats.org/officeDocument/2006/relationships/image" Target="../media/image30.wmf"/><Relationship Id="rId30" Type="http://schemas.openxmlformats.org/officeDocument/2006/relationships/oleObject" Target="../embeddings/oleObject78.bin"/><Relationship Id="rId35" Type="http://schemas.openxmlformats.org/officeDocument/2006/relationships/image" Target="../media/image65.wmf"/><Relationship Id="rId43" Type="http://schemas.openxmlformats.org/officeDocument/2006/relationships/image" Target="../media/image69.wmf"/><Relationship Id="rId8" Type="http://schemas.openxmlformats.org/officeDocument/2006/relationships/oleObject" Target="../embeddings/oleObject66.bin"/><Relationship Id="rId3" Type="http://schemas.openxmlformats.org/officeDocument/2006/relationships/image" Target="../media/image10.wmf"/><Relationship Id="rId12" Type="http://schemas.openxmlformats.org/officeDocument/2006/relationships/oleObject" Target="../embeddings/oleObject68.bin"/><Relationship Id="rId17" Type="http://schemas.openxmlformats.org/officeDocument/2006/relationships/oleObject" Target="../embeddings/oleObject71.bin"/><Relationship Id="rId25" Type="http://schemas.openxmlformats.org/officeDocument/2006/relationships/image" Target="../media/image29.wmf"/><Relationship Id="rId33" Type="http://schemas.openxmlformats.org/officeDocument/2006/relationships/image" Target="../media/image64.wmf"/><Relationship Id="rId38" Type="http://schemas.openxmlformats.org/officeDocument/2006/relationships/oleObject" Target="../embeddings/oleObject82.bin"/></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71.emf"/><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72.wmf"/><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72.wmf"/><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72.wmf"/><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72.wmf"/><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74.wmf"/><Relationship Id="rId2" Type="http://schemas.openxmlformats.org/officeDocument/2006/relationships/oleObject" Target="../embeddings/oleObject85.bin"/><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75.emf"/><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76.jpe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77.wmf"/><Relationship Id="rId2" Type="http://schemas.openxmlformats.org/officeDocument/2006/relationships/oleObject" Target="../embeddings/oleObject86.bin"/><Relationship Id="rId1" Type="http://schemas.openxmlformats.org/officeDocument/2006/relationships/slideLayout" Target="../slideLayouts/slideLayout2.xml"/><Relationship Id="rId6" Type="http://schemas.openxmlformats.org/officeDocument/2006/relationships/image" Target="../media/image79.wmf"/><Relationship Id="rId5" Type="http://schemas.openxmlformats.org/officeDocument/2006/relationships/oleObject" Target="../embeddings/oleObject87.bin"/><Relationship Id="rId4" Type="http://schemas.openxmlformats.org/officeDocument/2006/relationships/image" Target="../media/image78.emf"/></Relationships>
</file>

<file path=ppt/slides/_rels/slide58.xml.rels><?xml version="1.0" encoding="UTF-8" standalone="yes"?>
<Relationships xmlns="http://schemas.openxmlformats.org/package/2006/relationships"><Relationship Id="rId2" Type="http://schemas.openxmlformats.org/officeDocument/2006/relationships/image" Target="../media/image80.emf"/><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emf"/><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emf"/><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83.emf"/><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83.emf"/><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84.emf"/><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84.emf"/><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58885-2259-45B4-FFC3-FACBF33DAA8A}"/>
              </a:ext>
            </a:extLst>
          </p:cNvPr>
          <p:cNvSpPr>
            <a:spLocks noGrp="1"/>
          </p:cNvSpPr>
          <p:nvPr>
            <p:ph type="ctrTitle"/>
          </p:nvPr>
        </p:nvSpPr>
        <p:spPr/>
        <p:txBody>
          <a:bodyPr/>
          <a:lstStyle/>
          <a:p>
            <a:r>
              <a:rPr lang="en-US" dirty="0"/>
              <a:t>Lecture 31</a:t>
            </a:r>
          </a:p>
        </p:txBody>
      </p:sp>
      <p:sp>
        <p:nvSpPr>
          <p:cNvPr id="3" name="Subtitle 2">
            <a:extLst>
              <a:ext uri="{FF2B5EF4-FFF2-40B4-BE49-F238E27FC236}">
                <a16:creationId xmlns:a16="http://schemas.microsoft.com/office/drawing/2014/main" id="{D8A72D54-C807-DDA7-40F4-49AF9202CD66}"/>
              </a:ext>
            </a:extLst>
          </p:cNvPr>
          <p:cNvSpPr>
            <a:spLocks noGrp="1"/>
          </p:cNvSpPr>
          <p:nvPr>
            <p:ph type="subTitle" idx="1"/>
          </p:nvPr>
        </p:nvSpPr>
        <p:spPr/>
        <p:txBody>
          <a:bodyPr/>
          <a:lstStyle/>
          <a:p>
            <a:r>
              <a:rPr lang="en-US" dirty="0"/>
              <a:t>Damping and Resonance and Waves</a:t>
            </a:r>
          </a:p>
        </p:txBody>
      </p:sp>
    </p:spTree>
    <p:extLst>
      <p:ext uri="{BB962C8B-B14F-4D97-AF65-F5344CB8AC3E}">
        <p14:creationId xmlns:p14="http://schemas.microsoft.com/office/powerpoint/2010/main" val="9449033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970" name="Rectangle 2"/>
          <p:cNvSpPr>
            <a:spLocks noGrp="1" noChangeArrowheads="1"/>
          </p:cNvSpPr>
          <p:nvPr>
            <p:ph type="title"/>
          </p:nvPr>
        </p:nvSpPr>
        <p:spPr/>
        <p:txBody>
          <a:bodyPr/>
          <a:lstStyle/>
          <a:p>
            <a:r>
              <a:rPr lang="en-US"/>
              <a:t>Trigonometry</a:t>
            </a:r>
          </a:p>
        </p:txBody>
      </p:sp>
      <p:sp>
        <p:nvSpPr>
          <p:cNvPr id="211971" name="Rectangle 3"/>
          <p:cNvSpPr>
            <a:spLocks noGrp="1" noChangeArrowheads="1"/>
          </p:cNvSpPr>
          <p:nvPr>
            <p:ph type="body" idx="1"/>
          </p:nvPr>
        </p:nvSpPr>
        <p:spPr>
          <a:xfrm>
            <a:off x="457200" y="1600200"/>
            <a:ext cx="3470275" cy="4525963"/>
          </a:xfrm>
        </p:spPr>
        <p:txBody>
          <a:bodyPr/>
          <a:lstStyle/>
          <a:p>
            <a:r>
              <a:rPr lang="en-US"/>
              <a:t>Remember defining trig functions on a unit circle?</a:t>
            </a:r>
          </a:p>
        </p:txBody>
      </p:sp>
      <p:grpSp>
        <p:nvGrpSpPr>
          <p:cNvPr id="2" name="Group 4"/>
          <p:cNvGrpSpPr>
            <a:grpSpLocks/>
          </p:cNvGrpSpPr>
          <p:nvPr/>
        </p:nvGrpSpPr>
        <p:grpSpPr bwMode="auto">
          <a:xfrm>
            <a:off x="4114800" y="1447800"/>
            <a:ext cx="4422775" cy="4495800"/>
            <a:chOff x="2592" y="912"/>
            <a:chExt cx="2786" cy="2832"/>
          </a:xfrm>
        </p:grpSpPr>
        <p:sp>
          <p:nvSpPr>
            <p:cNvPr id="211973" name="AutoShape 5"/>
            <p:cNvSpPr>
              <a:spLocks noChangeArrowheads="1"/>
            </p:cNvSpPr>
            <p:nvPr/>
          </p:nvSpPr>
          <p:spPr bwMode="auto">
            <a:xfrm flipH="1">
              <a:off x="3888" y="1824"/>
              <a:ext cx="720" cy="624"/>
            </a:xfrm>
            <a:prstGeom prst="rtTriangle">
              <a:avLst/>
            </a:prstGeom>
            <a:solidFill>
              <a:srgbClr val="FFFF99"/>
            </a:solidFill>
            <a:ln w="9525">
              <a:noFill/>
              <a:miter lim="800000"/>
              <a:headEnd/>
              <a:tailEnd/>
            </a:ln>
            <a:effectLst/>
          </p:spPr>
          <p:txBody>
            <a:bodyPr wrap="none" anchor="ctr"/>
            <a:lstStyle/>
            <a:p>
              <a:pPr algn="ctr"/>
              <a:endParaRPr lang="en-US"/>
            </a:p>
          </p:txBody>
        </p:sp>
        <p:grpSp>
          <p:nvGrpSpPr>
            <p:cNvPr id="3" name="Group 6"/>
            <p:cNvGrpSpPr>
              <a:grpSpLocks/>
            </p:cNvGrpSpPr>
            <p:nvPr/>
          </p:nvGrpSpPr>
          <p:grpSpPr bwMode="auto">
            <a:xfrm>
              <a:off x="2592" y="1152"/>
              <a:ext cx="2592" cy="2592"/>
              <a:chOff x="2592" y="1152"/>
              <a:chExt cx="2592" cy="2592"/>
            </a:xfrm>
          </p:grpSpPr>
          <p:sp>
            <p:nvSpPr>
              <p:cNvPr id="211975" name="Oval 7"/>
              <p:cNvSpPr>
                <a:spLocks noChangeArrowheads="1"/>
              </p:cNvSpPr>
              <p:nvPr/>
            </p:nvSpPr>
            <p:spPr bwMode="auto">
              <a:xfrm>
                <a:off x="2937" y="1488"/>
                <a:ext cx="1902" cy="1920"/>
              </a:xfrm>
              <a:prstGeom prst="ellipse">
                <a:avLst/>
              </a:prstGeom>
              <a:noFill/>
              <a:ln w="9525">
                <a:solidFill>
                  <a:schemeClr val="tx1"/>
                </a:solidFill>
                <a:round/>
                <a:headEnd/>
                <a:tailEnd/>
              </a:ln>
              <a:effectLst/>
            </p:spPr>
            <p:txBody>
              <a:bodyPr wrap="none" anchor="ctr"/>
              <a:lstStyle/>
              <a:p>
                <a:endParaRPr lang="en-US"/>
              </a:p>
            </p:txBody>
          </p:sp>
          <p:sp>
            <p:nvSpPr>
              <p:cNvPr id="211976" name="Line 8"/>
              <p:cNvSpPr>
                <a:spLocks noChangeShapeType="1"/>
              </p:cNvSpPr>
              <p:nvPr/>
            </p:nvSpPr>
            <p:spPr bwMode="auto">
              <a:xfrm>
                <a:off x="3888" y="1152"/>
                <a:ext cx="0" cy="2592"/>
              </a:xfrm>
              <a:prstGeom prst="line">
                <a:avLst/>
              </a:prstGeom>
              <a:noFill/>
              <a:ln w="9525">
                <a:solidFill>
                  <a:schemeClr val="tx1"/>
                </a:solidFill>
                <a:round/>
                <a:headEnd/>
                <a:tailEnd/>
              </a:ln>
              <a:effectLst/>
            </p:spPr>
            <p:txBody>
              <a:bodyPr/>
              <a:lstStyle/>
              <a:p>
                <a:endParaRPr lang="en-US"/>
              </a:p>
            </p:txBody>
          </p:sp>
          <p:sp>
            <p:nvSpPr>
              <p:cNvPr id="211977" name="Line 9"/>
              <p:cNvSpPr>
                <a:spLocks noChangeShapeType="1"/>
              </p:cNvSpPr>
              <p:nvPr/>
            </p:nvSpPr>
            <p:spPr bwMode="auto">
              <a:xfrm rot="-5400000">
                <a:off x="3888" y="1152"/>
                <a:ext cx="0" cy="2592"/>
              </a:xfrm>
              <a:prstGeom prst="line">
                <a:avLst/>
              </a:prstGeom>
              <a:noFill/>
              <a:ln w="9525">
                <a:solidFill>
                  <a:schemeClr val="tx1"/>
                </a:solidFill>
                <a:round/>
                <a:headEnd/>
                <a:tailEnd/>
              </a:ln>
              <a:effectLst/>
            </p:spPr>
            <p:txBody>
              <a:bodyPr/>
              <a:lstStyle/>
              <a:p>
                <a:endParaRPr lang="en-US"/>
              </a:p>
            </p:txBody>
          </p:sp>
        </p:grpSp>
        <p:sp>
          <p:nvSpPr>
            <p:cNvPr id="211978" name="Text Box 10"/>
            <p:cNvSpPr txBox="1">
              <a:spLocks noChangeArrowheads="1"/>
            </p:cNvSpPr>
            <p:nvPr/>
          </p:nvSpPr>
          <p:spPr bwMode="auto">
            <a:xfrm>
              <a:off x="3888" y="912"/>
              <a:ext cx="156" cy="231"/>
            </a:xfrm>
            <a:prstGeom prst="rect">
              <a:avLst/>
            </a:prstGeom>
            <a:noFill/>
            <a:ln w="9525">
              <a:noFill/>
              <a:miter lim="800000"/>
              <a:headEnd/>
              <a:tailEnd/>
            </a:ln>
            <a:effectLst/>
          </p:spPr>
          <p:txBody>
            <a:bodyPr wrap="none">
              <a:spAutoFit/>
            </a:bodyPr>
            <a:lstStyle/>
            <a:p>
              <a:r>
                <a:rPr lang="en-US" b="1">
                  <a:cs typeface="Arial" charset="0"/>
                </a:rPr>
                <a:t>ĵ</a:t>
              </a:r>
            </a:p>
          </p:txBody>
        </p:sp>
        <p:sp>
          <p:nvSpPr>
            <p:cNvPr id="211979" name="Text Box 11"/>
            <p:cNvSpPr txBox="1">
              <a:spLocks noChangeArrowheads="1"/>
            </p:cNvSpPr>
            <p:nvPr/>
          </p:nvSpPr>
          <p:spPr bwMode="auto">
            <a:xfrm>
              <a:off x="5222" y="2423"/>
              <a:ext cx="156" cy="231"/>
            </a:xfrm>
            <a:prstGeom prst="rect">
              <a:avLst/>
            </a:prstGeom>
            <a:noFill/>
            <a:ln w="9525">
              <a:noFill/>
              <a:miter lim="800000"/>
              <a:headEnd/>
              <a:tailEnd/>
            </a:ln>
            <a:effectLst/>
          </p:spPr>
          <p:txBody>
            <a:bodyPr wrap="none">
              <a:spAutoFit/>
            </a:bodyPr>
            <a:lstStyle/>
            <a:p>
              <a:r>
                <a:rPr lang="en-US" b="1"/>
                <a:t>î</a:t>
              </a:r>
            </a:p>
          </p:txBody>
        </p:sp>
        <p:sp>
          <p:nvSpPr>
            <p:cNvPr id="211980" name="Line 12"/>
            <p:cNvSpPr>
              <a:spLocks noChangeShapeType="1"/>
            </p:cNvSpPr>
            <p:nvPr/>
          </p:nvSpPr>
          <p:spPr bwMode="auto">
            <a:xfrm flipV="1">
              <a:off x="3888" y="1824"/>
              <a:ext cx="720" cy="624"/>
            </a:xfrm>
            <a:prstGeom prst="line">
              <a:avLst/>
            </a:prstGeom>
            <a:noFill/>
            <a:ln w="9525">
              <a:solidFill>
                <a:schemeClr val="tx1"/>
              </a:solidFill>
              <a:round/>
              <a:headEnd/>
              <a:tailEnd/>
            </a:ln>
            <a:effectLst/>
          </p:spPr>
          <p:txBody>
            <a:bodyPr/>
            <a:lstStyle/>
            <a:p>
              <a:endParaRPr lang="en-US"/>
            </a:p>
          </p:txBody>
        </p:sp>
        <p:sp>
          <p:nvSpPr>
            <p:cNvPr id="211981" name="Line 13"/>
            <p:cNvSpPr>
              <a:spLocks noChangeShapeType="1"/>
            </p:cNvSpPr>
            <p:nvPr/>
          </p:nvSpPr>
          <p:spPr bwMode="auto">
            <a:xfrm>
              <a:off x="4608" y="1824"/>
              <a:ext cx="0" cy="624"/>
            </a:xfrm>
            <a:prstGeom prst="line">
              <a:avLst/>
            </a:prstGeom>
            <a:noFill/>
            <a:ln w="9525">
              <a:solidFill>
                <a:schemeClr val="tx1"/>
              </a:solidFill>
              <a:prstDash val="dash"/>
              <a:round/>
              <a:headEnd/>
              <a:tailEnd/>
            </a:ln>
            <a:effectLst/>
          </p:spPr>
          <p:txBody>
            <a:bodyPr/>
            <a:lstStyle/>
            <a:p>
              <a:endParaRPr lang="en-US"/>
            </a:p>
          </p:txBody>
        </p:sp>
        <p:sp>
          <p:nvSpPr>
            <p:cNvPr id="211982" name="Arc 14"/>
            <p:cNvSpPr>
              <a:spLocks/>
            </p:cNvSpPr>
            <p:nvPr/>
          </p:nvSpPr>
          <p:spPr bwMode="auto">
            <a:xfrm>
              <a:off x="4080" y="2208"/>
              <a:ext cx="144" cy="240"/>
            </a:xfrm>
            <a:custGeom>
              <a:avLst/>
              <a:gdLst>
                <a:gd name="G0" fmla="+- 0 0 0"/>
                <a:gd name="G1" fmla="+- 18292 0 0"/>
                <a:gd name="G2" fmla="+- 21600 0 0"/>
                <a:gd name="T0" fmla="*/ 11487 w 21600"/>
                <a:gd name="T1" fmla="*/ 0 h 18292"/>
                <a:gd name="T2" fmla="*/ 21600 w 21600"/>
                <a:gd name="T3" fmla="*/ 18292 h 18292"/>
                <a:gd name="T4" fmla="*/ 0 w 21600"/>
                <a:gd name="T5" fmla="*/ 18292 h 18292"/>
              </a:gdLst>
              <a:ahLst/>
              <a:cxnLst>
                <a:cxn ang="0">
                  <a:pos x="T0" y="T1"/>
                </a:cxn>
                <a:cxn ang="0">
                  <a:pos x="T2" y="T3"/>
                </a:cxn>
                <a:cxn ang="0">
                  <a:pos x="T4" y="T5"/>
                </a:cxn>
              </a:cxnLst>
              <a:rect l="0" t="0" r="r" b="b"/>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a:effectLst/>
          </p:spPr>
          <p:txBody>
            <a:bodyPr wrap="none" anchor="ctr"/>
            <a:lstStyle/>
            <a:p>
              <a:endParaRPr lang="en-US"/>
            </a:p>
          </p:txBody>
        </p:sp>
        <p:sp>
          <p:nvSpPr>
            <p:cNvPr id="211983" name="Text Box 15"/>
            <p:cNvSpPr txBox="1">
              <a:spLocks noChangeArrowheads="1"/>
            </p:cNvSpPr>
            <p:nvPr/>
          </p:nvSpPr>
          <p:spPr bwMode="auto">
            <a:xfrm>
              <a:off x="4224" y="2160"/>
              <a:ext cx="191" cy="231"/>
            </a:xfrm>
            <a:prstGeom prst="rect">
              <a:avLst/>
            </a:prstGeom>
            <a:noFill/>
            <a:ln w="9525">
              <a:noFill/>
              <a:miter lim="800000"/>
              <a:headEnd/>
              <a:tailEnd/>
            </a:ln>
            <a:effectLst/>
          </p:spPr>
          <p:txBody>
            <a:bodyPr wrap="none">
              <a:spAutoFit/>
            </a:bodyPr>
            <a:lstStyle/>
            <a:p>
              <a:r>
                <a:rPr lang="en-US">
                  <a:sym typeface="Symbol" pitchFamily="18" charset="2"/>
                </a:rPr>
                <a:t></a:t>
              </a:r>
            </a:p>
          </p:txBody>
        </p:sp>
        <p:sp>
          <p:nvSpPr>
            <p:cNvPr id="211984" name="Text Box 16"/>
            <p:cNvSpPr txBox="1">
              <a:spLocks noChangeArrowheads="1"/>
            </p:cNvSpPr>
            <p:nvPr/>
          </p:nvSpPr>
          <p:spPr bwMode="auto">
            <a:xfrm>
              <a:off x="4166" y="2471"/>
              <a:ext cx="188" cy="231"/>
            </a:xfrm>
            <a:prstGeom prst="rect">
              <a:avLst/>
            </a:prstGeom>
            <a:noFill/>
            <a:ln w="9525">
              <a:noFill/>
              <a:miter lim="800000"/>
              <a:headEnd/>
              <a:tailEnd/>
            </a:ln>
            <a:effectLst/>
          </p:spPr>
          <p:txBody>
            <a:bodyPr wrap="none">
              <a:spAutoFit/>
            </a:bodyPr>
            <a:lstStyle/>
            <a:p>
              <a:r>
                <a:rPr lang="en-US"/>
                <a:t>x</a:t>
              </a:r>
            </a:p>
          </p:txBody>
        </p:sp>
        <p:sp>
          <p:nvSpPr>
            <p:cNvPr id="211985" name="Text Box 17"/>
            <p:cNvSpPr txBox="1">
              <a:spLocks noChangeArrowheads="1"/>
            </p:cNvSpPr>
            <p:nvPr/>
          </p:nvSpPr>
          <p:spPr bwMode="auto">
            <a:xfrm>
              <a:off x="3696" y="1920"/>
              <a:ext cx="188" cy="231"/>
            </a:xfrm>
            <a:prstGeom prst="rect">
              <a:avLst/>
            </a:prstGeom>
            <a:noFill/>
            <a:ln w="9525">
              <a:noFill/>
              <a:miter lim="800000"/>
              <a:headEnd/>
              <a:tailEnd/>
            </a:ln>
            <a:effectLst/>
          </p:spPr>
          <p:txBody>
            <a:bodyPr wrap="none">
              <a:spAutoFit/>
            </a:bodyPr>
            <a:lstStyle/>
            <a:p>
              <a:r>
                <a:rPr lang="en-US"/>
                <a:t>y</a:t>
              </a:r>
            </a:p>
          </p:txBody>
        </p:sp>
        <p:sp>
          <p:nvSpPr>
            <p:cNvPr id="211986" name="Line 18"/>
            <p:cNvSpPr>
              <a:spLocks noChangeShapeType="1"/>
            </p:cNvSpPr>
            <p:nvPr/>
          </p:nvSpPr>
          <p:spPr bwMode="auto">
            <a:xfrm flipH="1">
              <a:off x="3888" y="1824"/>
              <a:ext cx="720" cy="0"/>
            </a:xfrm>
            <a:prstGeom prst="line">
              <a:avLst/>
            </a:prstGeom>
            <a:noFill/>
            <a:ln w="9525">
              <a:solidFill>
                <a:schemeClr val="tx1"/>
              </a:solidFill>
              <a:prstDash val="dash"/>
              <a:round/>
              <a:headEnd/>
              <a:tailEnd/>
            </a:ln>
            <a:effectLst/>
          </p:spPr>
          <p:txBody>
            <a:bodyPr/>
            <a:lstStyle/>
            <a:p>
              <a:endParaRPr lang="en-US"/>
            </a:p>
          </p:txBody>
        </p:sp>
        <p:sp>
          <p:nvSpPr>
            <p:cNvPr id="211987" name="Text Box 19"/>
            <p:cNvSpPr txBox="1">
              <a:spLocks noChangeArrowheads="1"/>
            </p:cNvSpPr>
            <p:nvPr/>
          </p:nvSpPr>
          <p:spPr bwMode="auto">
            <a:xfrm>
              <a:off x="4070" y="1943"/>
              <a:ext cx="196" cy="231"/>
            </a:xfrm>
            <a:prstGeom prst="rect">
              <a:avLst/>
            </a:prstGeom>
            <a:noFill/>
            <a:ln w="9525">
              <a:noFill/>
              <a:miter lim="800000"/>
              <a:headEnd/>
              <a:tailEnd/>
            </a:ln>
            <a:effectLst/>
          </p:spPr>
          <p:txBody>
            <a:bodyPr wrap="none">
              <a:spAutoFit/>
            </a:bodyPr>
            <a:lstStyle/>
            <a:p>
              <a:r>
                <a:rPr lang="en-US"/>
                <a:t>h</a:t>
              </a:r>
            </a:p>
          </p:txBody>
        </p:sp>
      </p:grpSp>
      <p:sp>
        <p:nvSpPr>
          <p:cNvPr id="211988" name="Text Box 20"/>
          <p:cNvSpPr txBox="1">
            <a:spLocks noChangeArrowheads="1"/>
          </p:cNvSpPr>
          <p:nvPr/>
        </p:nvSpPr>
        <p:spPr bwMode="auto">
          <a:xfrm>
            <a:off x="7324725" y="2562225"/>
            <a:ext cx="336550" cy="366713"/>
          </a:xfrm>
          <a:prstGeom prst="rect">
            <a:avLst/>
          </a:prstGeom>
          <a:noFill/>
          <a:ln w="9525">
            <a:noFill/>
            <a:miter lim="800000"/>
            <a:headEnd/>
            <a:tailEnd/>
          </a:ln>
          <a:effectLst/>
        </p:spPr>
        <p:txBody>
          <a:bodyPr wrap="none">
            <a:spAutoFit/>
          </a:bodyPr>
          <a:lstStyle/>
          <a:p>
            <a:r>
              <a:rPr lang="en-US"/>
              <a:t>P</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994" name="Rectangle 2"/>
          <p:cNvSpPr>
            <a:spLocks noGrp="1" noChangeArrowheads="1"/>
          </p:cNvSpPr>
          <p:nvPr>
            <p:ph type="title"/>
          </p:nvPr>
        </p:nvSpPr>
        <p:spPr/>
        <p:txBody>
          <a:bodyPr/>
          <a:lstStyle/>
          <a:p>
            <a:r>
              <a:rPr lang="en-US"/>
              <a:t>Trigonometry</a:t>
            </a:r>
          </a:p>
        </p:txBody>
      </p:sp>
      <p:sp>
        <p:nvSpPr>
          <p:cNvPr id="212995" name="Rectangle 3"/>
          <p:cNvSpPr>
            <a:spLocks noGrp="1" noChangeArrowheads="1"/>
          </p:cNvSpPr>
          <p:nvPr>
            <p:ph type="body" idx="1"/>
          </p:nvPr>
        </p:nvSpPr>
        <p:spPr>
          <a:xfrm>
            <a:off x="457200" y="1600200"/>
            <a:ext cx="3470275" cy="4525963"/>
          </a:xfrm>
        </p:spPr>
        <p:txBody>
          <a:bodyPr/>
          <a:lstStyle/>
          <a:p>
            <a:r>
              <a:rPr lang="en-US"/>
              <a:t>Suppose we define points along the x-axis (and let the circle have radius h)</a:t>
            </a:r>
          </a:p>
        </p:txBody>
      </p:sp>
      <p:sp>
        <p:nvSpPr>
          <p:cNvPr id="212996" name="AutoShape 4"/>
          <p:cNvSpPr>
            <a:spLocks noChangeArrowheads="1"/>
          </p:cNvSpPr>
          <p:nvPr/>
        </p:nvSpPr>
        <p:spPr bwMode="auto">
          <a:xfrm flipH="1">
            <a:off x="6172200" y="2895600"/>
            <a:ext cx="1143000" cy="990600"/>
          </a:xfrm>
          <a:prstGeom prst="rtTriangle">
            <a:avLst/>
          </a:prstGeom>
          <a:solidFill>
            <a:srgbClr val="FFFF99"/>
          </a:solidFill>
          <a:ln w="9525">
            <a:noFill/>
            <a:miter lim="800000"/>
            <a:headEnd/>
            <a:tailEnd/>
          </a:ln>
          <a:effectLst/>
        </p:spPr>
        <p:txBody>
          <a:bodyPr wrap="none" anchor="ctr"/>
          <a:lstStyle/>
          <a:p>
            <a:pPr algn="ctr"/>
            <a:endParaRPr lang="en-US"/>
          </a:p>
        </p:txBody>
      </p:sp>
      <p:grpSp>
        <p:nvGrpSpPr>
          <p:cNvPr id="2" name="Group 5"/>
          <p:cNvGrpSpPr>
            <a:grpSpLocks/>
          </p:cNvGrpSpPr>
          <p:nvPr/>
        </p:nvGrpSpPr>
        <p:grpSpPr bwMode="auto">
          <a:xfrm>
            <a:off x="4114800" y="1828800"/>
            <a:ext cx="4114800" cy="4114800"/>
            <a:chOff x="2592" y="1152"/>
            <a:chExt cx="2592" cy="2592"/>
          </a:xfrm>
        </p:grpSpPr>
        <p:sp>
          <p:nvSpPr>
            <p:cNvPr id="212998" name="Oval 6"/>
            <p:cNvSpPr>
              <a:spLocks noChangeArrowheads="1"/>
            </p:cNvSpPr>
            <p:nvPr/>
          </p:nvSpPr>
          <p:spPr bwMode="auto">
            <a:xfrm>
              <a:off x="2937" y="1488"/>
              <a:ext cx="1902" cy="1920"/>
            </a:xfrm>
            <a:prstGeom prst="ellipse">
              <a:avLst/>
            </a:prstGeom>
            <a:noFill/>
            <a:ln w="9525">
              <a:solidFill>
                <a:schemeClr val="tx1"/>
              </a:solidFill>
              <a:round/>
              <a:headEnd/>
              <a:tailEnd/>
            </a:ln>
            <a:effectLst/>
          </p:spPr>
          <p:txBody>
            <a:bodyPr wrap="none" anchor="ctr"/>
            <a:lstStyle/>
            <a:p>
              <a:endParaRPr lang="en-US"/>
            </a:p>
          </p:txBody>
        </p:sp>
        <p:sp>
          <p:nvSpPr>
            <p:cNvPr id="212999" name="Line 7"/>
            <p:cNvSpPr>
              <a:spLocks noChangeShapeType="1"/>
            </p:cNvSpPr>
            <p:nvPr/>
          </p:nvSpPr>
          <p:spPr bwMode="auto">
            <a:xfrm>
              <a:off x="3888" y="1152"/>
              <a:ext cx="0" cy="2592"/>
            </a:xfrm>
            <a:prstGeom prst="line">
              <a:avLst/>
            </a:prstGeom>
            <a:noFill/>
            <a:ln w="9525">
              <a:solidFill>
                <a:schemeClr val="tx1"/>
              </a:solidFill>
              <a:round/>
              <a:headEnd/>
              <a:tailEnd/>
            </a:ln>
            <a:effectLst/>
          </p:spPr>
          <p:txBody>
            <a:bodyPr/>
            <a:lstStyle/>
            <a:p>
              <a:endParaRPr lang="en-US"/>
            </a:p>
          </p:txBody>
        </p:sp>
        <p:sp>
          <p:nvSpPr>
            <p:cNvPr id="213000" name="Line 8"/>
            <p:cNvSpPr>
              <a:spLocks noChangeShapeType="1"/>
            </p:cNvSpPr>
            <p:nvPr/>
          </p:nvSpPr>
          <p:spPr bwMode="auto">
            <a:xfrm rot="-5400000">
              <a:off x="3888" y="1152"/>
              <a:ext cx="0" cy="2592"/>
            </a:xfrm>
            <a:prstGeom prst="line">
              <a:avLst/>
            </a:prstGeom>
            <a:noFill/>
            <a:ln w="9525">
              <a:solidFill>
                <a:schemeClr val="tx1"/>
              </a:solidFill>
              <a:round/>
              <a:headEnd/>
              <a:tailEnd/>
            </a:ln>
            <a:effectLst/>
          </p:spPr>
          <p:txBody>
            <a:bodyPr/>
            <a:lstStyle/>
            <a:p>
              <a:endParaRPr lang="en-US"/>
            </a:p>
          </p:txBody>
        </p:sp>
      </p:grpSp>
      <p:sp>
        <p:nvSpPr>
          <p:cNvPr id="213001" name="Text Box 9"/>
          <p:cNvSpPr txBox="1">
            <a:spLocks noChangeArrowheads="1"/>
          </p:cNvSpPr>
          <p:nvPr/>
        </p:nvSpPr>
        <p:spPr bwMode="auto">
          <a:xfrm>
            <a:off x="6172200" y="1447800"/>
            <a:ext cx="247650" cy="366713"/>
          </a:xfrm>
          <a:prstGeom prst="rect">
            <a:avLst/>
          </a:prstGeom>
          <a:noFill/>
          <a:ln w="9525">
            <a:noFill/>
            <a:miter lim="800000"/>
            <a:headEnd/>
            <a:tailEnd/>
          </a:ln>
          <a:effectLst/>
        </p:spPr>
        <p:txBody>
          <a:bodyPr wrap="none">
            <a:spAutoFit/>
          </a:bodyPr>
          <a:lstStyle/>
          <a:p>
            <a:r>
              <a:rPr lang="en-US" b="1">
                <a:cs typeface="Arial" charset="0"/>
              </a:rPr>
              <a:t>ĵ</a:t>
            </a:r>
          </a:p>
        </p:txBody>
      </p:sp>
      <p:sp>
        <p:nvSpPr>
          <p:cNvPr id="213002" name="Text Box 10"/>
          <p:cNvSpPr txBox="1">
            <a:spLocks noChangeArrowheads="1"/>
          </p:cNvSpPr>
          <p:nvPr/>
        </p:nvSpPr>
        <p:spPr bwMode="auto">
          <a:xfrm>
            <a:off x="8289925" y="3846513"/>
            <a:ext cx="247650" cy="366712"/>
          </a:xfrm>
          <a:prstGeom prst="rect">
            <a:avLst/>
          </a:prstGeom>
          <a:noFill/>
          <a:ln w="9525">
            <a:noFill/>
            <a:miter lim="800000"/>
            <a:headEnd/>
            <a:tailEnd/>
          </a:ln>
          <a:effectLst/>
        </p:spPr>
        <p:txBody>
          <a:bodyPr wrap="none">
            <a:spAutoFit/>
          </a:bodyPr>
          <a:lstStyle/>
          <a:p>
            <a:r>
              <a:rPr lang="en-US" b="1"/>
              <a:t>î</a:t>
            </a:r>
          </a:p>
        </p:txBody>
      </p:sp>
      <p:sp>
        <p:nvSpPr>
          <p:cNvPr id="213003" name="Line 11"/>
          <p:cNvSpPr>
            <a:spLocks noChangeShapeType="1"/>
          </p:cNvSpPr>
          <p:nvPr/>
        </p:nvSpPr>
        <p:spPr bwMode="auto">
          <a:xfrm flipV="1">
            <a:off x="6172200" y="2895600"/>
            <a:ext cx="1143000" cy="990600"/>
          </a:xfrm>
          <a:prstGeom prst="line">
            <a:avLst/>
          </a:prstGeom>
          <a:noFill/>
          <a:ln w="9525">
            <a:solidFill>
              <a:schemeClr val="tx1"/>
            </a:solidFill>
            <a:round/>
            <a:headEnd/>
            <a:tailEnd/>
          </a:ln>
          <a:effectLst/>
        </p:spPr>
        <p:txBody>
          <a:bodyPr/>
          <a:lstStyle/>
          <a:p>
            <a:endParaRPr lang="en-US"/>
          </a:p>
        </p:txBody>
      </p:sp>
      <p:sp>
        <p:nvSpPr>
          <p:cNvPr id="213004" name="Line 12"/>
          <p:cNvSpPr>
            <a:spLocks noChangeShapeType="1"/>
          </p:cNvSpPr>
          <p:nvPr/>
        </p:nvSpPr>
        <p:spPr bwMode="auto">
          <a:xfrm>
            <a:off x="7315200" y="2895600"/>
            <a:ext cx="0" cy="990600"/>
          </a:xfrm>
          <a:prstGeom prst="line">
            <a:avLst/>
          </a:prstGeom>
          <a:noFill/>
          <a:ln w="9525">
            <a:solidFill>
              <a:schemeClr val="tx1"/>
            </a:solidFill>
            <a:prstDash val="dash"/>
            <a:round/>
            <a:headEnd/>
            <a:tailEnd/>
          </a:ln>
          <a:effectLst/>
        </p:spPr>
        <p:txBody>
          <a:bodyPr/>
          <a:lstStyle/>
          <a:p>
            <a:endParaRPr lang="en-US"/>
          </a:p>
        </p:txBody>
      </p:sp>
      <p:sp>
        <p:nvSpPr>
          <p:cNvPr id="213005" name="Arc 13"/>
          <p:cNvSpPr>
            <a:spLocks/>
          </p:cNvSpPr>
          <p:nvPr/>
        </p:nvSpPr>
        <p:spPr bwMode="auto">
          <a:xfrm>
            <a:off x="6477000" y="3505200"/>
            <a:ext cx="228600" cy="381000"/>
          </a:xfrm>
          <a:custGeom>
            <a:avLst/>
            <a:gdLst>
              <a:gd name="G0" fmla="+- 0 0 0"/>
              <a:gd name="G1" fmla="+- 18292 0 0"/>
              <a:gd name="G2" fmla="+- 21600 0 0"/>
              <a:gd name="T0" fmla="*/ 11487 w 21600"/>
              <a:gd name="T1" fmla="*/ 0 h 18292"/>
              <a:gd name="T2" fmla="*/ 21600 w 21600"/>
              <a:gd name="T3" fmla="*/ 18292 h 18292"/>
              <a:gd name="T4" fmla="*/ 0 w 21600"/>
              <a:gd name="T5" fmla="*/ 18292 h 18292"/>
            </a:gdLst>
            <a:ahLst/>
            <a:cxnLst>
              <a:cxn ang="0">
                <a:pos x="T0" y="T1"/>
              </a:cxn>
              <a:cxn ang="0">
                <a:pos x="T2" y="T3"/>
              </a:cxn>
              <a:cxn ang="0">
                <a:pos x="T4" y="T5"/>
              </a:cxn>
            </a:cxnLst>
            <a:rect l="0" t="0" r="r" b="b"/>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a:effectLst/>
        </p:spPr>
        <p:txBody>
          <a:bodyPr wrap="none" anchor="ctr"/>
          <a:lstStyle/>
          <a:p>
            <a:endParaRPr lang="en-US"/>
          </a:p>
        </p:txBody>
      </p:sp>
      <p:sp>
        <p:nvSpPr>
          <p:cNvPr id="213006" name="Text Box 14"/>
          <p:cNvSpPr txBox="1">
            <a:spLocks noChangeArrowheads="1"/>
          </p:cNvSpPr>
          <p:nvPr/>
        </p:nvSpPr>
        <p:spPr bwMode="auto">
          <a:xfrm>
            <a:off x="6705600" y="3429000"/>
            <a:ext cx="303213" cy="366713"/>
          </a:xfrm>
          <a:prstGeom prst="rect">
            <a:avLst/>
          </a:prstGeom>
          <a:noFill/>
          <a:ln w="9525">
            <a:noFill/>
            <a:miter lim="800000"/>
            <a:headEnd/>
            <a:tailEnd/>
          </a:ln>
          <a:effectLst/>
        </p:spPr>
        <p:txBody>
          <a:bodyPr wrap="none">
            <a:spAutoFit/>
          </a:bodyPr>
          <a:lstStyle/>
          <a:p>
            <a:r>
              <a:rPr lang="en-US">
                <a:sym typeface="Symbol" pitchFamily="18" charset="2"/>
              </a:rPr>
              <a:t></a:t>
            </a:r>
          </a:p>
        </p:txBody>
      </p:sp>
      <p:sp>
        <p:nvSpPr>
          <p:cNvPr id="213007" name="Text Box 15"/>
          <p:cNvSpPr txBox="1">
            <a:spLocks noChangeArrowheads="1"/>
          </p:cNvSpPr>
          <p:nvPr/>
        </p:nvSpPr>
        <p:spPr bwMode="auto">
          <a:xfrm>
            <a:off x="6613525" y="3922713"/>
            <a:ext cx="298450" cy="366712"/>
          </a:xfrm>
          <a:prstGeom prst="rect">
            <a:avLst/>
          </a:prstGeom>
          <a:noFill/>
          <a:ln w="9525">
            <a:noFill/>
            <a:miter lim="800000"/>
            <a:headEnd/>
            <a:tailEnd/>
          </a:ln>
          <a:effectLst/>
        </p:spPr>
        <p:txBody>
          <a:bodyPr wrap="none">
            <a:spAutoFit/>
          </a:bodyPr>
          <a:lstStyle/>
          <a:p>
            <a:r>
              <a:rPr lang="en-US"/>
              <a:t>x</a:t>
            </a:r>
          </a:p>
        </p:txBody>
      </p:sp>
      <p:sp>
        <p:nvSpPr>
          <p:cNvPr id="213008" name="Text Box 16"/>
          <p:cNvSpPr txBox="1">
            <a:spLocks noChangeArrowheads="1"/>
          </p:cNvSpPr>
          <p:nvPr/>
        </p:nvSpPr>
        <p:spPr bwMode="auto">
          <a:xfrm>
            <a:off x="5867400" y="3048000"/>
            <a:ext cx="298450" cy="366713"/>
          </a:xfrm>
          <a:prstGeom prst="rect">
            <a:avLst/>
          </a:prstGeom>
          <a:noFill/>
          <a:ln w="9525">
            <a:noFill/>
            <a:miter lim="800000"/>
            <a:headEnd/>
            <a:tailEnd/>
          </a:ln>
          <a:effectLst/>
        </p:spPr>
        <p:txBody>
          <a:bodyPr wrap="none">
            <a:spAutoFit/>
          </a:bodyPr>
          <a:lstStyle/>
          <a:p>
            <a:r>
              <a:rPr lang="en-US"/>
              <a:t>y</a:t>
            </a:r>
          </a:p>
        </p:txBody>
      </p:sp>
      <p:sp>
        <p:nvSpPr>
          <p:cNvPr id="213009" name="Line 17"/>
          <p:cNvSpPr>
            <a:spLocks noChangeShapeType="1"/>
          </p:cNvSpPr>
          <p:nvPr/>
        </p:nvSpPr>
        <p:spPr bwMode="auto">
          <a:xfrm flipH="1">
            <a:off x="6172200" y="2895600"/>
            <a:ext cx="1143000" cy="0"/>
          </a:xfrm>
          <a:prstGeom prst="line">
            <a:avLst/>
          </a:prstGeom>
          <a:noFill/>
          <a:ln w="9525">
            <a:solidFill>
              <a:schemeClr val="tx1"/>
            </a:solidFill>
            <a:prstDash val="dash"/>
            <a:round/>
            <a:headEnd/>
            <a:tailEnd/>
          </a:ln>
          <a:effectLst/>
        </p:spPr>
        <p:txBody>
          <a:bodyPr/>
          <a:lstStyle/>
          <a:p>
            <a:endParaRPr lang="en-US"/>
          </a:p>
        </p:txBody>
      </p:sp>
      <p:sp>
        <p:nvSpPr>
          <p:cNvPr id="213010" name="Text Box 18"/>
          <p:cNvSpPr txBox="1">
            <a:spLocks noChangeArrowheads="1"/>
          </p:cNvSpPr>
          <p:nvPr/>
        </p:nvSpPr>
        <p:spPr bwMode="auto">
          <a:xfrm>
            <a:off x="6461125" y="3084513"/>
            <a:ext cx="311150" cy="366712"/>
          </a:xfrm>
          <a:prstGeom prst="rect">
            <a:avLst/>
          </a:prstGeom>
          <a:noFill/>
          <a:ln w="9525">
            <a:noFill/>
            <a:miter lim="800000"/>
            <a:headEnd/>
            <a:tailEnd/>
          </a:ln>
          <a:effectLst/>
        </p:spPr>
        <p:txBody>
          <a:bodyPr wrap="none">
            <a:spAutoFit/>
          </a:bodyPr>
          <a:lstStyle/>
          <a:p>
            <a:r>
              <a:rPr lang="en-US"/>
              <a:t>h</a:t>
            </a:r>
          </a:p>
        </p:txBody>
      </p:sp>
      <p:sp>
        <p:nvSpPr>
          <p:cNvPr id="213011" name="Text Box 19"/>
          <p:cNvSpPr txBox="1">
            <a:spLocks noChangeArrowheads="1"/>
          </p:cNvSpPr>
          <p:nvPr/>
        </p:nvSpPr>
        <p:spPr bwMode="auto">
          <a:xfrm>
            <a:off x="7324725" y="2562225"/>
            <a:ext cx="336550" cy="366713"/>
          </a:xfrm>
          <a:prstGeom prst="rect">
            <a:avLst/>
          </a:prstGeom>
          <a:noFill/>
          <a:ln w="9525">
            <a:noFill/>
            <a:miter lim="800000"/>
            <a:headEnd/>
            <a:tailEnd/>
          </a:ln>
          <a:effectLst/>
        </p:spPr>
        <p:txBody>
          <a:bodyPr wrap="none">
            <a:spAutoFit/>
          </a:bodyPr>
          <a:lstStyle/>
          <a:p>
            <a:r>
              <a:rPr lang="en-US"/>
              <a:t>P</a:t>
            </a:r>
          </a:p>
        </p:txBody>
      </p:sp>
      <p:sp>
        <p:nvSpPr>
          <p:cNvPr id="213012" name="Text Box 20"/>
          <p:cNvSpPr txBox="1">
            <a:spLocks noChangeArrowheads="1"/>
          </p:cNvSpPr>
          <p:nvPr/>
        </p:nvSpPr>
        <p:spPr bwMode="auto">
          <a:xfrm>
            <a:off x="7708900" y="3916363"/>
            <a:ext cx="585788" cy="366712"/>
          </a:xfrm>
          <a:prstGeom prst="rect">
            <a:avLst/>
          </a:prstGeom>
          <a:noFill/>
          <a:ln w="9525">
            <a:noFill/>
            <a:miter lim="800000"/>
            <a:headEnd/>
            <a:tailEnd/>
          </a:ln>
          <a:effectLst/>
        </p:spPr>
        <p:txBody>
          <a:bodyPr wrap="none">
            <a:spAutoFit/>
          </a:bodyPr>
          <a:lstStyle/>
          <a:p>
            <a:r>
              <a:rPr lang="en-US"/>
              <a:t>x</a:t>
            </a:r>
            <a:r>
              <a:rPr lang="en-US" baseline="-25000"/>
              <a:t>max</a:t>
            </a:r>
          </a:p>
        </p:txBody>
      </p:sp>
      <p:sp>
        <p:nvSpPr>
          <p:cNvPr id="213013" name="Text Box 21"/>
          <p:cNvSpPr txBox="1">
            <a:spLocks noChangeArrowheads="1"/>
          </p:cNvSpPr>
          <p:nvPr/>
        </p:nvSpPr>
        <p:spPr bwMode="auto">
          <a:xfrm>
            <a:off x="4000500" y="3951288"/>
            <a:ext cx="661988" cy="366712"/>
          </a:xfrm>
          <a:prstGeom prst="rect">
            <a:avLst/>
          </a:prstGeom>
          <a:noFill/>
          <a:ln w="9525">
            <a:noFill/>
            <a:miter lim="800000"/>
            <a:headEnd/>
            <a:tailEnd/>
          </a:ln>
          <a:effectLst/>
        </p:spPr>
        <p:txBody>
          <a:bodyPr wrap="none">
            <a:spAutoFit/>
          </a:bodyPr>
          <a:lstStyle/>
          <a:p>
            <a:r>
              <a:rPr lang="en-US"/>
              <a:t>-x</a:t>
            </a:r>
            <a:r>
              <a:rPr lang="en-US" baseline="-25000"/>
              <a:t>max</a:t>
            </a:r>
          </a:p>
        </p:txBody>
      </p:sp>
      <p:sp>
        <p:nvSpPr>
          <p:cNvPr id="213014" name="Line 22"/>
          <p:cNvSpPr>
            <a:spLocks noChangeShapeType="1"/>
          </p:cNvSpPr>
          <p:nvPr/>
        </p:nvSpPr>
        <p:spPr bwMode="auto">
          <a:xfrm>
            <a:off x="6183313" y="3962400"/>
            <a:ext cx="1089025" cy="0"/>
          </a:xfrm>
          <a:prstGeom prst="line">
            <a:avLst/>
          </a:prstGeom>
          <a:noFill/>
          <a:ln w="9525">
            <a:solidFill>
              <a:schemeClr val="tx1"/>
            </a:solidFill>
            <a:round/>
            <a:headEnd type="triangle" w="med" len="med"/>
            <a:tailEnd type="triangle" w="med" len="med"/>
          </a:ln>
          <a:effectLst/>
        </p:spPr>
        <p:txBody>
          <a:bodyPr/>
          <a:lstStyle/>
          <a:p>
            <a:endParaRPr lang="en-US"/>
          </a:p>
        </p:txBody>
      </p:sp>
      <p:sp>
        <p:nvSpPr>
          <p:cNvPr id="213015" name="Oval 23"/>
          <p:cNvSpPr>
            <a:spLocks noChangeArrowheads="1"/>
          </p:cNvSpPr>
          <p:nvPr/>
        </p:nvSpPr>
        <p:spPr bwMode="auto">
          <a:xfrm>
            <a:off x="4614863" y="3817938"/>
            <a:ext cx="88900" cy="88900"/>
          </a:xfrm>
          <a:prstGeom prst="ellipse">
            <a:avLst/>
          </a:prstGeom>
          <a:solidFill>
            <a:schemeClr val="tx1"/>
          </a:solidFill>
          <a:ln w="9525">
            <a:solidFill>
              <a:schemeClr val="tx1"/>
            </a:solidFill>
            <a:round/>
            <a:headEnd/>
            <a:tailEnd/>
          </a:ln>
          <a:effectLst/>
        </p:spPr>
        <p:txBody>
          <a:bodyPr wrap="none" anchor="ctr"/>
          <a:lstStyle/>
          <a:p>
            <a:endParaRPr lang="en-US"/>
          </a:p>
        </p:txBody>
      </p:sp>
      <p:sp>
        <p:nvSpPr>
          <p:cNvPr id="213016" name="Oval 24"/>
          <p:cNvSpPr>
            <a:spLocks noChangeArrowheads="1"/>
          </p:cNvSpPr>
          <p:nvPr/>
        </p:nvSpPr>
        <p:spPr bwMode="auto">
          <a:xfrm>
            <a:off x="7635875" y="3810000"/>
            <a:ext cx="88900" cy="88900"/>
          </a:xfrm>
          <a:prstGeom prst="ellipse">
            <a:avLst/>
          </a:prstGeom>
          <a:solidFill>
            <a:schemeClr val="tx1"/>
          </a:solidFill>
          <a:ln w="9525">
            <a:solidFill>
              <a:schemeClr val="tx1"/>
            </a:solidFill>
            <a:round/>
            <a:headEnd/>
            <a:tailEnd/>
          </a:ln>
          <a:effectLst/>
        </p:spPr>
        <p:txBody>
          <a:bodyPr wrap="none" anchor="ctr"/>
          <a:lstStyle/>
          <a:p>
            <a:endParaRPr lang="en-US"/>
          </a:p>
        </p:txBody>
      </p:sp>
      <p:sp>
        <p:nvSpPr>
          <p:cNvPr id="213017" name="Oval 25"/>
          <p:cNvSpPr>
            <a:spLocks noChangeArrowheads="1"/>
          </p:cNvSpPr>
          <p:nvPr/>
        </p:nvSpPr>
        <p:spPr bwMode="auto">
          <a:xfrm>
            <a:off x="7278688" y="2838450"/>
            <a:ext cx="88900" cy="88900"/>
          </a:xfrm>
          <a:prstGeom prst="ellipse">
            <a:avLst/>
          </a:prstGeom>
          <a:solidFill>
            <a:schemeClr val="tx1"/>
          </a:solidFill>
          <a:ln w="9525">
            <a:solidFill>
              <a:schemeClr val="tx1"/>
            </a:solidFill>
            <a:round/>
            <a:headEnd/>
            <a:tailEnd/>
          </a:ln>
          <a:effectLst/>
        </p:spPr>
        <p:txBody>
          <a:bodyPr wrap="none" anchor="ctr"/>
          <a:lstStyle/>
          <a:p>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018" name="Rectangle 2"/>
          <p:cNvSpPr>
            <a:spLocks noGrp="1" noChangeArrowheads="1"/>
          </p:cNvSpPr>
          <p:nvPr>
            <p:ph type="title"/>
          </p:nvPr>
        </p:nvSpPr>
        <p:spPr/>
        <p:txBody>
          <a:bodyPr/>
          <a:lstStyle/>
          <a:p>
            <a:r>
              <a:rPr lang="en-US"/>
              <a:t>Relationship to SHM</a:t>
            </a:r>
          </a:p>
        </p:txBody>
      </p:sp>
      <p:sp>
        <p:nvSpPr>
          <p:cNvPr id="214019" name="Rectangle 3"/>
          <p:cNvSpPr>
            <a:spLocks noGrp="1" noChangeArrowheads="1"/>
          </p:cNvSpPr>
          <p:nvPr>
            <p:ph type="body" idx="1"/>
          </p:nvPr>
        </p:nvSpPr>
        <p:spPr>
          <a:xfrm>
            <a:off x="457200" y="1600200"/>
            <a:ext cx="3470275" cy="4525963"/>
          </a:xfrm>
        </p:spPr>
        <p:txBody>
          <a:bodyPr/>
          <a:lstStyle/>
          <a:p>
            <a:r>
              <a:rPr lang="en-US"/>
              <a:t>The projection of the position of point P on the x axis displays SHM!</a:t>
            </a:r>
          </a:p>
        </p:txBody>
      </p:sp>
      <p:sp>
        <p:nvSpPr>
          <p:cNvPr id="214020" name="AutoShape 4"/>
          <p:cNvSpPr>
            <a:spLocks noChangeArrowheads="1"/>
          </p:cNvSpPr>
          <p:nvPr/>
        </p:nvSpPr>
        <p:spPr bwMode="auto">
          <a:xfrm flipH="1">
            <a:off x="6172200" y="2595563"/>
            <a:ext cx="1143000" cy="990600"/>
          </a:xfrm>
          <a:prstGeom prst="rtTriangle">
            <a:avLst/>
          </a:prstGeom>
          <a:solidFill>
            <a:srgbClr val="FFFF99"/>
          </a:solidFill>
          <a:ln w="9525">
            <a:noFill/>
            <a:miter lim="800000"/>
            <a:headEnd/>
            <a:tailEnd/>
          </a:ln>
          <a:effectLst/>
        </p:spPr>
        <p:txBody>
          <a:bodyPr wrap="none" anchor="ctr"/>
          <a:lstStyle/>
          <a:p>
            <a:pPr algn="ctr"/>
            <a:endParaRPr lang="en-US"/>
          </a:p>
        </p:txBody>
      </p:sp>
      <p:grpSp>
        <p:nvGrpSpPr>
          <p:cNvPr id="2" name="Group 5"/>
          <p:cNvGrpSpPr>
            <a:grpSpLocks/>
          </p:cNvGrpSpPr>
          <p:nvPr/>
        </p:nvGrpSpPr>
        <p:grpSpPr bwMode="auto">
          <a:xfrm>
            <a:off x="4114800" y="1528763"/>
            <a:ext cx="4114800" cy="4114800"/>
            <a:chOff x="2592" y="1152"/>
            <a:chExt cx="2592" cy="2592"/>
          </a:xfrm>
        </p:grpSpPr>
        <p:sp>
          <p:nvSpPr>
            <p:cNvPr id="214022" name="Oval 6"/>
            <p:cNvSpPr>
              <a:spLocks noChangeArrowheads="1"/>
            </p:cNvSpPr>
            <p:nvPr/>
          </p:nvSpPr>
          <p:spPr bwMode="auto">
            <a:xfrm>
              <a:off x="2937" y="1488"/>
              <a:ext cx="1902" cy="1920"/>
            </a:xfrm>
            <a:prstGeom prst="ellipse">
              <a:avLst/>
            </a:prstGeom>
            <a:noFill/>
            <a:ln w="9525">
              <a:solidFill>
                <a:schemeClr val="tx1"/>
              </a:solidFill>
              <a:round/>
              <a:headEnd/>
              <a:tailEnd/>
            </a:ln>
            <a:effectLst/>
          </p:spPr>
          <p:txBody>
            <a:bodyPr wrap="none" anchor="ctr"/>
            <a:lstStyle/>
            <a:p>
              <a:endParaRPr lang="en-US"/>
            </a:p>
          </p:txBody>
        </p:sp>
        <p:sp>
          <p:nvSpPr>
            <p:cNvPr id="214023" name="Line 7"/>
            <p:cNvSpPr>
              <a:spLocks noChangeShapeType="1"/>
            </p:cNvSpPr>
            <p:nvPr/>
          </p:nvSpPr>
          <p:spPr bwMode="auto">
            <a:xfrm>
              <a:off x="3888" y="1152"/>
              <a:ext cx="0" cy="2592"/>
            </a:xfrm>
            <a:prstGeom prst="line">
              <a:avLst/>
            </a:prstGeom>
            <a:noFill/>
            <a:ln w="9525">
              <a:solidFill>
                <a:schemeClr val="tx1"/>
              </a:solidFill>
              <a:round/>
              <a:headEnd/>
              <a:tailEnd/>
            </a:ln>
            <a:effectLst/>
          </p:spPr>
          <p:txBody>
            <a:bodyPr/>
            <a:lstStyle/>
            <a:p>
              <a:endParaRPr lang="en-US"/>
            </a:p>
          </p:txBody>
        </p:sp>
        <p:sp>
          <p:nvSpPr>
            <p:cNvPr id="214024" name="Line 8"/>
            <p:cNvSpPr>
              <a:spLocks noChangeShapeType="1"/>
            </p:cNvSpPr>
            <p:nvPr/>
          </p:nvSpPr>
          <p:spPr bwMode="auto">
            <a:xfrm rot="-5400000">
              <a:off x="3888" y="1152"/>
              <a:ext cx="0" cy="2592"/>
            </a:xfrm>
            <a:prstGeom prst="line">
              <a:avLst/>
            </a:prstGeom>
            <a:noFill/>
            <a:ln w="9525">
              <a:solidFill>
                <a:schemeClr val="tx1"/>
              </a:solidFill>
              <a:round/>
              <a:headEnd/>
              <a:tailEnd/>
            </a:ln>
            <a:effectLst/>
          </p:spPr>
          <p:txBody>
            <a:bodyPr/>
            <a:lstStyle/>
            <a:p>
              <a:endParaRPr lang="en-US"/>
            </a:p>
          </p:txBody>
        </p:sp>
      </p:grpSp>
      <p:sp>
        <p:nvSpPr>
          <p:cNvPr id="214025" name="Text Box 9"/>
          <p:cNvSpPr txBox="1">
            <a:spLocks noChangeArrowheads="1"/>
          </p:cNvSpPr>
          <p:nvPr/>
        </p:nvSpPr>
        <p:spPr bwMode="auto">
          <a:xfrm>
            <a:off x="6172200" y="1147763"/>
            <a:ext cx="247650" cy="366712"/>
          </a:xfrm>
          <a:prstGeom prst="rect">
            <a:avLst/>
          </a:prstGeom>
          <a:noFill/>
          <a:ln w="9525">
            <a:noFill/>
            <a:miter lim="800000"/>
            <a:headEnd/>
            <a:tailEnd/>
          </a:ln>
          <a:effectLst/>
        </p:spPr>
        <p:txBody>
          <a:bodyPr wrap="none">
            <a:spAutoFit/>
          </a:bodyPr>
          <a:lstStyle/>
          <a:p>
            <a:r>
              <a:rPr lang="en-US" b="1">
                <a:cs typeface="Arial" charset="0"/>
              </a:rPr>
              <a:t>ĵ</a:t>
            </a:r>
          </a:p>
        </p:txBody>
      </p:sp>
      <p:sp>
        <p:nvSpPr>
          <p:cNvPr id="214026" name="Text Box 10"/>
          <p:cNvSpPr txBox="1">
            <a:spLocks noChangeArrowheads="1"/>
          </p:cNvSpPr>
          <p:nvPr/>
        </p:nvSpPr>
        <p:spPr bwMode="auto">
          <a:xfrm>
            <a:off x="8289925" y="3546475"/>
            <a:ext cx="247650" cy="366713"/>
          </a:xfrm>
          <a:prstGeom prst="rect">
            <a:avLst/>
          </a:prstGeom>
          <a:noFill/>
          <a:ln w="9525">
            <a:noFill/>
            <a:miter lim="800000"/>
            <a:headEnd/>
            <a:tailEnd/>
          </a:ln>
          <a:effectLst/>
        </p:spPr>
        <p:txBody>
          <a:bodyPr wrap="none">
            <a:spAutoFit/>
          </a:bodyPr>
          <a:lstStyle/>
          <a:p>
            <a:r>
              <a:rPr lang="en-US" b="1"/>
              <a:t>î</a:t>
            </a:r>
          </a:p>
        </p:txBody>
      </p:sp>
      <p:sp>
        <p:nvSpPr>
          <p:cNvPr id="214027" name="Line 11"/>
          <p:cNvSpPr>
            <a:spLocks noChangeShapeType="1"/>
          </p:cNvSpPr>
          <p:nvPr/>
        </p:nvSpPr>
        <p:spPr bwMode="auto">
          <a:xfrm flipV="1">
            <a:off x="6172200" y="2595563"/>
            <a:ext cx="1143000" cy="990600"/>
          </a:xfrm>
          <a:prstGeom prst="line">
            <a:avLst/>
          </a:prstGeom>
          <a:noFill/>
          <a:ln w="9525">
            <a:solidFill>
              <a:schemeClr val="tx1"/>
            </a:solidFill>
            <a:round/>
            <a:headEnd/>
            <a:tailEnd/>
          </a:ln>
          <a:effectLst/>
        </p:spPr>
        <p:txBody>
          <a:bodyPr/>
          <a:lstStyle/>
          <a:p>
            <a:endParaRPr lang="en-US"/>
          </a:p>
        </p:txBody>
      </p:sp>
      <p:sp>
        <p:nvSpPr>
          <p:cNvPr id="214028" name="Line 12"/>
          <p:cNvSpPr>
            <a:spLocks noChangeShapeType="1"/>
          </p:cNvSpPr>
          <p:nvPr/>
        </p:nvSpPr>
        <p:spPr bwMode="auto">
          <a:xfrm>
            <a:off x="7315200" y="2595563"/>
            <a:ext cx="0" cy="990600"/>
          </a:xfrm>
          <a:prstGeom prst="line">
            <a:avLst/>
          </a:prstGeom>
          <a:noFill/>
          <a:ln w="9525">
            <a:solidFill>
              <a:schemeClr val="tx1"/>
            </a:solidFill>
            <a:prstDash val="dash"/>
            <a:round/>
            <a:headEnd/>
            <a:tailEnd/>
          </a:ln>
          <a:effectLst/>
        </p:spPr>
        <p:txBody>
          <a:bodyPr/>
          <a:lstStyle/>
          <a:p>
            <a:endParaRPr lang="en-US"/>
          </a:p>
        </p:txBody>
      </p:sp>
      <p:sp>
        <p:nvSpPr>
          <p:cNvPr id="214029" name="Arc 13"/>
          <p:cNvSpPr>
            <a:spLocks/>
          </p:cNvSpPr>
          <p:nvPr/>
        </p:nvSpPr>
        <p:spPr bwMode="auto">
          <a:xfrm>
            <a:off x="6477000" y="3205163"/>
            <a:ext cx="228600" cy="381000"/>
          </a:xfrm>
          <a:custGeom>
            <a:avLst/>
            <a:gdLst>
              <a:gd name="G0" fmla="+- 0 0 0"/>
              <a:gd name="G1" fmla="+- 18292 0 0"/>
              <a:gd name="G2" fmla="+- 21600 0 0"/>
              <a:gd name="T0" fmla="*/ 11487 w 21600"/>
              <a:gd name="T1" fmla="*/ 0 h 18292"/>
              <a:gd name="T2" fmla="*/ 21600 w 21600"/>
              <a:gd name="T3" fmla="*/ 18292 h 18292"/>
              <a:gd name="T4" fmla="*/ 0 w 21600"/>
              <a:gd name="T5" fmla="*/ 18292 h 18292"/>
            </a:gdLst>
            <a:ahLst/>
            <a:cxnLst>
              <a:cxn ang="0">
                <a:pos x="T0" y="T1"/>
              </a:cxn>
              <a:cxn ang="0">
                <a:pos x="T2" y="T3"/>
              </a:cxn>
              <a:cxn ang="0">
                <a:pos x="T4" y="T5"/>
              </a:cxn>
            </a:cxnLst>
            <a:rect l="0" t="0" r="r" b="b"/>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a:effectLst/>
        </p:spPr>
        <p:txBody>
          <a:bodyPr wrap="none" anchor="ctr"/>
          <a:lstStyle/>
          <a:p>
            <a:endParaRPr lang="en-US"/>
          </a:p>
        </p:txBody>
      </p:sp>
      <p:sp>
        <p:nvSpPr>
          <p:cNvPr id="214030" name="Text Box 14"/>
          <p:cNvSpPr txBox="1">
            <a:spLocks noChangeArrowheads="1"/>
          </p:cNvSpPr>
          <p:nvPr/>
        </p:nvSpPr>
        <p:spPr bwMode="auto">
          <a:xfrm>
            <a:off x="6705600" y="3128963"/>
            <a:ext cx="303213" cy="366712"/>
          </a:xfrm>
          <a:prstGeom prst="rect">
            <a:avLst/>
          </a:prstGeom>
          <a:noFill/>
          <a:ln w="9525">
            <a:noFill/>
            <a:miter lim="800000"/>
            <a:headEnd/>
            <a:tailEnd/>
          </a:ln>
          <a:effectLst/>
        </p:spPr>
        <p:txBody>
          <a:bodyPr wrap="none">
            <a:spAutoFit/>
          </a:bodyPr>
          <a:lstStyle/>
          <a:p>
            <a:r>
              <a:rPr lang="en-US">
                <a:sym typeface="Symbol" pitchFamily="18" charset="2"/>
              </a:rPr>
              <a:t></a:t>
            </a:r>
          </a:p>
        </p:txBody>
      </p:sp>
      <p:sp>
        <p:nvSpPr>
          <p:cNvPr id="214031" name="Text Box 15"/>
          <p:cNvSpPr txBox="1">
            <a:spLocks noChangeArrowheads="1"/>
          </p:cNvSpPr>
          <p:nvPr/>
        </p:nvSpPr>
        <p:spPr bwMode="auto">
          <a:xfrm>
            <a:off x="6613525" y="3622675"/>
            <a:ext cx="298450" cy="366713"/>
          </a:xfrm>
          <a:prstGeom prst="rect">
            <a:avLst/>
          </a:prstGeom>
          <a:noFill/>
          <a:ln w="9525">
            <a:noFill/>
            <a:miter lim="800000"/>
            <a:headEnd/>
            <a:tailEnd/>
          </a:ln>
          <a:effectLst/>
        </p:spPr>
        <p:txBody>
          <a:bodyPr wrap="none">
            <a:spAutoFit/>
          </a:bodyPr>
          <a:lstStyle/>
          <a:p>
            <a:r>
              <a:rPr lang="en-US"/>
              <a:t>x</a:t>
            </a:r>
          </a:p>
        </p:txBody>
      </p:sp>
      <p:sp>
        <p:nvSpPr>
          <p:cNvPr id="214032" name="Line 16"/>
          <p:cNvSpPr>
            <a:spLocks noChangeShapeType="1"/>
          </p:cNvSpPr>
          <p:nvPr/>
        </p:nvSpPr>
        <p:spPr bwMode="auto">
          <a:xfrm flipH="1">
            <a:off x="6172200" y="2595563"/>
            <a:ext cx="1143000" cy="0"/>
          </a:xfrm>
          <a:prstGeom prst="line">
            <a:avLst/>
          </a:prstGeom>
          <a:noFill/>
          <a:ln w="9525">
            <a:solidFill>
              <a:schemeClr val="tx1"/>
            </a:solidFill>
            <a:prstDash val="dash"/>
            <a:round/>
            <a:headEnd/>
            <a:tailEnd/>
          </a:ln>
          <a:effectLst/>
        </p:spPr>
        <p:txBody>
          <a:bodyPr/>
          <a:lstStyle/>
          <a:p>
            <a:endParaRPr lang="en-US"/>
          </a:p>
        </p:txBody>
      </p:sp>
      <p:sp>
        <p:nvSpPr>
          <p:cNvPr id="214033" name="Text Box 17"/>
          <p:cNvSpPr txBox="1">
            <a:spLocks noChangeArrowheads="1"/>
          </p:cNvSpPr>
          <p:nvPr/>
        </p:nvSpPr>
        <p:spPr bwMode="auto">
          <a:xfrm>
            <a:off x="6461125" y="2784475"/>
            <a:ext cx="311150" cy="366713"/>
          </a:xfrm>
          <a:prstGeom prst="rect">
            <a:avLst/>
          </a:prstGeom>
          <a:noFill/>
          <a:ln w="9525">
            <a:noFill/>
            <a:miter lim="800000"/>
            <a:headEnd/>
            <a:tailEnd/>
          </a:ln>
          <a:effectLst/>
        </p:spPr>
        <p:txBody>
          <a:bodyPr wrap="none">
            <a:spAutoFit/>
          </a:bodyPr>
          <a:lstStyle/>
          <a:p>
            <a:r>
              <a:rPr lang="en-US"/>
              <a:t>h</a:t>
            </a:r>
          </a:p>
        </p:txBody>
      </p:sp>
      <p:sp>
        <p:nvSpPr>
          <p:cNvPr id="214034" name="Text Box 18"/>
          <p:cNvSpPr txBox="1">
            <a:spLocks noChangeArrowheads="1"/>
          </p:cNvSpPr>
          <p:nvPr/>
        </p:nvSpPr>
        <p:spPr bwMode="auto">
          <a:xfrm>
            <a:off x="7324725" y="2262188"/>
            <a:ext cx="336550" cy="366712"/>
          </a:xfrm>
          <a:prstGeom prst="rect">
            <a:avLst/>
          </a:prstGeom>
          <a:noFill/>
          <a:ln w="9525">
            <a:noFill/>
            <a:miter lim="800000"/>
            <a:headEnd/>
            <a:tailEnd/>
          </a:ln>
          <a:effectLst/>
        </p:spPr>
        <p:txBody>
          <a:bodyPr wrap="none">
            <a:spAutoFit/>
          </a:bodyPr>
          <a:lstStyle/>
          <a:p>
            <a:r>
              <a:rPr lang="en-US"/>
              <a:t>P</a:t>
            </a:r>
          </a:p>
        </p:txBody>
      </p:sp>
      <p:sp>
        <p:nvSpPr>
          <p:cNvPr id="214035" name="Text Box 19"/>
          <p:cNvSpPr txBox="1">
            <a:spLocks noChangeArrowheads="1"/>
          </p:cNvSpPr>
          <p:nvPr/>
        </p:nvSpPr>
        <p:spPr bwMode="auto">
          <a:xfrm>
            <a:off x="7708900" y="3616325"/>
            <a:ext cx="585788" cy="366713"/>
          </a:xfrm>
          <a:prstGeom prst="rect">
            <a:avLst/>
          </a:prstGeom>
          <a:noFill/>
          <a:ln w="9525">
            <a:noFill/>
            <a:miter lim="800000"/>
            <a:headEnd/>
            <a:tailEnd/>
          </a:ln>
          <a:effectLst/>
        </p:spPr>
        <p:txBody>
          <a:bodyPr wrap="none">
            <a:spAutoFit/>
          </a:bodyPr>
          <a:lstStyle/>
          <a:p>
            <a:r>
              <a:rPr lang="en-US"/>
              <a:t>x</a:t>
            </a:r>
            <a:r>
              <a:rPr lang="en-US" baseline="-25000"/>
              <a:t>max</a:t>
            </a:r>
          </a:p>
        </p:txBody>
      </p:sp>
      <p:sp>
        <p:nvSpPr>
          <p:cNvPr id="214036" name="Text Box 20"/>
          <p:cNvSpPr txBox="1">
            <a:spLocks noChangeArrowheads="1"/>
          </p:cNvSpPr>
          <p:nvPr/>
        </p:nvSpPr>
        <p:spPr bwMode="auto">
          <a:xfrm>
            <a:off x="4000500" y="3651250"/>
            <a:ext cx="661988" cy="366713"/>
          </a:xfrm>
          <a:prstGeom prst="rect">
            <a:avLst/>
          </a:prstGeom>
          <a:noFill/>
          <a:ln w="9525">
            <a:noFill/>
            <a:miter lim="800000"/>
            <a:headEnd/>
            <a:tailEnd/>
          </a:ln>
          <a:effectLst/>
        </p:spPr>
        <p:txBody>
          <a:bodyPr wrap="none">
            <a:spAutoFit/>
          </a:bodyPr>
          <a:lstStyle/>
          <a:p>
            <a:r>
              <a:rPr lang="en-US"/>
              <a:t>-x</a:t>
            </a:r>
            <a:r>
              <a:rPr lang="en-US" baseline="-25000"/>
              <a:t>max</a:t>
            </a:r>
          </a:p>
        </p:txBody>
      </p:sp>
      <p:sp>
        <p:nvSpPr>
          <p:cNvPr id="214037" name="Line 21"/>
          <p:cNvSpPr>
            <a:spLocks noChangeShapeType="1"/>
          </p:cNvSpPr>
          <p:nvPr/>
        </p:nvSpPr>
        <p:spPr bwMode="auto">
          <a:xfrm>
            <a:off x="6183313" y="3662363"/>
            <a:ext cx="1089025" cy="0"/>
          </a:xfrm>
          <a:prstGeom prst="line">
            <a:avLst/>
          </a:prstGeom>
          <a:noFill/>
          <a:ln w="9525">
            <a:solidFill>
              <a:schemeClr val="tx1"/>
            </a:solidFill>
            <a:round/>
            <a:headEnd type="triangle" w="med" len="med"/>
            <a:tailEnd type="triangle" w="med" len="med"/>
          </a:ln>
          <a:effectLst/>
        </p:spPr>
        <p:txBody>
          <a:bodyPr/>
          <a:lstStyle/>
          <a:p>
            <a:endParaRPr lang="en-US"/>
          </a:p>
        </p:txBody>
      </p:sp>
      <p:grpSp>
        <p:nvGrpSpPr>
          <p:cNvPr id="3" name="Group 22"/>
          <p:cNvGrpSpPr>
            <a:grpSpLocks/>
          </p:cNvGrpSpPr>
          <p:nvPr/>
        </p:nvGrpSpPr>
        <p:grpSpPr bwMode="auto">
          <a:xfrm>
            <a:off x="4614863" y="3509963"/>
            <a:ext cx="3109912" cy="96837"/>
            <a:chOff x="2907" y="2400"/>
            <a:chExt cx="1959" cy="61"/>
          </a:xfrm>
        </p:grpSpPr>
        <p:sp>
          <p:nvSpPr>
            <p:cNvPr id="214039" name="Oval 23"/>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a:effectLst/>
          </p:spPr>
          <p:txBody>
            <a:bodyPr wrap="none" anchor="ctr"/>
            <a:lstStyle/>
            <a:p>
              <a:endParaRPr lang="en-US"/>
            </a:p>
          </p:txBody>
        </p:sp>
        <p:sp>
          <p:nvSpPr>
            <p:cNvPr id="214040" name="Oval 24"/>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a:effectLst/>
          </p:spPr>
          <p:txBody>
            <a:bodyPr wrap="none" anchor="ctr"/>
            <a:lstStyle/>
            <a:p>
              <a:endParaRPr lang="en-US"/>
            </a:p>
          </p:txBody>
        </p:sp>
      </p:grpSp>
      <p:sp>
        <p:nvSpPr>
          <p:cNvPr id="214041" name="Oval 25"/>
          <p:cNvSpPr>
            <a:spLocks noChangeArrowheads="1"/>
          </p:cNvSpPr>
          <p:nvPr/>
        </p:nvSpPr>
        <p:spPr bwMode="auto">
          <a:xfrm>
            <a:off x="7278688" y="2538413"/>
            <a:ext cx="88900" cy="88900"/>
          </a:xfrm>
          <a:prstGeom prst="ellipse">
            <a:avLst/>
          </a:prstGeom>
          <a:solidFill>
            <a:schemeClr val="tx1"/>
          </a:solidFill>
          <a:ln w="9525">
            <a:solidFill>
              <a:schemeClr val="tx1"/>
            </a:solidFill>
            <a:round/>
            <a:headEnd/>
            <a:tailEnd/>
          </a:ln>
          <a:effectLst/>
        </p:spPr>
        <p:txBody>
          <a:bodyPr wrap="none" anchor="ctr"/>
          <a:lstStyle/>
          <a:p>
            <a:endParaRPr lang="en-US"/>
          </a:p>
        </p:txBody>
      </p:sp>
      <p:sp>
        <p:nvSpPr>
          <p:cNvPr id="214042" name="Line 26"/>
          <p:cNvSpPr>
            <a:spLocks noChangeShapeType="1"/>
          </p:cNvSpPr>
          <p:nvPr/>
        </p:nvSpPr>
        <p:spPr bwMode="auto">
          <a:xfrm>
            <a:off x="4645025" y="3575050"/>
            <a:ext cx="3062288" cy="0"/>
          </a:xfrm>
          <a:prstGeom prst="line">
            <a:avLst/>
          </a:prstGeom>
          <a:noFill/>
          <a:ln w="38100">
            <a:solidFill>
              <a:srgbClr val="FF0000"/>
            </a:solidFill>
            <a:round/>
            <a:headEnd/>
            <a:tailEnd/>
          </a:ln>
          <a:effectLst/>
        </p:spPr>
        <p:txBody>
          <a:bodyPr/>
          <a:lstStyle/>
          <a:p>
            <a:endParaRPr lang="en-US"/>
          </a:p>
        </p:txBody>
      </p:sp>
      <p:sp>
        <p:nvSpPr>
          <p:cNvPr id="214043" name="AutoShape 27"/>
          <p:cNvSpPr>
            <a:spLocks noChangeArrowheads="1"/>
          </p:cNvSpPr>
          <p:nvPr/>
        </p:nvSpPr>
        <p:spPr bwMode="auto">
          <a:xfrm>
            <a:off x="957263" y="5646738"/>
            <a:ext cx="7562850" cy="625475"/>
          </a:xfrm>
          <a:prstGeom prst="roundRect">
            <a:avLst>
              <a:gd name="adj" fmla="val 16667"/>
            </a:avLst>
          </a:prstGeom>
          <a:solidFill>
            <a:schemeClr val="accent1"/>
          </a:solidFill>
          <a:ln w="9525">
            <a:solidFill>
              <a:schemeClr val="tx1"/>
            </a:solidFill>
            <a:round/>
            <a:headEnd/>
            <a:tailEnd/>
          </a:ln>
          <a:effectLst/>
        </p:spPr>
        <p:txBody>
          <a:bodyPr anchor="ctr"/>
          <a:lstStyle/>
          <a:p>
            <a:pPr algn="ctr">
              <a:lnSpc>
                <a:spcPct val="80000"/>
              </a:lnSpc>
              <a:spcBef>
                <a:spcPct val="20000"/>
              </a:spcBef>
            </a:pPr>
            <a:r>
              <a:rPr lang="en-US"/>
              <a:t>SHM along a straight line can be thought of as a projection of a uniform circular motion along a diameter of a reference circle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42" name="Rectangle 2"/>
          <p:cNvSpPr>
            <a:spLocks noGrp="1" noChangeArrowheads="1"/>
          </p:cNvSpPr>
          <p:nvPr>
            <p:ph type="title"/>
          </p:nvPr>
        </p:nvSpPr>
        <p:spPr/>
        <p:txBody>
          <a:bodyPr/>
          <a:lstStyle/>
          <a:p>
            <a:r>
              <a:rPr lang="en-US"/>
              <a:t>More Geometry</a:t>
            </a:r>
          </a:p>
        </p:txBody>
      </p:sp>
      <p:sp>
        <p:nvSpPr>
          <p:cNvPr id="215043" name="Rectangle 3"/>
          <p:cNvSpPr>
            <a:spLocks noGrp="1" noChangeArrowheads="1"/>
          </p:cNvSpPr>
          <p:nvPr>
            <p:ph type="body" idx="1"/>
          </p:nvPr>
        </p:nvSpPr>
        <p:spPr>
          <a:xfrm>
            <a:off x="457200" y="1600200"/>
            <a:ext cx="3470275" cy="4525963"/>
          </a:xfrm>
        </p:spPr>
        <p:txBody>
          <a:bodyPr/>
          <a:lstStyle/>
          <a:p>
            <a:r>
              <a:rPr lang="en-US"/>
              <a:t>We can also define points along the y-axis</a:t>
            </a:r>
          </a:p>
        </p:txBody>
      </p:sp>
      <p:sp>
        <p:nvSpPr>
          <p:cNvPr id="215044" name="AutoShape 4"/>
          <p:cNvSpPr>
            <a:spLocks noChangeArrowheads="1"/>
          </p:cNvSpPr>
          <p:nvPr/>
        </p:nvSpPr>
        <p:spPr bwMode="auto">
          <a:xfrm flipH="1">
            <a:off x="6172200" y="2895600"/>
            <a:ext cx="1143000" cy="990600"/>
          </a:xfrm>
          <a:prstGeom prst="rtTriangle">
            <a:avLst/>
          </a:prstGeom>
          <a:solidFill>
            <a:srgbClr val="FFFF99"/>
          </a:solidFill>
          <a:ln w="9525">
            <a:noFill/>
            <a:miter lim="800000"/>
            <a:headEnd/>
            <a:tailEnd/>
          </a:ln>
          <a:effectLst/>
        </p:spPr>
        <p:txBody>
          <a:bodyPr wrap="none" anchor="ctr"/>
          <a:lstStyle/>
          <a:p>
            <a:pPr algn="ctr"/>
            <a:endParaRPr lang="en-US"/>
          </a:p>
        </p:txBody>
      </p:sp>
      <p:grpSp>
        <p:nvGrpSpPr>
          <p:cNvPr id="2" name="Group 5"/>
          <p:cNvGrpSpPr>
            <a:grpSpLocks/>
          </p:cNvGrpSpPr>
          <p:nvPr/>
        </p:nvGrpSpPr>
        <p:grpSpPr bwMode="auto">
          <a:xfrm>
            <a:off x="4114800" y="1828800"/>
            <a:ext cx="4114800" cy="4114800"/>
            <a:chOff x="2592" y="1152"/>
            <a:chExt cx="2592" cy="2592"/>
          </a:xfrm>
        </p:grpSpPr>
        <p:sp>
          <p:nvSpPr>
            <p:cNvPr id="215046" name="Oval 6"/>
            <p:cNvSpPr>
              <a:spLocks noChangeArrowheads="1"/>
            </p:cNvSpPr>
            <p:nvPr/>
          </p:nvSpPr>
          <p:spPr bwMode="auto">
            <a:xfrm>
              <a:off x="2937" y="1488"/>
              <a:ext cx="1902" cy="1920"/>
            </a:xfrm>
            <a:prstGeom prst="ellipse">
              <a:avLst/>
            </a:prstGeom>
            <a:noFill/>
            <a:ln w="9525">
              <a:solidFill>
                <a:schemeClr val="tx1"/>
              </a:solidFill>
              <a:round/>
              <a:headEnd/>
              <a:tailEnd/>
            </a:ln>
            <a:effectLst/>
          </p:spPr>
          <p:txBody>
            <a:bodyPr wrap="none" anchor="ctr"/>
            <a:lstStyle/>
            <a:p>
              <a:endParaRPr lang="en-US"/>
            </a:p>
          </p:txBody>
        </p:sp>
        <p:sp>
          <p:nvSpPr>
            <p:cNvPr id="215047" name="Line 7"/>
            <p:cNvSpPr>
              <a:spLocks noChangeShapeType="1"/>
            </p:cNvSpPr>
            <p:nvPr/>
          </p:nvSpPr>
          <p:spPr bwMode="auto">
            <a:xfrm>
              <a:off x="3888" y="1152"/>
              <a:ext cx="0" cy="2592"/>
            </a:xfrm>
            <a:prstGeom prst="line">
              <a:avLst/>
            </a:prstGeom>
            <a:noFill/>
            <a:ln w="9525">
              <a:solidFill>
                <a:schemeClr val="tx1"/>
              </a:solidFill>
              <a:round/>
              <a:headEnd/>
              <a:tailEnd/>
            </a:ln>
            <a:effectLst/>
          </p:spPr>
          <p:txBody>
            <a:bodyPr/>
            <a:lstStyle/>
            <a:p>
              <a:endParaRPr lang="en-US"/>
            </a:p>
          </p:txBody>
        </p:sp>
        <p:sp>
          <p:nvSpPr>
            <p:cNvPr id="215048" name="Line 8"/>
            <p:cNvSpPr>
              <a:spLocks noChangeShapeType="1"/>
            </p:cNvSpPr>
            <p:nvPr/>
          </p:nvSpPr>
          <p:spPr bwMode="auto">
            <a:xfrm rot="-5400000">
              <a:off x="3888" y="1152"/>
              <a:ext cx="0" cy="2592"/>
            </a:xfrm>
            <a:prstGeom prst="line">
              <a:avLst/>
            </a:prstGeom>
            <a:noFill/>
            <a:ln w="9525">
              <a:solidFill>
                <a:schemeClr val="tx1"/>
              </a:solidFill>
              <a:round/>
              <a:headEnd/>
              <a:tailEnd/>
            </a:ln>
            <a:effectLst/>
          </p:spPr>
          <p:txBody>
            <a:bodyPr/>
            <a:lstStyle/>
            <a:p>
              <a:endParaRPr lang="en-US"/>
            </a:p>
          </p:txBody>
        </p:sp>
      </p:grpSp>
      <p:sp>
        <p:nvSpPr>
          <p:cNvPr id="215049" name="Text Box 9"/>
          <p:cNvSpPr txBox="1">
            <a:spLocks noChangeArrowheads="1"/>
          </p:cNvSpPr>
          <p:nvPr/>
        </p:nvSpPr>
        <p:spPr bwMode="auto">
          <a:xfrm>
            <a:off x="6172200" y="1447800"/>
            <a:ext cx="247650" cy="366713"/>
          </a:xfrm>
          <a:prstGeom prst="rect">
            <a:avLst/>
          </a:prstGeom>
          <a:noFill/>
          <a:ln w="9525">
            <a:noFill/>
            <a:miter lim="800000"/>
            <a:headEnd/>
            <a:tailEnd/>
          </a:ln>
          <a:effectLst/>
        </p:spPr>
        <p:txBody>
          <a:bodyPr wrap="none">
            <a:spAutoFit/>
          </a:bodyPr>
          <a:lstStyle/>
          <a:p>
            <a:r>
              <a:rPr lang="en-US" b="1">
                <a:cs typeface="Arial" charset="0"/>
              </a:rPr>
              <a:t>ĵ</a:t>
            </a:r>
          </a:p>
        </p:txBody>
      </p:sp>
      <p:sp>
        <p:nvSpPr>
          <p:cNvPr id="215050" name="Text Box 10"/>
          <p:cNvSpPr txBox="1">
            <a:spLocks noChangeArrowheads="1"/>
          </p:cNvSpPr>
          <p:nvPr/>
        </p:nvSpPr>
        <p:spPr bwMode="auto">
          <a:xfrm>
            <a:off x="8289925" y="3846513"/>
            <a:ext cx="247650" cy="366712"/>
          </a:xfrm>
          <a:prstGeom prst="rect">
            <a:avLst/>
          </a:prstGeom>
          <a:noFill/>
          <a:ln w="9525">
            <a:noFill/>
            <a:miter lim="800000"/>
            <a:headEnd/>
            <a:tailEnd/>
          </a:ln>
          <a:effectLst/>
        </p:spPr>
        <p:txBody>
          <a:bodyPr wrap="none">
            <a:spAutoFit/>
          </a:bodyPr>
          <a:lstStyle/>
          <a:p>
            <a:r>
              <a:rPr lang="en-US" b="1"/>
              <a:t>î</a:t>
            </a:r>
          </a:p>
        </p:txBody>
      </p:sp>
      <p:sp>
        <p:nvSpPr>
          <p:cNvPr id="215051" name="Line 11"/>
          <p:cNvSpPr>
            <a:spLocks noChangeShapeType="1"/>
          </p:cNvSpPr>
          <p:nvPr/>
        </p:nvSpPr>
        <p:spPr bwMode="auto">
          <a:xfrm flipV="1">
            <a:off x="6172200" y="2895600"/>
            <a:ext cx="1143000" cy="990600"/>
          </a:xfrm>
          <a:prstGeom prst="line">
            <a:avLst/>
          </a:prstGeom>
          <a:noFill/>
          <a:ln w="9525">
            <a:solidFill>
              <a:schemeClr val="tx1"/>
            </a:solidFill>
            <a:round/>
            <a:headEnd/>
            <a:tailEnd/>
          </a:ln>
          <a:effectLst/>
        </p:spPr>
        <p:txBody>
          <a:bodyPr/>
          <a:lstStyle/>
          <a:p>
            <a:endParaRPr lang="en-US"/>
          </a:p>
        </p:txBody>
      </p:sp>
      <p:sp>
        <p:nvSpPr>
          <p:cNvPr id="215052" name="Line 12"/>
          <p:cNvSpPr>
            <a:spLocks noChangeShapeType="1"/>
          </p:cNvSpPr>
          <p:nvPr/>
        </p:nvSpPr>
        <p:spPr bwMode="auto">
          <a:xfrm>
            <a:off x="7315200" y="2895600"/>
            <a:ext cx="0" cy="990600"/>
          </a:xfrm>
          <a:prstGeom prst="line">
            <a:avLst/>
          </a:prstGeom>
          <a:noFill/>
          <a:ln w="9525">
            <a:solidFill>
              <a:schemeClr val="tx1"/>
            </a:solidFill>
            <a:prstDash val="dash"/>
            <a:round/>
            <a:headEnd/>
            <a:tailEnd/>
          </a:ln>
          <a:effectLst/>
        </p:spPr>
        <p:txBody>
          <a:bodyPr/>
          <a:lstStyle/>
          <a:p>
            <a:endParaRPr lang="en-US"/>
          </a:p>
        </p:txBody>
      </p:sp>
      <p:sp>
        <p:nvSpPr>
          <p:cNvPr id="215053" name="Arc 13"/>
          <p:cNvSpPr>
            <a:spLocks/>
          </p:cNvSpPr>
          <p:nvPr/>
        </p:nvSpPr>
        <p:spPr bwMode="auto">
          <a:xfrm>
            <a:off x="6477000" y="3505200"/>
            <a:ext cx="228600" cy="381000"/>
          </a:xfrm>
          <a:custGeom>
            <a:avLst/>
            <a:gdLst>
              <a:gd name="G0" fmla="+- 0 0 0"/>
              <a:gd name="G1" fmla="+- 18292 0 0"/>
              <a:gd name="G2" fmla="+- 21600 0 0"/>
              <a:gd name="T0" fmla="*/ 11487 w 21600"/>
              <a:gd name="T1" fmla="*/ 0 h 18292"/>
              <a:gd name="T2" fmla="*/ 21600 w 21600"/>
              <a:gd name="T3" fmla="*/ 18292 h 18292"/>
              <a:gd name="T4" fmla="*/ 0 w 21600"/>
              <a:gd name="T5" fmla="*/ 18292 h 18292"/>
            </a:gdLst>
            <a:ahLst/>
            <a:cxnLst>
              <a:cxn ang="0">
                <a:pos x="T0" y="T1"/>
              </a:cxn>
              <a:cxn ang="0">
                <a:pos x="T2" y="T3"/>
              </a:cxn>
              <a:cxn ang="0">
                <a:pos x="T4" y="T5"/>
              </a:cxn>
            </a:cxnLst>
            <a:rect l="0" t="0" r="r" b="b"/>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a:effectLst/>
        </p:spPr>
        <p:txBody>
          <a:bodyPr wrap="none" anchor="ctr"/>
          <a:lstStyle/>
          <a:p>
            <a:endParaRPr lang="en-US"/>
          </a:p>
        </p:txBody>
      </p:sp>
      <p:sp>
        <p:nvSpPr>
          <p:cNvPr id="215054" name="Text Box 14"/>
          <p:cNvSpPr txBox="1">
            <a:spLocks noChangeArrowheads="1"/>
          </p:cNvSpPr>
          <p:nvPr/>
        </p:nvSpPr>
        <p:spPr bwMode="auto">
          <a:xfrm>
            <a:off x="6705600" y="3429000"/>
            <a:ext cx="303213" cy="366713"/>
          </a:xfrm>
          <a:prstGeom prst="rect">
            <a:avLst/>
          </a:prstGeom>
          <a:noFill/>
          <a:ln w="9525">
            <a:noFill/>
            <a:miter lim="800000"/>
            <a:headEnd/>
            <a:tailEnd/>
          </a:ln>
          <a:effectLst/>
        </p:spPr>
        <p:txBody>
          <a:bodyPr wrap="none">
            <a:spAutoFit/>
          </a:bodyPr>
          <a:lstStyle/>
          <a:p>
            <a:r>
              <a:rPr lang="en-US">
                <a:sym typeface="Symbol" pitchFamily="18" charset="2"/>
              </a:rPr>
              <a:t></a:t>
            </a:r>
          </a:p>
        </p:txBody>
      </p:sp>
      <p:sp>
        <p:nvSpPr>
          <p:cNvPr id="215055" name="Text Box 15"/>
          <p:cNvSpPr txBox="1">
            <a:spLocks noChangeArrowheads="1"/>
          </p:cNvSpPr>
          <p:nvPr/>
        </p:nvSpPr>
        <p:spPr bwMode="auto">
          <a:xfrm>
            <a:off x="6613525" y="3922713"/>
            <a:ext cx="298450" cy="366712"/>
          </a:xfrm>
          <a:prstGeom prst="rect">
            <a:avLst/>
          </a:prstGeom>
          <a:noFill/>
          <a:ln w="9525">
            <a:noFill/>
            <a:miter lim="800000"/>
            <a:headEnd/>
            <a:tailEnd/>
          </a:ln>
          <a:effectLst/>
        </p:spPr>
        <p:txBody>
          <a:bodyPr wrap="none">
            <a:spAutoFit/>
          </a:bodyPr>
          <a:lstStyle/>
          <a:p>
            <a:r>
              <a:rPr lang="en-US"/>
              <a:t>x</a:t>
            </a:r>
          </a:p>
        </p:txBody>
      </p:sp>
      <p:sp>
        <p:nvSpPr>
          <p:cNvPr id="215056" name="Text Box 16"/>
          <p:cNvSpPr txBox="1">
            <a:spLocks noChangeArrowheads="1"/>
          </p:cNvSpPr>
          <p:nvPr/>
        </p:nvSpPr>
        <p:spPr bwMode="auto">
          <a:xfrm>
            <a:off x="5619750" y="3048000"/>
            <a:ext cx="298450" cy="366713"/>
          </a:xfrm>
          <a:prstGeom prst="rect">
            <a:avLst/>
          </a:prstGeom>
          <a:noFill/>
          <a:ln w="9525">
            <a:noFill/>
            <a:miter lim="800000"/>
            <a:headEnd/>
            <a:tailEnd/>
          </a:ln>
          <a:effectLst/>
        </p:spPr>
        <p:txBody>
          <a:bodyPr wrap="none">
            <a:spAutoFit/>
          </a:bodyPr>
          <a:lstStyle/>
          <a:p>
            <a:r>
              <a:rPr lang="en-US"/>
              <a:t>y</a:t>
            </a:r>
          </a:p>
        </p:txBody>
      </p:sp>
      <p:sp>
        <p:nvSpPr>
          <p:cNvPr id="215057" name="Line 17"/>
          <p:cNvSpPr>
            <a:spLocks noChangeShapeType="1"/>
          </p:cNvSpPr>
          <p:nvPr/>
        </p:nvSpPr>
        <p:spPr bwMode="auto">
          <a:xfrm flipH="1">
            <a:off x="6172200" y="2895600"/>
            <a:ext cx="1143000" cy="0"/>
          </a:xfrm>
          <a:prstGeom prst="line">
            <a:avLst/>
          </a:prstGeom>
          <a:noFill/>
          <a:ln w="9525">
            <a:solidFill>
              <a:schemeClr val="tx1"/>
            </a:solidFill>
            <a:prstDash val="dash"/>
            <a:round/>
            <a:headEnd/>
            <a:tailEnd/>
          </a:ln>
          <a:effectLst/>
        </p:spPr>
        <p:txBody>
          <a:bodyPr/>
          <a:lstStyle/>
          <a:p>
            <a:endParaRPr lang="en-US"/>
          </a:p>
        </p:txBody>
      </p:sp>
      <p:sp>
        <p:nvSpPr>
          <p:cNvPr id="215058" name="Text Box 18"/>
          <p:cNvSpPr txBox="1">
            <a:spLocks noChangeArrowheads="1"/>
          </p:cNvSpPr>
          <p:nvPr/>
        </p:nvSpPr>
        <p:spPr bwMode="auto">
          <a:xfrm>
            <a:off x="6461125" y="3084513"/>
            <a:ext cx="311150" cy="366712"/>
          </a:xfrm>
          <a:prstGeom prst="rect">
            <a:avLst/>
          </a:prstGeom>
          <a:noFill/>
          <a:ln w="9525">
            <a:noFill/>
            <a:miter lim="800000"/>
            <a:headEnd/>
            <a:tailEnd/>
          </a:ln>
          <a:effectLst/>
        </p:spPr>
        <p:txBody>
          <a:bodyPr wrap="none">
            <a:spAutoFit/>
          </a:bodyPr>
          <a:lstStyle/>
          <a:p>
            <a:r>
              <a:rPr lang="en-US"/>
              <a:t>h</a:t>
            </a:r>
          </a:p>
        </p:txBody>
      </p:sp>
      <p:sp>
        <p:nvSpPr>
          <p:cNvPr id="215059" name="Text Box 19"/>
          <p:cNvSpPr txBox="1">
            <a:spLocks noChangeArrowheads="1"/>
          </p:cNvSpPr>
          <p:nvPr/>
        </p:nvSpPr>
        <p:spPr bwMode="auto">
          <a:xfrm>
            <a:off x="7324725" y="2562225"/>
            <a:ext cx="336550" cy="366713"/>
          </a:xfrm>
          <a:prstGeom prst="rect">
            <a:avLst/>
          </a:prstGeom>
          <a:noFill/>
          <a:ln w="9525">
            <a:noFill/>
            <a:miter lim="800000"/>
            <a:headEnd/>
            <a:tailEnd/>
          </a:ln>
          <a:effectLst/>
        </p:spPr>
        <p:txBody>
          <a:bodyPr wrap="none">
            <a:spAutoFit/>
          </a:bodyPr>
          <a:lstStyle/>
          <a:p>
            <a:r>
              <a:rPr lang="en-US"/>
              <a:t>P</a:t>
            </a:r>
          </a:p>
        </p:txBody>
      </p:sp>
      <p:sp>
        <p:nvSpPr>
          <p:cNvPr id="215060" name="Text Box 20"/>
          <p:cNvSpPr txBox="1">
            <a:spLocks noChangeArrowheads="1"/>
          </p:cNvSpPr>
          <p:nvPr/>
        </p:nvSpPr>
        <p:spPr bwMode="auto">
          <a:xfrm>
            <a:off x="7708900" y="3916363"/>
            <a:ext cx="585788" cy="366712"/>
          </a:xfrm>
          <a:prstGeom prst="rect">
            <a:avLst/>
          </a:prstGeom>
          <a:noFill/>
          <a:ln w="9525">
            <a:noFill/>
            <a:miter lim="800000"/>
            <a:headEnd/>
            <a:tailEnd/>
          </a:ln>
          <a:effectLst/>
        </p:spPr>
        <p:txBody>
          <a:bodyPr wrap="none">
            <a:spAutoFit/>
          </a:bodyPr>
          <a:lstStyle/>
          <a:p>
            <a:r>
              <a:rPr lang="en-US"/>
              <a:t>x</a:t>
            </a:r>
            <a:r>
              <a:rPr lang="en-US" baseline="-25000"/>
              <a:t>max</a:t>
            </a:r>
          </a:p>
        </p:txBody>
      </p:sp>
      <p:sp>
        <p:nvSpPr>
          <p:cNvPr id="215061" name="Text Box 21"/>
          <p:cNvSpPr txBox="1">
            <a:spLocks noChangeArrowheads="1"/>
          </p:cNvSpPr>
          <p:nvPr/>
        </p:nvSpPr>
        <p:spPr bwMode="auto">
          <a:xfrm>
            <a:off x="4000500" y="3951288"/>
            <a:ext cx="661988" cy="366712"/>
          </a:xfrm>
          <a:prstGeom prst="rect">
            <a:avLst/>
          </a:prstGeom>
          <a:noFill/>
          <a:ln w="9525">
            <a:noFill/>
            <a:miter lim="800000"/>
            <a:headEnd/>
            <a:tailEnd/>
          </a:ln>
          <a:effectLst/>
        </p:spPr>
        <p:txBody>
          <a:bodyPr wrap="none">
            <a:spAutoFit/>
          </a:bodyPr>
          <a:lstStyle/>
          <a:p>
            <a:r>
              <a:rPr lang="en-US"/>
              <a:t>-x</a:t>
            </a:r>
            <a:r>
              <a:rPr lang="en-US" baseline="-25000"/>
              <a:t>max</a:t>
            </a:r>
          </a:p>
        </p:txBody>
      </p:sp>
      <p:sp>
        <p:nvSpPr>
          <p:cNvPr id="215062" name="Line 22"/>
          <p:cNvSpPr>
            <a:spLocks noChangeShapeType="1"/>
          </p:cNvSpPr>
          <p:nvPr/>
        </p:nvSpPr>
        <p:spPr bwMode="auto">
          <a:xfrm>
            <a:off x="6183313" y="3962400"/>
            <a:ext cx="1089025" cy="0"/>
          </a:xfrm>
          <a:prstGeom prst="line">
            <a:avLst/>
          </a:prstGeom>
          <a:noFill/>
          <a:ln w="9525">
            <a:solidFill>
              <a:schemeClr val="tx1"/>
            </a:solidFill>
            <a:round/>
            <a:headEnd type="triangle" w="med" len="med"/>
            <a:tailEnd type="triangle" w="med" len="med"/>
          </a:ln>
          <a:effectLst/>
        </p:spPr>
        <p:txBody>
          <a:bodyPr/>
          <a:lstStyle/>
          <a:p>
            <a:endParaRPr lang="en-US"/>
          </a:p>
        </p:txBody>
      </p:sp>
      <p:grpSp>
        <p:nvGrpSpPr>
          <p:cNvPr id="3" name="Group 23"/>
          <p:cNvGrpSpPr>
            <a:grpSpLocks/>
          </p:cNvGrpSpPr>
          <p:nvPr/>
        </p:nvGrpSpPr>
        <p:grpSpPr bwMode="auto">
          <a:xfrm>
            <a:off x="4614863" y="3810000"/>
            <a:ext cx="3109912" cy="96838"/>
            <a:chOff x="2907" y="2400"/>
            <a:chExt cx="1959" cy="61"/>
          </a:xfrm>
        </p:grpSpPr>
        <p:sp>
          <p:nvSpPr>
            <p:cNvPr id="215064" name="Oval 24"/>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a:effectLst/>
          </p:spPr>
          <p:txBody>
            <a:bodyPr wrap="none" anchor="ctr"/>
            <a:lstStyle/>
            <a:p>
              <a:endParaRPr lang="en-US"/>
            </a:p>
          </p:txBody>
        </p:sp>
        <p:sp>
          <p:nvSpPr>
            <p:cNvPr id="215065" name="Oval 25"/>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a:effectLst/>
          </p:spPr>
          <p:txBody>
            <a:bodyPr wrap="none" anchor="ctr"/>
            <a:lstStyle/>
            <a:p>
              <a:endParaRPr lang="en-US"/>
            </a:p>
          </p:txBody>
        </p:sp>
      </p:grpSp>
      <p:sp>
        <p:nvSpPr>
          <p:cNvPr id="215066" name="Oval 26"/>
          <p:cNvSpPr>
            <a:spLocks noChangeArrowheads="1"/>
          </p:cNvSpPr>
          <p:nvPr/>
        </p:nvSpPr>
        <p:spPr bwMode="auto">
          <a:xfrm>
            <a:off x="7278688" y="2838450"/>
            <a:ext cx="88900" cy="88900"/>
          </a:xfrm>
          <a:prstGeom prst="ellipse">
            <a:avLst/>
          </a:prstGeom>
          <a:solidFill>
            <a:schemeClr val="tx1"/>
          </a:solidFill>
          <a:ln w="9525">
            <a:solidFill>
              <a:schemeClr val="tx1"/>
            </a:solidFill>
            <a:round/>
            <a:headEnd/>
            <a:tailEnd/>
          </a:ln>
          <a:effectLst/>
        </p:spPr>
        <p:txBody>
          <a:bodyPr wrap="none" anchor="ctr"/>
          <a:lstStyle/>
          <a:p>
            <a:endParaRPr lang="en-US"/>
          </a:p>
        </p:txBody>
      </p:sp>
      <p:sp>
        <p:nvSpPr>
          <p:cNvPr id="215067" name="Text Box 27"/>
          <p:cNvSpPr txBox="1">
            <a:spLocks noChangeArrowheads="1"/>
          </p:cNvSpPr>
          <p:nvPr/>
        </p:nvSpPr>
        <p:spPr bwMode="auto">
          <a:xfrm>
            <a:off x="6156325" y="5380038"/>
            <a:ext cx="661988" cy="366712"/>
          </a:xfrm>
          <a:prstGeom prst="rect">
            <a:avLst/>
          </a:prstGeom>
          <a:noFill/>
          <a:ln w="9525">
            <a:noFill/>
            <a:miter lim="800000"/>
            <a:headEnd/>
            <a:tailEnd/>
          </a:ln>
          <a:effectLst/>
        </p:spPr>
        <p:txBody>
          <a:bodyPr wrap="none">
            <a:spAutoFit/>
          </a:bodyPr>
          <a:lstStyle/>
          <a:p>
            <a:r>
              <a:rPr lang="en-US"/>
              <a:t>-y</a:t>
            </a:r>
            <a:r>
              <a:rPr lang="en-US" baseline="-25000"/>
              <a:t>max</a:t>
            </a:r>
          </a:p>
        </p:txBody>
      </p:sp>
      <p:sp>
        <p:nvSpPr>
          <p:cNvPr id="215068" name="Text Box 28"/>
          <p:cNvSpPr txBox="1">
            <a:spLocks noChangeArrowheads="1"/>
          </p:cNvSpPr>
          <p:nvPr/>
        </p:nvSpPr>
        <p:spPr bwMode="auto">
          <a:xfrm>
            <a:off x="6149975" y="1979613"/>
            <a:ext cx="585788" cy="366712"/>
          </a:xfrm>
          <a:prstGeom prst="rect">
            <a:avLst/>
          </a:prstGeom>
          <a:noFill/>
          <a:ln w="9525">
            <a:noFill/>
            <a:miter lim="800000"/>
            <a:headEnd/>
            <a:tailEnd/>
          </a:ln>
          <a:effectLst/>
        </p:spPr>
        <p:txBody>
          <a:bodyPr wrap="none">
            <a:spAutoFit/>
          </a:bodyPr>
          <a:lstStyle/>
          <a:p>
            <a:r>
              <a:rPr lang="en-US"/>
              <a:t>y</a:t>
            </a:r>
            <a:r>
              <a:rPr lang="en-US" baseline="-25000"/>
              <a:t>max</a:t>
            </a:r>
          </a:p>
        </p:txBody>
      </p:sp>
      <p:grpSp>
        <p:nvGrpSpPr>
          <p:cNvPr id="4" name="Group 29"/>
          <p:cNvGrpSpPr>
            <a:grpSpLocks/>
          </p:cNvGrpSpPr>
          <p:nvPr/>
        </p:nvGrpSpPr>
        <p:grpSpPr bwMode="auto">
          <a:xfrm rot="-5400000">
            <a:off x="4624387" y="3833813"/>
            <a:ext cx="3109913" cy="96838"/>
            <a:chOff x="2907" y="2400"/>
            <a:chExt cx="1959" cy="61"/>
          </a:xfrm>
        </p:grpSpPr>
        <p:sp>
          <p:nvSpPr>
            <p:cNvPr id="215070" name="Oval 30"/>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a:effectLst/>
          </p:spPr>
          <p:txBody>
            <a:bodyPr wrap="none" anchor="ctr"/>
            <a:lstStyle/>
            <a:p>
              <a:endParaRPr lang="en-US"/>
            </a:p>
          </p:txBody>
        </p:sp>
        <p:sp>
          <p:nvSpPr>
            <p:cNvPr id="215071" name="Oval 31"/>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a:effectLst/>
          </p:spPr>
          <p:txBody>
            <a:bodyPr wrap="none" anchor="ctr"/>
            <a:lstStyle/>
            <a:p>
              <a:endParaRPr lang="en-US"/>
            </a:p>
          </p:txBody>
        </p:sp>
      </p:grpSp>
      <p:sp>
        <p:nvSpPr>
          <p:cNvPr id="215072" name="Line 32"/>
          <p:cNvSpPr>
            <a:spLocks noChangeShapeType="1"/>
          </p:cNvSpPr>
          <p:nvPr/>
        </p:nvSpPr>
        <p:spPr bwMode="auto">
          <a:xfrm rot="-5400000">
            <a:off x="5572919" y="3382169"/>
            <a:ext cx="928688" cy="0"/>
          </a:xfrm>
          <a:prstGeom prst="line">
            <a:avLst/>
          </a:prstGeom>
          <a:noFill/>
          <a:ln w="9525">
            <a:solidFill>
              <a:schemeClr val="tx1"/>
            </a:solidFill>
            <a:round/>
            <a:headEnd type="triangle" w="med" len="med"/>
            <a:tailEnd type="triangle" w="med" len="med"/>
          </a:ln>
          <a:effectLst/>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6066" name="Rectangle 2"/>
          <p:cNvSpPr>
            <a:spLocks noGrp="1" noChangeArrowheads="1"/>
          </p:cNvSpPr>
          <p:nvPr>
            <p:ph type="title"/>
          </p:nvPr>
        </p:nvSpPr>
        <p:spPr/>
        <p:txBody>
          <a:bodyPr/>
          <a:lstStyle/>
          <a:p>
            <a:r>
              <a:rPr lang="en-US"/>
              <a:t>Relationship to SHM</a:t>
            </a:r>
          </a:p>
        </p:txBody>
      </p:sp>
      <p:sp>
        <p:nvSpPr>
          <p:cNvPr id="216067" name="Rectangle 3"/>
          <p:cNvSpPr>
            <a:spLocks noGrp="1" noChangeArrowheads="1"/>
          </p:cNvSpPr>
          <p:nvPr>
            <p:ph type="body" idx="1"/>
          </p:nvPr>
        </p:nvSpPr>
        <p:spPr>
          <a:xfrm>
            <a:off x="457200" y="1600200"/>
            <a:ext cx="3470275" cy="4525963"/>
          </a:xfrm>
        </p:spPr>
        <p:txBody>
          <a:bodyPr/>
          <a:lstStyle/>
          <a:p>
            <a:r>
              <a:rPr lang="en-US"/>
              <a:t>This is just two SHOs</a:t>
            </a:r>
          </a:p>
          <a:p>
            <a:r>
              <a:rPr lang="en-US">
                <a:solidFill>
                  <a:srgbClr val="FF0000"/>
                </a:solidFill>
              </a:rPr>
              <a:t>One in the x direction</a:t>
            </a:r>
          </a:p>
          <a:p>
            <a:r>
              <a:rPr lang="en-US">
                <a:solidFill>
                  <a:schemeClr val="hlink"/>
                </a:solidFill>
              </a:rPr>
              <a:t>One is the y direction</a:t>
            </a:r>
          </a:p>
        </p:txBody>
      </p:sp>
      <p:sp>
        <p:nvSpPr>
          <p:cNvPr id="216068" name="AutoShape 4"/>
          <p:cNvSpPr>
            <a:spLocks noChangeArrowheads="1"/>
          </p:cNvSpPr>
          <p:nvPr/>
        </p:nvSpPr>
        <p:spPr bwMode="auto">
          <a:xfrm flipH="1">
            <a:off x="6172200" y="2895600"/>
            <a:ext cx="1143000" cy="990600"/>
          </a:xfrm>
          <a:prstGeom prst="rtTriangle">
            <a:avLst/>
          </a:prstGeom>
          <a:solidFill>
            <a:srgbClr val="FFFF99"/>
          </a:solidFill>
          <a:ln w="9525">
            <a:noFill/>
            <a:miter lim="800000"/>
            <a:headEnd/>
            <a:tailEnd/>
          </a:ln>
          <a:effectLst/>
        </p:spPr>
        <p:txBody>
          <a:bodyPr wrap="none" anchor="ctr"/>
          <a:lstStyle/>
          <a:p>
            <a:pPr algn="ctr"/>
            <a:endParaRPr lang="en-US"/>
          </a:p>
        </p:txBody>
      </p:sp>
      <p:grpSp>
        <p:nvGrpSpPr>
          <p:cNvPr id="2" name="Group 5"/>
          <p:cNvGrpSpPr>
            <a:grpSpLocks/>
          </p:cNvGrpSpPr>
          <p:nvPr/>
        </p:nvGrpSpPr>
        <p:grpSpPr bwMode="auto">
          <a:xfrm>
            <a:off x="4114800" y="1828800"/>
            <a:ext cx="4114800" cy="4114800"/>
            <a:chOff x="2592" y="1152"/>
            <a:chExt cx="2592" cy="2592"/>
          </a:xfrm>
        </p:grpSpPr>
        <p:sp>
          <p:nvSpPr>
            <p:cNvPr id="216070" name="Oval 6"/>
            <p:cNvSpPr>
              <a:spLocks noChangeArrowheads="1"/>
            </p:cNvSpPr>
            <p:nvPr/>
          </p:nvSpPr>
          <p:spPr bwMode="auto">
            <a:xfrm>
              <a:off x="2937" y="1488"/>
              <a:ext cx="1902" cy="1920"/>
            </a:xfrm>
            <a:prstGeom prst="ellipse">
              <a:avLst/>
            </a:prstGeom>
            <a:noFill/>
            <a:ln w="9525">
              <a:solidFill>
                <a:schemeClr val="tx1"/>
              </a:solidFill>
              <a:round/>
              <a:headEnd/>
              <a:tailEnd/>
            </a:ln>
            <a:effectLst/>
          </p:spPr>
          <p:txBody>
            <a:bodyPr wrap="none" anchor="ctr"/>
            <a:lstStyle/>
            <a:p>
              <a:endParaRPr lang="en-US"/>
            </a:p>
          </p:txBody>
        </p:sp>
        <p:sp>
          <p:nvSpPr>
            <p:cNvPr id="216071" name="Line 7"/>
            <p:cNvSpPr>
              <a:spLocks noChangeShapeType="1"/>
            </p:cNvSpPr>
            <p:nvPr/>
          </p:nvSpPr>
          <p:spPr bwMode="auto">
            <a:xfrm>
              <a:off x="3888" y="1152"/>
              <a:ext cx="0" cy="2592"/>
            </a:xfrm>
            <a:prstGeom prst="line">
              <a:avLst/>
            </a:prstGeom>
            <a:noFill/>
            <a:ln w="9525">
              <a:solidFill>
                <a:schemeClr val="tx1"/>
              </a:solidFill>
              <a:round/>
              <a:headEnd/>
              <a:tailEnd/>
            </a:ln>
            <a:effectLst/>
          </p:spPr>
          <p:txBody>
            <a:bodyPr/>
            <a:lstStyle/>
            <a:p>
              <a:endParaRPr lang="en-US"/>
            </a:p>
          </p:txBody>
        </p:sp>
        <p:sp>
          <p:nvSpPr>
            <p:cNvPr id="216072" name="Line 8"/>
            <p:cNvSpPr>
              <a:spLocks noChangeShapeType="1"/>
            </p:cNvSpPr>
            <p:nvPr/>
          </p:nvSpPr>
          <p:spPr bwMode="auto">
            <a:xfrm rot="-5400000">
              <a:off x="3888" y="1152"/>
              <a:ext cx="0" cy="2592"/>
            </a:xfrm>
            <a:prstGeom prst="line">
              <a:avLst/>
            </a:prstGeom>
            <a:noFill/>
            <a:ln w="9525">
              <a:solidFill>
                <a:schemeClr val="tx1"/>
              </a:solidFill>
              <a:round/>
              <a:headEnd/>
              <a:tailEnd/>
            </a:ln>
            <a:effectLst/>
          </p:spPr>
          <p:txBody>
            <a:bodyPr/>
            <a:lstStyle/>
            <a:p>
              <a:endParaRPr lang="en-US"/>
            </a:p>
          </p:txBody>
        </p:sp>
      </p:grpSp>
      <p:sp>
        <p:nvSpPr>
          <p:cNvPr id="216073" name="Text Box 9"/>
          <p:cNvSpPr txBox="1">
            <a:spLocks noChangeArrowheads="1"/>
          </p:cNvSpPr>
          <p:nvPr/>
        </p:nvSpPr>
        <p:spPr bwMode="auto">
          <a:xfrm>
            <a:off x="6172200" y="1447800"/>
            <a:ext cx="247650" cy="366713"/>
          </a:xfrm>
          <a:prstGeom prst="rect">
            <a:avLst/>
          </a:prstGeom>
          <a:noFill/>
          <a:ln w="9525">
            <a:noFill/>
            <a:miter lim="800000"/>
            <a:headEnd/>
            <a:tailEnd/>
          </a:ln>
          <a:effectLst/>
        </p:spPr>
        <p:txBody>
          <a:bodyPr wrap="none">
            <a:spAutoFit/>
          </a:bodyPr>
          <a:lstStyle/>
          <a:p>
            <a:r>
              <a:rPr lang="en-US" b="1">
                <a:cs typeface="Arial" charset="0"/>
              </a:rPr>
              <a:t>ĵ</a:t>
            </a:r>
          </a:p>
        </p:txBody>
      </p:sp>
      <p:sp>
        <p:nvSpPr>
          <p:cNvPr id="216074" name="Text Box 10"/>
          <p:cNvSpPr txBox="1">
            <a:spLocks noChangeArrowheads="1"/>
          </p:cNvSpPr>
          <p:nvPr/>
        </p:nvSpPr>
        <p:spPr bwMode="auto">
          <a:xfrm>
            <a:off x="8289925" y="3846513"/>
            <a:ext cx="247650" cy="366712"/>
          </a:xfrm>
          <a:prstGeom prst="rect">
            <a:avLst/>
          </a:prstGeom>
          <a:noFill/>
          <a:ln w="9525">
            <a:noFill/>
            <a:miter lim="800000"/>
            <a:headEnd/>
            <a:tailEnd/>
          </a:ln>
          <a:effectLst/>
        </p:spPr>
        <p:txBody>
          <a:bodyPr wrap="none">
            <a:spAutoFit/>
          </a:bodyPr>
          <a:lstStyle/>
          <a:p>
            <a:r>
              <a:rPr lang="en-US" b="1"/>
              <a:t>î</a:t>
            </a:r>
          </a:p>
        </p:txBody>
      </p:sp>
      <p:sp>
        <p:nvSpPr>
          <p:cNvPr id="216075" name="Line 11"/>
          <p:cNvSpPr>
            <a:spLocks noChangeShapeType="1"/>
          </p:cNvSpPr>
          <p:nvPr/>
        </p:nvSpPr>
        <p:spPr bwMode="auto">
          <a:xfrm flipV="1">
            <a:off x="6172200" y="2895600"/>
            <a:ext cx="1143000" cy="990600"/>
          </a:xfrm>
          <a:prstGeom prst="line">
            <a:avLst/>
          </a:prstGeom>
          <a:noFill/>
          <a:ln w="9525">
            <a:solidFill>
              <a:schemeClr val="tx1"/>
            </a:solidFill>
            <a:round/>
            <a:headEnd/>
            <a:tailEnd/>
          </a:ln>
          <a:effectLst/>
        </p:spPr>
        <p:txBody>
          <a:bodyPr/>
          <a:lstStyle/>
          <a:p>
            <a:endParaRPr lang="en-US"/>
          </a:p>
        </p:txBody>
      </p:sp>
      <p:sp>
        <p:nvSpPr>
          <p:cNvPr id="216076" name="Line 12"/>
          <p:cNvSpPr>
            <a:spLocks noChangeShapeType="1"/>
          </p:cNvSpPr>
          <p:nvPr/>
        </p:nvSpPr>
        <p:spPr bwMode="auto">
          <a:xfrm>
            <a:off x="7315200" y="2895600"/>
            <a:ext cx="0" cy="990600"/>
          </a:xfrm>
          <a:prstGeom prst="line">
            <a:avLst/>
          </a:prstGeom>
          <a:noFill/>
          <a:ln w="9525">
            <a:solidFill>
              <a:schemeClr val="tx1"/>
            </a:solidFill>
            <a:prstDash val="dash"/>
            <a:round/>
            <a:headEnd/>
            <a:tailEnd/>
          </a:ln>
          <a:effectLst/>
        </p:spPr>
        <p:txBody>
          <a:bodyPr/>
          <a:lstStyle/>
          <a:p>
            <a:endParaRPr lang="en-US"/>
          </a:p>
        </p:txBody>
      </p:sp>
      <p:sp>
        <p:nvSpPr>
          <p:cNvPr id="216077" name="Arc 13"/>
          <p:cNvSpPr>
            <a:spLocks/>
          </p:cNvSpPr>
          <p:nvPr/>
        </p:nvSpPr>
        <p:spPr bwMode="auto">
          <a:xfrm>
            <a:off x="6477000" y="3505200"/>
            <a:ext cx="228600" cy="381000"/>
          </a:xfrm>
          <a:custGeom>
            <a:avLst/>
            <a:gdLst>
              <a:gd name="G0" fmla="+- 0 0 0"/>
              <a:gd name="G1" fmla="+- 18292 0 0"/>
              <a:gd name="G2" fmla="+- 21600 0 0"/>
              <a:gd name="T0" fmla="*/ 11487 w 21600"/>
              <a:gd name="T1" fmla="*/ 0 h 18292"/>
              <a:gd name="T2" fmla="*/ 21600 w 21600"/>
              <a:gd name="T3" fmla="*/ 18292 h 18292"/>
              <a:gd name="T4" fmla="*/ 0 w 21600"/>
              <a:gd name="T5" fmla="*/ 18292 h 18292"/>
            </a:gdLst>
            <a:ahLst/>
            <a:cxnLst>
              <a:cxn ang="0">
                <a:pos x="T0" y="T1"/>
              </a:cxn>
              <a:cxn ang="0">
                <a:pos x="T2" y="T3"/>
              </a:cxn>
              <a:cxn ang="0">
                <a:pos x="T4" y="T5"/>
              </a:cxn>
            </a:cxnLst>
            <a:rect l="0" t="0" r="r" b="b"/>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a:effectLst/>
        </p:spPr>
        <p:txBody>
          <a:bodyPr wrap="none" anchor="ctr"/>
          <a:lstStyle/>
          <a:p>
            <a:endParaRPr lang="en-US"/>
          </a:p>
        </p:txBody>
      </p:sp>
      <p:sp>
        <p:nvSpPr>
          <p:cNvPr id="216078" name="Text Box 14"/>
          <p:cNvSpPr txBox="1">
            <a:spLocks noChangeArrowheads="1"/>
          </p:cNvSpPr>
          <p:nvPr/>
        </p:nvSpPr>
        <p:spPr bwMode="auto">
          <a:xfrm>
            <a:off x="6705600" y="3429000"/>
            <a:ext cx="303213" cy="366713"/>
          </a:xfrm>
          <a:prstGeom prst="rect">
            <a:avLst/>
          </a:prstGeom>
          <a:noFill/>
          <a:ln w="9525">
            <a:noFill/>
            <a:miter lim="800000"/>
            <a:headEnd/>
            <a:tailEnd/>
          </a:ln>
          <a:effectLst/>
        </p:spPr>
        <p:txBody>
          <a:bodyPr wrap="none">
            <a:spAutoFit/>
          </a:bodyPr>
          <a:lstStyle/>
          <a:p>
            <a:r>
              <a:rPr lang="en-US">
                <a:sym typeface="Symbol" pitchFamily="18" charset="2"/>
              </a:rPr>
              <a:t></a:t>
            </a:r>
          </a:p>
        </p:txBody>
      </p:sp>
      <p:sp>
        <p:nvSpPr>
          <p:cNvPr id="216079" name="Text Box 15"/>
          <p:cNvSpPr txBox="1">
            <a:spLocks noChangeArrowheads="1"/>
          </p:cNvSpPr>
          <p:nvPr/>
        </p:nvSpPr>
        <p:spPr bwMode="auto">
          <a:xfrm>
            <a:off x="6613525" y="3922713"/>
            <a:ext cx="298450" cy="366712"/>
          </a:xfrm>
          <a:prstGeom prst="rect">
            <a:avLst/>
          </a:prstGeom>
          <a:noFill/>
          <a:ln w="9525">
            <a:noFill/>
            <a:miter lim="800000"/>
            <a:headEnd/>
            <a:tailEnd/>
          </a:ln>
          <a:effectLst/>
        </p:spPr>
        <p:txBody>
          <a:bodyPr wrap="none">
            <a:spAutoFit/>
          </a:bodyPr>
          <a:lstStyle/>
          <a:p>
            <a:r>
              <a:rPr lang="en-US"/>
              <a:t>x</a:t>
            </a:r>
          </a:p>
        </p:txBody>
      </p:sp>
      <p:sp>
        <p:nvSpPr>
          <p:cNvPr id="216080" name="Text Box 16"/>
          <p:cNvSpPr txBox="1">
            <a:spLocks noChangeArrowheads="1"/>
          </p:cNvSpPr>
          <p:nvPr/>
        </p:nvSpPr>
        <p:spPr bwMode="auto">
          <a:xfrm>
            <a:off x="5619750" y="3048000"/>
            <a:ext cx="298450" cy="366713"/>
          </a:xfrm>
          <a:prstGeom prst="rect">
            <a:avLst/>
          </a:prstGeom>
          <a:noFill/>
          <a:ln w="9525">
            <a:noFill/>
            <a:miter lim="800000"/>
            <a:headEnd/>
            <a:tailEnd/>
          </a:ln>
          <a:effectLst/>
        </p:spPr>
        <p:txBody>
          <a:bodyPr wrap="none">
            <a:spAutoFit/>
          </a:bodyPr>
          <a:lstStyle/>
          <a:p>
            <a:r>
              <a:rPr lang="en-US"/>
              <a:t>y</a:t>
            </a:r>
          </a:p>
        </p:txBody>
      </p:sp>
      <p:sp>
        <p:nvSpPr>
          <p:cNvPr id="216081" name="Line 17"/>
          <p:cNvSpPr>
            <a:spLocks noChangeShapeType="1"/>
          </p:cNvSpPr>
          <p:nvPr/>
        </p:nvSpPr>
        <p:spPr bwMode="auto">
          <a:xfrm flipH="1">
            <a:off x="6172200" y="2895600"/>
            <a:ext cx="1143000" cy="0"/>
          </a:xfrm>
          <a:prstGeom prst="line">
            <a:avLst/>
          </a:prstGeom>
          <a:noFill/>
          <a:ln w="9525">
            <a:solidFill>
              <a:schemeClr val="tx1"/>
            </a:solidFill>
            <a:prstDash val="dash"/>
            <a:round/>
            <a:headEnd/>
            <a:tailEnd/>
          </a:ln>
          <a:effectLst/>
        </p:spPr>
        <p:txBody>
          <a:bodyPr/>
          <a:lstStyle/>
          <a:p>
            <a:endParaRPr lang="en-US"/>
          </a:p>
        </p:txBody>
      </p:sp>
      <p:sp>
        <p:nvSpPr>
          <p:cNvPr id="216082" name="Text Box 18"/>
          <p:cNvSpPr txBox="1">
            <a:spLocks noChangeArrowheads="1"/>
          </p:cNvSpPr>
          <p:nvPr/>
        </p:nvSpPr>
        <p:spPr bwMode="auto">
          <a:xfrm>
            <a:off x="6461125" y="3084513"/>
            <a:ext cx="311150" cy="366712"/>
          </a:xfrm>
          <a:prstGeom prst="rect">
            <a:avLst/>
          </a:prstGeom>
          <a:noFill/>
          <a:ln w="9525">
            <a:noFill/>
            <a:miter lim="800000"/>
            <a:headEnd/>
            <a:tailEnd/>
          </a:ln>
          <a:effectLst/>
        </p:spPr>
        <p:txBody>
          <a:bodyPr wrap="none">
            <a:spAutoFit/>
          </a:bodyPr>
          <a:lstStyle/>
          <a:p>
            <a:r>
              <a:rPr lang="en-US"/>
              <a:t>h</a:t>
            </a:r>
          </a:p>
        </p:txBody>
      </p:sp>
      <p:sp>
        <p:nvSpPr>
          <p:cNvPr id="216083" name="Text Box 19"/>
          <p:cNvSpPr txBox="1">
            <a:spLocks noChangeArrowheads="1"/>
          </p:cNvSpPr>
          <p:nvPr/>
        </p:nvSpPr>
        <p:spPr bwMode="auto">
          <a:xfrm>
            <a:off x="7324725" y="2562225"/>
            <a:ext cx="336550" cy="366713"/>
          </a:xfrm>
          <a:prstGeom prst="rect">
            <a:avLst/>
          </a:prstGeom>
          <a:noFill/>
          <a:ln w="9525">
            <a:noFill/>
            <a:miter lim="800000"/>
            <a:headEnd/>
            <a:tailEnd/>
          </a:ln>
          <a:effectLst/>
        </p:spPr>
        <p:txBody>
          <a:bodyPr wrap="none">
            <a:spAutoFit/>
          </a:bodyPr>
          <a:lstStyle/>
          <a:p>
            <a:r>
              <a:rPr lang="en-US"/>
              <a:t>P</a:t>
            </a:r>
          </a:p>
        </p:txBody>
      </p:sp>
      <p:sp>
        <p:nvSpPr>
          <p:cNvPr id="216084" name="Text Box 20"/>
          <p:cNvSpPr txBox="1">
            <a:spLocks noChangeArrowheads="1"/>
          </p:cNvSpPr>
          <p:nvPr/>
        </p:nvSpPr>
        <p:spPr bwMode="auto">
          <a:xfrm>
            <a:off x="7708900" y="3916363"/>
            <a:ext cx="585788" cy="366712"/>
          </a:xfrm>
          <a:prstGeom prst="rect">
            <a:avLst/>
          </a:prstGeom>
          <a:noFill/>
          <a:ln w="9525">
            <a:noFill/>
            <a:miter lim="800000"/>
            <a:headEnd/>
            <a:tailEnd/>
          </a:ln>
          <a:effectLst/>
        </p:spPr>
        <p:txBody>
          <a:bodyPr wrap="none">
            <a:spAutoFit/>
          </a:bodyPr>
          <a:lstStyle/>
          <a:p>
            <a:r>
              <a:rPr lang="en-US"/>
              <a:t>x</a:t>
            </a:r>
            <a:r>
              <a:rPr lang="en-US" baseline="-25000"/>
              <a:t>max</a:t>
            </a:r>
          </a:p>
        </p:txBody>
      </p:sp>
      <p:sp>
        <p:nvSpPr>
          <p:cNvPr id="216085" name="Text Box 21"/>
          <p:cNvSpPr txBox="1">
            <a:spLocks noChangeArrowheads="1"/>
          </p:cNvSpPr>
          <p:nvPr/>
        </p:nvSpPr>
        <p:spPr bwMode="auto">
          <a:xfrm>
            <a:off x="4000500" y="3951288"/>
            <a:ext cx="661988" cy="366712"/>
          </a:xfrm>
          <a:prstGeom prst="rect">
            <a:avLst/>
          </a:prstGeom>
          <a:noFill/>
          <a:ln w="9525">
            <a:noFill/>
            <a:miter lim="800000"/>
            <a:headEnd/>
            <a:tailEnd/>
          </a:ln>
          <a:effectLst/>
        </p:spPr>
        <p:txBody>
          <a:bodyPr wrap="none">
            <a:spAutoFit/>
          </a:bodyPr>
          <a:lstStyle/>
          <a:p>
            <a:r>
              <a:rPr lang="en-US"/>
              <a:t>-x</a:t>
            </a:r>
            <a:r>
              <a:rPr lang="en-US" baseline="-25000"/>
              <a:t>max</a:t>
            </a:r>
          </a:p>
        </p:txBody>
      </p:sp>
      <p:sp>
        <p:nvSpPr>
          <p:cNvPr id="216086" name="Line 22"/>
          <p:cNvSpPr>
            <a:spLocks noChangeShapeType="1"/>
          </p:cNvSpPr>
          <p:nvPr/>
        </p:nvSpPr>
        <p:spPr bwMode="auto">
          <a:xfrm>
            <a:off x="6183313" y="3962400"/>
            <a:ext cx="1089025" cy="0"/>
          </a:xfrm>
          <a:prstGeom prst="line">
            <a:avLst/>
          </a:prstGeom>
          <a:noFill/>
          <a:ln w="9525">
            <a:solidFill>
              <a:schemeClr val="tx1"/>
            </a:solidFill>
            <a:round/>
            <a:headEnd type="triangle" w="med" len="med"/>
            <a:tailEnd type="triangle" w="med" len="med"/>
          </a:ln>
          <a:effectLst/>
        </p:spPr>
        <p:txBody>
          <a:bodyPr/>
          <a:lstStyle/>
          <a:p>
            <a:endParaRPr lang="en-US"/>
          </a:p>
        </p:txBody>
      </p:sp>
      <p:grpSp>
        <p:nvGrpSpPr>
          <p:cNvPr id="3" name="Group 23"/>
          <p:cNvGrpSpPr>
            <a:grpSpLocks/>
          </p:cNvGrpSpPr>
          <p:nvPr/>
        </p:nvGrpSpPr>
        <p:grpSpPr bwMode="auto">
          <a:xfrm>
            <a:off x="4614863" y="3810000"/>
            <a:ext cx="3109912" cy="96838"/>
            <a:chOff x="2907" y="2400"/>
            <a:chExt cx="1959" cy="61"/>
          </a:xfrm>
        </p:grpSpPr>
        <p:sp>
          <p:nvSpPr>
            <p:cNvPr id="216088" name="Oval 24"/>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a:effectLst/>
          </p:spPr>
          <p:txBody>
            <a:bodyPr wrap="none" anchor="ctr"/>
            <a:lstStyle/>
            <a:p>
              <a:endParaRPr lang="en-US"/>
            </a:p>
          </p:txBody>
        </p:sp>
        <p:sp>
          <p:nvSpPr>
            <p:cNvPr id="216089" name="Oval 25"/>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a:effectLst/>
          </p:spPr>
          <p:txBody>
            <a:bodyPr wrap="none" anchor="ctr"/>
            <a:lstStyle/>
            <a:p>
              <a:endParaRPr lang="en-US"/>
            </a:p>
          </p:txBody>
        </p:sp>
      </p:grpSp>
      <p:sp>
        <p:nvSpPr>
          <p:cNvPr id="216090" name="Oval 26"/>
          <p:cNvSpPr>
            <a:spLocks noChangeArrowheads="1"/>
          </p:cNvSpPr>
          <p:nvPr/>
        </p:nvSpPr>
        <p:spPr bwMode="auto">
          <a:xfrm>
            <a:off x="7278688" y="2838450"/>
            <a:ext cx="88900" cy="88900"/>
          </a:xfrm>
          <a:prstGeom prst="ellipse">
            <a:avLst/>
          </a:prstGeom>
          <a:solidFill>
            <a:schemeClr val="tx1"/>
          </a:solidFill>
          <a:ln w="9525">
            <a:solidFill>
              <a:schemeClr val="tx1"/>
            </a:solidFill>
            <a:round/>
            <a:headEnd/>
            <a:tailEnd/>
          </a:ln>
          <a:effectLst/>
        </p:spPr>
        <p:txBody>
          <a:bodyPr wrap="none" anchor="ctr"/>
          <a:lstStyle/>
          <a:p>
            <a:endParaRPr lang="en-US"/>
          </a:p>
        </p:txBody>
      </p:sp>
      <p:sp>
        <p:nvSpPr>
          <p:cNvPr id="216091" name="Text Box 27"/>
          <p:cNvSpPr txBox="1">
            <a:spLocks noChangeArrowheads="1"/>
          </p:cNvSpPr>
          <p:nvPr/>
        </p:nvSpPr>
        <p:spPr bwMode="auto">
          <a:xfrm>
            <a:off x="6156325" y="5380038"/>
            <a:ext cx="661988" cy="366712"/>
          </a:xfrm>
          <a:prstGeom prst="rect">
            <a:avLst/>
          </a:prstGeom>
          <a:noFill/>
          <a:ln w="9525">
            <a:noFill/>
            <a:miter lim="800000"/>
            <a:headEnd/>
            <a:tailEnd/>
          </a:ln>
          <a:effectLst/>
        </p:spPr>
        <p:txBody>
          <a:bodyPr wrap="none">
            <a:spAutoFit/>
          </a:bodyPr>
          <a:lstStyle/>
          <a:p>
            <a:r>
              <a:rPr lang="en-US"/>
              <a:t>-y</a:t>
            </a:r>
            <a:r>
              <a:rPr lang="en-US" baseline="-25000"/>
              <a:t>max</a:t>
            </a:r>
          </a:p>
        </p:txBody>
      </p:sp>
      <p:sp>
        <p:nvSpPr>
          <p:cNvPr id="216092" name="Text Box 28"/>
          <p:cNvSpPr txBox="1">
            <a:spLocks noChangeArrowheads="1"/>
          </p:cNvSpPr>
          <p:nvPr/>
        </p:nvSpPr>
        <p:spPr bwMode="auto">
          <a:xfrm>
            <a:off x="6149975" y="1979613"/>
            <a:ext cx="585788" cy="366712"/>
          </a:xfrm>
          <a:prstGeom prst="rect">
            <a:avLst/>
          </a:prstGeom>
          <a:noFill/>
          <a:ln w="9525">
            <a:noFill/>
            <a:miter lim="800000"/>
            <a:headEnd/>
            <a:tailEnd/>
          </a:ln>
          <a:effectLst/>
        </p:spPr>
        <p:txBody>
          <a:bodyPr wrap="none">
            <a:spAutoFit/>
          </a:bodyPr>
          <a:lstStyle/>
          <a:p>
            <a:r>
              <a:rPr lang="en-US"/>
              <a:t>y</a:t>
            </a:r>
            <a:r>
              <a:rPr lang="en-US" baseline="-25000"/>
              <a:t>max</a:t>
            </a:r>
          </a:p>
        </p:txBody>
      </p:sp>
      <p:grpSp>
        <p:nvGrpSpPr>
          <p:cNvPr id="4" name="Group 29"/>
          <p:cNvGrpSpPr>
            <a:grpSpLocks/>
          </p:cNvGrpSpPr>
          <p:nvPr/>
        </p:nvGrpSpPr>
        <p:grpSpPr bwMode="auto">
          <a:xfrm rot="-5400000">
            <a:off x="4624387" y="3833813"/>
            <a:ext cx="3109913" cy="96838"/>
            <a:chOff x="2907" y="2400"/>
            <a:chExt cx="1959" cy="61"/>
          </a:xfrm>
        </p:grpSpPr>
        <p:sp>
          <p:nvSpPr>
            <p:cNvPr id="216094" name="Oval 30"/>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a:effectLst/>
          </p:spPr>
          <p:txBody>
            <a:bodyPr wrap="none" anchor="ctr"/>
            <a:lstStyle/>
            <a:p>
              <a:endParaRPr lang="en-US"/>
            </a:p>
          </p:txBody>
        </p:sp>
        <p:sp>
          <p:nvSpPr>
            <p:cNvPr id="216095" name="Oval 31"/>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a:effectLst/>
          </p:spPr>
          <p:txBody>
            <a:bodyPr wrap="none" anchor="ctr"/>
            <a:lstStyle/>
            <a:p>
              <a:endParaRPr lang="en-US"/>
            </a:p>
          </p:txBody>
        </p:sp>
      </p:grpSp>
      <p:sp>
        <p:nvSpPr>
          <p:cNvPr id="216096" name="Line 32"/>
          <p:cNvSpPr>
            <a:spLocks noChangeShapeType="1"/>
          </p:cNvSpPr>
          <p:nvPr/>
        </p:nvSpPr>
        <p:spPr bwMode="auto">
          <a:xfrm rot="-5400000">
            <a:off x="5572919" y="3382169"/>
            <a:ext cx="928688" cy="0"/>
          </a:xfrm>
          <a:prstGeom prst="line">
            <a:avLst/>
          </a:prstGeom>
          <a:noFill/>
          <a:ln w="9525">
            <a:solidFill>
              <a:schemeClr val="tx1"/>
            </a:solidFill>
            <a:round/>
            <a:headEnd type="triangle" w="med" len="med"/>
            <a:tailEnd type="triangle" w="med" len="med"/>
          </a:ln>
          <a:effectLst/>
        </p:spPr>
        <p:txBody>
          <a:bodyPr/>
          <a:lstStyle/>
          <a:p>
            <a:endParaRPr lang="en-US"/>
          </a:p>
        </p:txBody>
      </p:sp>
      <p:sp>
        <p:nvSpPr>
          <p:cNvPr id="216097" name="Line 33"/>
          <p:cNvSpPr>
            <a:spLocks noChangeShapeType="1"/>
          </p:cNvSpPr>
          <p:nvPr/>
        </p:nvSpPr>
        <p:spPr bwMode="auto">
          <a:xfrm>
            <a:off x="4645025" y="3875088"/>
            <a:ext cx="3062288" cy="0"/>
          </a:xfrm>
          <a:prstGeom prst="line">
            <a:avLst/>
          </a:prstGeom>
          <a:noFill/>
          <a:ln w="38100">
            <a:solidFill>
              <a:srgbClr val="FF0000"/>
            </a:solidFill>
            <a:round/>
            <a:headEnd/>
            <a:tailEnd/>
          </a:ln>
          <a:effectLst/>
        </p:spPr>
        <p:txBody>
          <a:bodyPr/>
          <a:lstStyle/>
          <a:p>
            <a:endParaRPr lang="en-US"/>
          </a:p>
        </p:txBody>
      </p:sp>
      <p:sp>
        <p:nvSpPr>
          <p:cNvPr id="216098" name="Line 34"/>
          <p:cNvSpPr>
            <a:spLocks noChangeShapeType="1"/>
          </p:cNvSpPr>
          <p:nvPr/>
        </p:nvSpPr>
        <p:spPr bwMode="auto">
          <a:xfrm rot="-5400000">
            <a:off x="4639469" y="3898107"/>
            <a:ext cx="3062287" cy="0"/>
          </a:xfrm>
          <a:prstGeom prst="line">
            <a:avLst/>
          </a:prstGeom>
          <a:noFill/>
          <a:ln w="38100">
            <a:solidFill>
              <a:schemeClr val="hlink"/>
            </a:solidFill>
            <a:round/>
            <a:headEnd/>
            <a:tailEnd/>
          </a:ln>
          <a:effectLst/>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090" name="Rectangle 2"/>
          <p:cNvSpPr>
            <a:spLocks noGrp="1" noChangeArrowheads="1"/>
          </p:cNvSpPr>
          <p:nvPr>
            <p:ph type="title"/>
          </p:nvPr>
        </p:nvSpPr>
        <p:spPr/>
        <p:txBody>
          <a:bodyPr/>
          <a:lstStyle/>
          <a:p>
            <a:r>
              <a:rPr lang="en-US"/>
              <a:t>Equations for the two SHOs</a:t>
            </a:r>
          </a:p>
        </p:txBody>
      </p:sp>
      <p:sp>
        <p:nvSpPr>
          <p:cNvPr id="217091" name="Rectangle 3"/>
          <p:cNvSpPr>
            <a:spLocks noGrp="1" noChangeArrowheads="1"/>
          </p:cNvSpPr>
          <p:nvPr>
            <p:ph type="body" idx="1"/>
          </p:nvPr>
        </p:nvSpPr>
        <p:spPr>
          <a:xfrm>
            <a:off x="457200" y="1600200"/>
            <a:ext cx="4803775" cy="4525963"/>
          </a:xfrm>
        </p:spPr>
        <p:txBody>
          <a:bodyPr/>
          <a:lstStyle/>
          <a:p>
            <a:pPr>
              <a:lnSpc>
                <a:spcPct val="90000"/>
              </a:lnSpc>
            </a:pPr>
            <a:r>
              <a:rPr lang="en-US"/>
              <a:t>The equation in X is familiar</a:t>
            </a:r>
          </a:p>
          <a:p>
            <a:pPr>
              <a:lnSpc>
                <a:spcPct val="90000"/>
              </a:lnSpc>
            </a:pPr>
            <a:r>
              <a:rPr lang="en-US"/>
              <a:t>The projection onto the y-axis is a sine function</a:t>
            </a:r>
          </a:p>
          <a:p>
            <a:pPr>
              <a:lnSpc>
                <a:spcPct val="90000"/>
              </a:lnSpc>
            </a:pPr>
            <a:r>
              <a:rPr lang="en-US"/>
              <a:t>An old trig identity says:</a:t>
            </a:r>
          </a:p>
          <a:p>
            <a:pPr>
              <a:lnSpc>
                <a:spcPct val="90000"/>
              </a:lnSpc>
            </a:pPr>
            <a:r>
              <a:rPr lang="en-US"/>
              <a:t>What does this say about the phases of the two SHOs?</a:t>
            </a:r>
          </a:p>
        </p:txBody>
      </p:sp>
      <p:graphicFrame>
        <p:nvGraphicFramePr>
          <p:cNvPr id="217092" name="Object 4"/>
          <p:cNvGraphicFramePr>
            <a:graphicFrameLocks noChangeAspect="1"/>
          </p:cNvGraphicFramePr>
          <p:nvPr/>
        </p:nvGraphicFramePr>
        <p:xfrm>
          <a:off x="5595938" y="1624013"/>
          <a:ext cx="2787650" cy="476250"/>
        </p:xfrm>
        <a:graphic>
          <a:graphicData uri="http://schemas.openxmlformats.org/presentationml/2006/ole">
            <mc:AlternateContent xmlns:mc="http://schemas.openxmlformats.org/markup-compatibility/2006">
              <mc:Choice xmlns:v="urn:schemas-microsoft-com:vml" Requires="v">
                <p:oleObj name="Equation" r:id="rId2" imgW="1346040" imgH="228600" progId="Equation.3">
                  <p:embed/>
                </p:oleObj>
              </mc:Choice>
              <mc:Fallback>
                <p:oleObj name="Equation" r:id="rId2" imgW="1346040" imgH="228600" progId="Equation.3">
                  <p:embed/>
                  <p:pic>
                    <p:nvPicPr>
                      <p:cNvPr id="217092"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95938" y="1624013"/>
                        <a:ext cx="2787650" cy="4762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17093" name="Object 5"/>
          <p:cNvGraphicFramePr>
            <a:graphicFrameLocks noChangeAspect="1"/>
          </p:cNvGraphicFramePr>
          <p:nvPr/>
        </p:nvGraphicFramePr>
        <p:xfrm>
          <a:off x="5573713" y="2633663"/>
          <a:ext cx="2786062" cy="476250"/>
        </p:xfrm>
        <a:graphic>
          <a:graphicData uri="http://schemas.openxmlformats.org/presentationml/2006/ole">
            <mc:AlternateContent xmlns:mc="http://schemas.openxmlformats.org/markup-compatibility/2006">
              <mc:Choice xmlns:v="urn:schemas-microsoft-com:vml" Requires="v">
                <p:oleObj name="Equation" r:id="rId4" imgW="1346040" imgH="228600" progId="Equation.3">
                  <p:embed/>
                </p:oleObj>
              </mc:Choice>
              <mc:Fallback>
                <p:oleObj name="Equation" r:id="rId4" imgW="1346040" imgH="228600" progId="Equation.3">
                  <p:embed/>
                  <p:pic>
                    <p:nvPicPr>
                      <p:cNvPr id="217093"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573713" y="2633663"/>
                        <a:ext cx="2786062" cy="4762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17094" name="Object 6"/>
          <p:cNvGraphicFramePr>
            <a:graphicFrameLocks noChangeAspect="1"/>
          </p:cNvGraphicFramePr>
          <p:nvPr/>
        </p:nvGraphicFramePr>
        <p:xfrm>
          <a:off x="5561013" y="3582988"/>
          <a:ext cx="2578100" cy="900112"/>
        </p:xfrm>
        <a:graphic>
          <a:graphicData uri="http://schemas.openxmlformats.org/presentationml/2006/ole">
            <mc:AlternateContent xmlns:mc="http://schemas.openxmlformats.org/markup-compatibility/2006">
              <mc:Choice xmlns:v="urn:schemas-microsoft-com:vml" Requires="v">
                <p:oleObj name="Equation" r:id="rId6" imgW="1244520" imgH="431640" progId="Equation.3">
                  <p:embed/>
                </p:oleObj>
              </mc:Choice>
              <mc:Fallback>
                <p:oleObj name="Equation" r:id="rId6" imgW="1244520" imgH="431640" progId="Equation.3">
                  <p:embed/>
                  <p:pic>
                    <p:nvPicPr>
                      <p:cNvPr id="217094"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561013" y="3582988"/>
                        <a:ext cx="2578100" cy="9001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114" name="Rectangle 2"/>
          <p:cNvSpPr>
            <a:spLocks noGrp="1" noChangeArrowheads="1"/>
          </p:cNvSpPr>
          <p:nvPr>
            <p:ph type="title"/>
          </p:nvPr>
        </p:nvSpPr>
        <p:spPr/>
        <p:txBody>
          <a:bodyPr/>
          <a:lstStyle/>
          <a:p>
            <a:r>
              <a:rPr lang="en-US"/>
              <a:t>Rotation and Velocity</a:t>
            </a:r>
          </a:p>
        </p:txBody>
      </p:sp>
      <p:grpSp>
        <p:nvGrpSpPr>
          <p:cNvPr id="2" name="Group 3"/>
          <p:cNvGrpSpPr>
            <a:grpSpLocks/>
          </p:cNvGrpSpPr>
          <p:nvPr/>
        </p:nvGrpSpPr>
        <p:grpSpPr bwMode="auto">
          <a:xfrm>
            <a:off x="2909888" y="1831975"/>
            <a:ext cx="3922712" cy="3921125"/>
            <a:chOff x="2592" y="1152"/>
            <a:chExt cx="2592" cy="2592"/>
          </a:xfrm>
        </p:grpSpPr>
        <p:sp>
          <p:nvSpPr>
            <p:cNvPr id="218116" name="Oval 4"/>
            <p:cNvSpPr>
              <a:spLocks noChangeArrowheads="1"/>
            </p:cNvSpPr>
            <p:nvPr/>
          </p:nvSpPr>
          <p:spPr bwMode="auto">
            <a:xfrm>
              <a:off x="2937" y="1488"/>
              <a:ext cx="1902" cy="1920"/>
            </a:xfrm>
            <a:prstGeom prst="ellipse">
              <a:avLst/>
            </a:prstGeom>
            <a:noFill/>
            <a:ln w="9525">
              <a:solidFill>
                <a:schemeClr val="tx1"/>
              </a:solidFill>
              <a:round/>
              <a:headEnd/>
              <a:tailEnd/>
            </a:ln>
            <a:effectLst/>
          </p:spPr>
          <p:txBody>
            <a:bodyPr wrap="none" anchor="ctr"/>
            <a:lstStyle/>
            <a:p>
              <a:endParaRPr lang="en-US"/>
            </a:p>
          </p:txBody>
        </p:sp>
        <p:sp>
          <p:nvSpPr>
            <p:cNvPr id="218117" name="Line 5"/>
            <p:cNvSpPr>
              <a:spLocks noChangeShapeType="1"/>
            </p:cNvSpPr>
            <p:nvPr/>
          </p:nvSpPr>
          <p:spPr bwMode="auto">
            <a:xfrm>
              <a:off x="3888" y="1152"/>
              <a:ext cx="0" cy="2592"/>
            </a:xfrm>
            <a:prstGeom prst="line">
              <a:avLst/>
            </a:prstGeom>
            <a:noFill/>
            <a:ln w="9525">
              <a:solidFill>
                <a:schemeClr val="tx1"/>
              </a:solidFill>
              <a:round/>
              <a:headEnd/>
              <a:tailEnd/>
            </a:ln>
            <a:effectLst/>
          </p:spPr>
          <p:txBody>
            <a:bodyPr/>
            <a:lstStyle/>
            <a:p>
              <a:endParaRPr lang="en-US"/>
            </a:p>
          </p:txBody>
        </p:sp>
        <p:sp>
          <p:nvSpPr>
            <p:cNvPr id="218118" name="Line 6"/>
            <p:cNvSpPr>
              <a:spLocks noChangeShapeType="1"/>
            </p:cNvSpPr>
            <p:nvPr/>
          </p:nvSpPr>
          <p:spPr bwMode="auto">
            <a:xfrm rot="-5400000">
              <a:off x="3888" y="1152"/>
              <a:ext cx="0" cy="2592"/>
            </a:xfrm>
            <a:prstGeom prst="line">
              <a:avLst/>
            </a:prstGeom>
            <a:noFill/>
            <a:ln w="9525">
              <a:solidFill>
                <a:schemeClr val="tx1"/>
              </a:solidFill>
              <a:round/>
              <a:headEnd/>
              <a:tailEnd/>
            </a:ln>
            <a:effectLst/>
          </p:spPr>
          <p:txBody>
            <a:bodyPr/>
            <a:lstStyle/>
            <a:p>
              <a:endParaRPr lang="en-US"/>
            </a:p>
          </p:txBody>
        </p:sp>
      </p:grpSp>
      <p:sp>
        <p:nvSpPr>
          <p:cNvPr id="218119" name="Text Box 7"/>
          <p:cNvSpPr txBox="1">
            <a:spLocks noChangeArrowheads="1"/>
          </p:cNvSpPr>
          <p:nvPr/>
        </p:nvSpPr>
        <p:spPr bwMode="auto">
          <a:xfrm>
            <a:off x="4829175" y="1643063"/>
            <a:ext cx="219075" cy="246062"/>
          </a:xfrm>
          <a:prstGeom prst="rect">
            <a:avLst/>
          </a:prstGeom>
          <a:noFill/>
          <a:ln w="9525">
            <a:noFill/>
            <a:miter lim="800000"/>
            <a:headEnd/>
            <a:tailEnd/>
          </a:ln>
          <a:effectLst/>
        </p:spPr>
        <p:txBody>
          <a:bodyPr wrap="none">
            <a:spAutoFit/>
          </a:bodyPr>
          <a:lstStyle/>
          <a:p>
            <a:r>
              <a:rPr lang="en-US" sz="1000" b="1">
                <a:cs typeface="Arial" charset="0"/>
              </a:rPr>
              <a:t>ĵ</a:t>
            </a:r>
          </a:p>
        </p:txBody>
      </p:sp>
      <p:sp>
        <p:nvSpPr>
          <p:cNvPr id="218120" name="Text Box 8"/>
          <p:cNvSpPr txBox="1">
            <a:spLocks noChangeArrowheads="1"/>
          </p:cNvSpPr>
          <p:nvPr/>
        </p:nvSpPr>
        <p:spPr bwMode="auto">
          <a:xfrm>
            <a:off x="6731000" y="3744913"/>
            <a:ext cx="219075" cy="242887"/>
          </a:xfrm>
          <a:prstGeom prst="rect">
            <a:avLst/>
          </a:prstGeom>
          <a:noFill/>
          <a:ln w="9525">
            <a:noFill/>
            <a:miter lim="800000"/>
            <a:headEnd/>
            <a:tailEnd/>
          </a:ln>
          <a:effectLst/>
        </p:spPr>
        <p:txBody>
          <a:bodyPr wrap="none">
            <a:spAutoFit/>
          </a:bodyPr>
          <a:lstStyle/>
          <a:p>
            <a:r>
              <a:rPr lang="en-US" sz="1000" b="1"/>
              <a:t>î</a:t>
            </a:r>
          </a:p>
        </p:txBody>
      </p:sp>
      <p:sp>
        <p:nvSpPr>
          <p:cNvPr id="218121" name="Line 9"/>
          <p:cNvSpPr>
            <a:spLocks noChangeShapeType="1"/>
          </p:cNvSpPr>
          <p:nvPr/>
        </p:nvSpPr>
        <p:spPr bwMode="auto">
          <a:xfrm flipV="1">
            <a:off x="4868863" y="2851150"/>
            <a:ext cx="1090612" cy="941388"/>
          </a:xfrm>
          <a:prstGeom prst="line">
            <a:avLst/>
          </a:prstGeom>
          <a:noFill/>
          <a:ln w="9525">
            <a:solidFill>
              <a:schemeClr val="tx1"/>
            </a:solidFill>
            <a:round/>
            <a:headEnd/>
            <a:tailEnd/>
          </a:ln>
          <a:effectLst/>
        </p:spPr>
        <p:txBody>
          <a:bodyPr/>
          <a:lstStyle/>
          <a:p>
            <a:endParaRPr lang="en-US"/>
          </a:p>
        </p:txBody>
      </p:sp>
      <p:sp>
        <p:nvSpPr>
          <p:cNvPr id="218122" name="Line 10"/>
          <p:cNvSpPr>
            <a:spLocks noChangeShapeType="1"/>
          </p:cNvSpPr>
          <p:nvPr/>
        </p:nvSpPr>
        <p:spPr bwMode="auto">
          <a:xfrm>
            <a:off x="5959475" y="2851150"/>
            <a:ext cx="0" cy="941388"/>
          </a:xfrm>
          <a:prstGeom prst="line">
            <a:avLst/>
          </a:prstGeom>
          <a:noFill/>
          <a:ln w="9525">
            <a:solidFill>
              <a:schemeClr val="tx1"/>
            </a:solidFill>
            <a:prstDash val="dash"/>
            <a:round/>
            <a:headEnd/>
            <a:tailEnd/>
          </a:ln>
          <a:effectLst/>
        </p:spPr>
        <p:txBody>
          <a:bodyPr/>
          <a:lstStyle/>
          <a:p>
            <a:endParaRPr lang="en-US"/>
          </a:p>
        </p:txBody>
      </p:sp>
      <p:sp>
        <p:nvSpPr>
          <p:cNvPr id="218123" name="Arc 11"/>
          <p:cNvSpPr>
            <a:spLocks/>
          </p:cNvSpPr>
          <p:nvPr/>
        </p:nvSpPr>
        <p:spPr bwMode="auto">
          <a:xfrm>
            <a:off x="5160963" y="3430588"/>
            <a:ext cx="215900" cy="361950"/>
          </a:xfrm>
          <a:custGeom>
            <a:avLst/>
            <a:gdLst>
              <a:gd name="G0" fmla="+- 0 0 0"/>
              <a:gd name="G1" fmla="+- 18292 0 0"/>
              <a:gd name="G2" fmla="+- 21600 0 0"/>
              <a:gd name="T0" fmla="*/ 11487 w 21600"/>
              <a:gd name="T1" fmla="*/ 0 h 18292"/>
              <a:gd name="T2" fmla="*/ 21600 w 21600"/>
              <a:gd name="T3" fmla="*/ 18292 h 18292"/>
              <a:gd name="T4" fmla="*/ 0 w 21600"/>
              <a:gd name="T5" fmla="*/ 18292 h 18292"/>
            </a:gdLst>
            <a:ahLst/>
            <a:cxnLst>
              <a:cxn ang="0">
                <a:pos x="T0" y="T1"/>
              </a:cxn>
              <a:cxn ang="0">
                <a:pos x="T2" y="T3"/>
              </a:cxn>
              <a:cxn ang="0">
                <a:pos x="T4" y="T5"/>
              </a:cxn>
            </a:cxnLst>
            <a:rect l="0" t="0" r="r" b="b"/>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a:effectLst/>
        </p:spPr>
        <p:txBody>
          <a:bodyPr wrap="none" anchor="ctr"/>
          <a:lstStyle/>
          <a:p>
            <a:endParaRPr lang="en-US"/>
          </a:p>
        </p:txBody>
      </p:sp>
      <p:sp>
        <p:nvSpPr>
          <p:cNvPr id="218124" name="Text Box 12"/>
          <p:cNvSpPr txBox="1">
            <a:spLocks noChangeArrowheads="1"/>
          </p:cNvSpPr>
          <p:nvPr/>
        </p:nvSpPr>
        <p:spPr bwMode="auto">
          <a:xfrm>
            <a:off x="5243513" y="3343275"/>
            <a:ext cx="252412" cy="242888"/>
          </a:xfrm>
          <a:prstGeom prst="rect">
            <a:avLst/>
          </a:prstGeom>
          <a:noFill/>
          <a:ln w="9525">
            <a:noFill/>
            <a:miter lim="800000"/>
            <a:headEnd/>
            <a:tailEnd/>
          </a:ln>
          <a:effectLst/>
        </p:spPr>
        <p:txBody>
          <a:bodyPr wrap="none">
            <a:spAutoFit/>
          </a:bodyPr>
          <a:lstStyle/>
          <a:p>
            <a:r>
              <a:rPr lang="en-US" sz="1000">
                <a:sym typeface="Symbol" pitchFamily="18" charset="2"/>
              </a:rPr>
              <a:t></a:t>
            </a:r>
          </a:p>
        </p:txBody>
      </p:sp>
      <p:sp>
        <p:nvSpPr>
          <p:cNvPr id="218125" name="Text Box 13"/>
          <p:cNvSpPr txBox="1">
            <a:spLocks noChangeArrowheads="1"/>
          </p:cNvSpPr>
          <p:nvPr/>
        </p:nvSpPr>
        <p:spPr bwMode="auto">
          <a:xfrm>
            <a:off x="5413375" y="3784600"/>
            <a:ext cx="666750" cy="246063"/>
          </a:xfrm>
          <a:prstGeom prst="rect">
            <a:avLst/>
          </a:prstGeom>
          <a:noFill/>
          <a:ln w="9525">
            <a:noFill/>
            <a:miter lim="800000"/>
            <a:headEnd/>
            <a:tailEnd/>
          </a:ln>
          <a:effectLst/>
        </p:spPr>
        <p:txBody>
          <a:bodyPr>
            <a:spAutoFit/>
          </a:bodyPr>
          <a:lstStyle/>
          <a:p>
            <a:r>
              <a:rPr lang="en-US" sz="1000">
                <a:solidFill>
                  <a:srgbClr val="FF9933"/>
                </a:solidFill>
              </a:rPr>
              <a:t>v</a:t>
            </a:r>
            <a:r>
              <a:rPr lang="en-US" sz="1000" baseline="-25000">
                <a:solidFill>
                  <a:srgbClr val="FF9933"/>
                </a:solidFill>
              </a:rPr>
              <a:t>x</a:t>
            </a:r>
          </a:p>
        </p:txBody>
      </p:sp>
      <p:sp>
        <p:nvSpPr>
          <p:cNvPr id="218126" name="Text Box 14"/>
          <p:cNvSpPr txBox="1">
            <a:spLocks noChangeArrowheads="1"/>
          </p:cNvSpPr>
          <p:nvPr/>
        </p:nvSpPr>
        <p:spPr bwMode="auto">
          <a:xfrm>
            <a:off x="4457700" y="3076575"/>
            <a:ext cx="247650" cy="244475"/>
          </a:xfrm>
          <a:prstGeom prst="rect">
            <a:avLst/>
          </a:prstGeom>
          <a:noFill/>
          <a:ln w="9525">
            <a:noFill/>
            <a:miter lim="800000"/>
            <a:headEnd/>
            <a:tailEnd/>
          </a:ln>
          <a:effectLst/>
        </p:spPr>
        <p:txBody>
          <a:bodyPr wrap="none">
            <a:spAutoFit/>
          </a:bodyPr>
          <a:lstStyle/>
          <a:p>
            <a:r>
              <a:rPr lang="en-US" sz="1000"/>
              <a:t>y</a:t>
            </a:r>
          </a:p>
        </p:txBody>
      </p:sp>
      <p:sp>
        <p:nvSpPr>
          <p:cNvPr id="218127" name="Line 15"/>
          <p:cNvSpPr>
            <a:spLocks noChangeShapeType="1"/>
          </p:cNvSpPr>
          <p:nvPr/>
        </p:nvSpPr>
        <p:spPr bwMode="auto">
          <a:xfrm flipH="1">
            <a:off x="4868863" y="2851150"/>
            <a:ext cx="1090612" cy="0"/>
          </a:xfrm>
          <a:prstGeom prst="line">
            <a:avLst/>
          </a:prstGeom>
          <a:noFill/>
          <a:ln w="9525">
            <a:solidFill>
              <a:schemeClr val="tx1"/>
            </a:solidFill>
            <a:prstDash val="dash"/>
            <a:round/>
            <a:headEnd/>
            <a:tailEnd/>
          </a:ln>
          <a:effectLst/>
        </p:spPr>
        <p:txBody>
          <a:bodyPr/>
          <a:lstStyle/>
          <a:p>
            <a:endParaRPr lang="en-US"/>
          </a:p>
        </p:txBody>
      </p:sp>
      <p:sp>
        <p:nvSpPr>
          <p:cNvPr id="218128" name="Line 16"/>
          <p:cNvSpPr>
            <a:spLocks noChangeShapeType="1"/>
          </p:cNvSpPr>
          <p:nvPr/>
        </p:nvSpPr>
        <p:spPr bwMode="auto">
          <a:xfrm flipH="1">
            <a:off x="5413375" y="3784600"/>
            <a:ext cx="527050" cy="0"/>
          </a:xfrm>
          <a:prstGeom prst="line">
            <a:avLst/>
          </a:prstGeom>
          <a:noFill/>
          <a:ln w="28575">
            <a:solidFill>
              <a:srgbClr val="FF9933"/>
            </a:solidFill>
            <a:round/>
            <a:headEnd/>
            <a:tailEnd type="triangle" w="med" len="med"/>
          </a:ln>
          <a:effectLst/>
        </p:spPr>
        <p:txBody>
          <a:bodyPr/>
          <a:lstStyle/>
          <a:p>
            <a:endParaRPr lang="en-US"/>
          </a:p>
        </p:txBody>
      </p:sp>
      <p:sp>
        <p:nvSpPr>
          <p:cNvPr id="218129" name="Line 17"/>
          <p:cNvSpPr>
            <a:spLocks noChangeShapeType="1"/>
          </p:cNvSpPr>
          <p:nvPr/>
        </p:nvSpPr>
        <p:spPr bwMode="auto">
          <a:xfrm flipH="1">
            <a:off x="5413375" y="2847975"/>
            <a:ext cx="527050" cy="0"/>
          </a:xfrm>
          <a:prstGeom prst="line">
            <a:avLst/>
          </a:prstGeom>
          <a:noFill/>
          <a:ln w="28575">
            <a:solidFill>
              <a:srgbClr val="FF9933"/>
            </a:solidFill>
            <a:round/>
            <a:headEnd/>
            <a:tailEnd type="triangle" w="med" len="med"/>
          </a:ln>
          <a:effectLst/>
        </p:spPr>
        <p:txBody>
          <a:bodyPr/>
          <a:lstStyle/>
          <a:p>
            <a:endParaRPr lang="en-US"/>
          </a:p>
        </p:txBody>
      </p:sp>
      <p:sp>
        <p:nvSpPr>
          <p:cNvPr id="218130" name="Line 18"/>
          <p:cNvSpPr>
            <a:spLocks noChangeShapeType="1"/>
          </p:cNvSpPr>
          <p:nvPr/>
        </p:nvSpPr>
        <p:spPr bwMode="auto">
          <a:xfrm flipH="1" flipV="1">
            <a:off x="5430838" y="2151063"/>
            <a:ext cx="509587" cy="696912"/>
          </a:xfrm>
          <a:prstGeom prst="line">
            <a:avLst/>
          </a:prstGeom>
          <a:noFill/>
          <a:ln w="28575">
            <a:solidFill>
              <a:srgbClr val="993300"/>
            </a:solidFill>
            <a:round/>
            <a:headEnd/>
            <a:tailEnd type="triangle" w="med" len="med"/>
          </a:ln>
          <a:effectLst/>
        </p:spPr>
        <p:txBody>
          <a:bodyPr/>
          <a:lstStyle/>
          <a:p>
            <a:endParaRPr lang="en-US"/>
          </a:p>
        </p:txBody>
      </p:sp>
      <p:sp>
        <p:nvSpPr>
          <p:cNvPr id="218131" name="Text Box 19"/>
          <p:cNvSpPr txBox="1">
            <a:spLocks noChangeArrowheads="1"/>
          </p:cNvSpPr>
          <p:nvPr/>
        </p:nvSpPr>
        <p:spPr bwMode="auto">
          <a:xfrm>
            <a:off x="5545138" y="2044700"/>
            <a:ext cx="666750" cy="244475"/>
          </a:xfrm>
          <a:prstGeom prst="rect">
            <a:avLst/>
          </a:prstGeom>
          <a:noFill/>
          <a:ln w="9525">
            <a:noFill/>
            <a:miter lim="800000"/>
            <a:headEnd/>
            <a:tailEnd/>
          </a:ln>
          <a:effectLst/>
        </p:spPr>
        <p:txBody>
          <a:bodyPr>
            <a:spAutoFit/>
          </a:bodyPr>
          <a:lstStyle/>
          <a:p>
            <a:r>
              <a:rPr lang="en-US" sz="1000">
                <a:solidFill>
                  <a:srgbClr val="CC6600"/>
                </a:solidFill>
              </a:rPr>
              <a:t>v</a:t>
            </a:r>
            <a:endParaRPr lang="en-US" sz="1000" baseline="-25000">
              <a:solidFill>
                <a:srgbClr val="CC6600"/>
              </a:solidFill>
            </a:endParaRPr>
          </a:p>
        </p:txBody>
      </p:sp>
      <p:sp>
        <p:nvSpPr>
          <p:cNvPr id="218132" name="Text Box 20"/>
          <p:cNvSpPr txBox="1">
            <a:spLocks noChangeArrowheads="1"/>
          </p:cNvSpPr>
          <p:nvPr/>
        </p:nvSpPr>
        <p:spPr bwMode="auto">
          <a:xfrm>
            <a:off x="5149850" y="2819400"/>
            <a:ext cx="666750" cy="246063"/>
          </a:xfrm>
          <a:prstGeom prst="rect">
            <a:avLst/>
          </a:prstGeom>
          <a:noFill/>
          <a:ln w="9525">
            <a:noFill/>
            <a:miter lim="800000"/>
            <a:headEnd/>
            <a:tailEnd/>
          </a:ln>
          <a:effectLst/>
        </p:spPr>
        <p:txBody>
          <a:bodyPr>
            <a:spAutoFit/>
          </a:bodyPr>
          <a:lstStyle/>
          <a:p>
            <a:r>
              <a:rPr lang="en-US" sz="1000">
                <a:solidFill>
                  <a:srgbClr val="FF9933"/>
                </a:solidFill>
              </a:rPr>
              <a:t>v</a:t>
            </a:r>
            <a:r>
              <a:rPr lang="en-US" sz="1000" baseline="-25000">
                <a:solidFill>
                  <a:srgbClr val="FF9933"/>
                </a:solidFill>
              </a:rPr>
              <a:t>x</a:t>
            </a:r>
          </a:p>
        </p:txBody>
      </p:sp>
      <p:grpSp>
        <p:nvGrpSpPr>
          <p:cNvPr id="3" name="Group 21"/>
          <p:cNvGrpSpPr>
            <a:grpSpLocks/>
          </p:cNvGrpSpPr>
          <p:nvPr/>
        </p:nvGrpSpPr>
        <p:grpSpPr bwMode="auto">
          <a:xfrm>
            <a:off x="6480175" y="4217988"/>
            <a:ext cx="2428875" cy="2339975"/>
            <a:chOff x="2592" y="974"/>
            <a:chExt cx="1530" cy="1474"/>
          </a:xfrm>
        </p:grpSpPr>
        <p:grpSp>
          <p:nvGrpSpPr>
            <p:cNvPr id="4" name="Group 22"/>
            <p:cNvGrpSpPr>
              <a:grpSpLocks/>
            </p:cNvGrpSpPr>
            <p:nvPr/>
          </p:nvGrpSpPr>
          <p:grpSpPr bwMode="auto">
            <a:xfrm>
              <a:off x="2592" y="974"/>
              <a:ext cx="1530" cy="1474"/>
              <a:chOff x="2592" y="974"/>
              <a:chExt cx="1530" cy="1474"/>
            </a:xfrm>
          </p:grpSpPr>
          <p:grpSp>
            <p:nvGrpSpPr>
              <p:cNvPr id="5" name="Group 23"/>
              <p:cNvGrpSpPr>
                <a:grpSpLocks/>
              </p:cNvGrpSpPr>
              <p:nvPr/>
            </p:nvGrpSpPr>
            <p:grpSpPr bwMode="auto">
              <a:xfrm>
                <a:off x="2592" y="1042"/>
                <a:ext cx="1429" cy="1406"/>
                <a:chOff x="2592" y="1152"/>
                <a:chExt cx="2592" cy="2592"/>
              </a:xfrm>
            </p:grpSpPr>
            <p:sp>
              <p:nvSpPr>
                <p:cNvPr id="218136" name="Oval 24"/>
                <p:cNvSpPr>
                  <a:spLocks noChangeArrowheads="1"/>
                </p:cNvSpPr>
                <p:nvPr/>
              </p:nvSpPr>
              <p:spPr bwMode="auto">
                <a:xfrm>
                  <a:off x="2937" y="1488"/>
                  <a:ext cx="1902" cy="1920"/>
                </a:xfrm>
                <a:prstGeom prst="ellipse">
                  <a:avLst/>
                </a:prstGeom>
                <a:noFill/>
                <a:ln w="9525">
                  <a:solidFill>
                    <a:schemeClr val="tx1"/>
                  </a:solidFill>
                  <a:round/>
                  <a:headEnd/>
                  <a:tailEnd/>
                </a:ln>
                <a:effectLst/>
              </p:spPr>
              <p:txBody>
                <a:bodyPr wrap="none" anchor="ctr"/>
                <a:lstStyle/>
                <a:p>
                  <a:endParaRPr lang="en-US"/>
                </a:p>
              </p:txBody>
            </p:sp>
            <p:sp>
              <p:nvSpPr>
                <p:cNvPr id="218137" name="Line 25"/>
                <p:cNvSpPr>
                  <a:spLocks noChangeShapeType="1"/>
                </p:cNvSpPr>
                <p:nvPr/>
              </p:nvSpPr>
              <p:spPr bwMode="auto">
                <a:xfrm>
                  <a:off x="3888" y="1152"/>
                  <a:ext cx="0" cy="2592"/>
                </a:xfrm>
                <a:prstGeom prst="line">
                  <a:avLst/>
                </a:prstGeom>
                <a:noFill/>
                <a:ln w="9525">
                  <a:solidFill>
                    <a:schemeClr val="tx1"/>
                  </a:solidFill>
                  <a:round/>
                  <a:headEnd/>
                  <a:tailEnd/>
                </a:ln>
                <a:effectLst/>
              </p:spPr>
              <p:txBody>
                <a:bodyPr/>
                <a:lstStyle/>
                <a:p>
                  <a:endParaRPr lang="en-US"/>
                </a:p>
              </p:txBody>
            </p:sp>
            <p:sp>
              <p:nvSpPr>
                <p:cNvPr id="218138" name="Line 26"/>
                <p:cNvSpPr>
                  <a:spLocks noChangeShapeType="1"/>
                </p:cNvSpPr>
                <p:nvPr/>
              </p:nvSpPr>
              <p:spPr bwMode="auto">
                <a:xfrm rot="-5400000">
                  <a:off x="3888" y="1152"/>
                  <a:ext cx="0" cy="2592"/>
                </a:xfrm>
                <a:prstGeom prst="line">
                  <a:avLst/>
                </a:prstGeom>
                <a:noFill/>
                <a:ln w="9525">
                  <a:solidFill>
                    <a:schemeClr val="tx1"/>
                  </a:solidFill>
                  <a:round/>
                  <a:headEnd/>
                  <a:tailEnd/>
                </a:ln>
                <a:effectLst/>
              </p:spPr>
              <p:txBody>
                <a:bodyPr/>
                <a:lstStyle/>
                <a:p>
                  <a:endParaRPr lang="en-US"/>
                </a:p>
              </p:txBody>
            </p:sp>
          </p:grpSp>
          <p:sp>
            <p:nvSpPr>
              <p:cNvPr id="218139" name="Text Box 27"/>
              <p:cNvSpPr txBox="1">
                <a:spLocks noChangeArrowheads="1"/>
              </p:cNvSpPr>
              <p:nvPr/>
            </p:nvSpPr>
            <p:spPr bwMode="auto">
              <a:xfrm>
                <a:off x="3291" y="974"/>
                <a:ext cx="138" cy="154"/>
              </a:xfrm>
              <a:prstGeom prst="rect">
                <a:avLst/>
              </a:prstGeom>
              <a:noFill/>
              <a:ln w="9525">
                <a:noFill/>
                <a:miter lim="800000"/>
                <a:headEnd/>
                <a:tailEnd/>
              </a:ln>
              <a:effectLst/>
            </p:spPr>
            <p:txBody>
              <a:bodyPr wrap="none">
                <a:spAutoFit/>
              </a:bodyPr>
              <a:lstStyle/>
              <a:p>
                <a:r>
                  <a:rPr lang="en-US" sz="1000" b="1">
                    <a:cs typeface="Arial" charset="0"/>
                  </a:rPr>
                  <a:t>ĵ</a:t>
                </a:r>
              </a:p>
            </p:txBody>
          </p:sp>
          <p:sp>
            <p:nvSpPr>
              <p:cNvPr id="218140" name="Text Box 28"/>
              <p:cNvSpPr txBox="1">
                <a:spLocks noChangeArrowheads="1"/>
              </p:cNvSpPr>
              <p:nvPr/>
            </p:nvSpPr>
            <p:spPr bwMode="auto">
              <a:xfrm>
                <a:off x="3984" y="1728"/>
                <a:ext cx="138" cy="154"/>
              </a:xfrm>
              <a:prstGeom prst="rect">
                <a:avLst/>
              </a:prstGeom>
              <a:noFill/>
              <a:ln w="9525">
                <a:noFill/>
                <a:miter lim="800000"/>
                <a:headEnd/>
                <a:tailEnd/>
              </a:ln>
              <a:effectLst/>
            </p:spPr>
            <p:txBody>
              <a:bodyPr wrap="none">
                <a:spAutoFit/>
              </a:bodyPr>
              <a:lstStyle/>
              <a:p>
                <a:r>
                  <a:rPr lang="en-US" sz="1000" b="1"/>
                  <a:t>î</a:t>
                </a:r>
              </a:p>
            </p:txBody>
          </p:sp>
          <p:sp>
            <p:nvSpPr>
              <p:cNvPr id="218141" name="Line 29"/>
              <p:cNvSpPr>
                <a:spLocks noChangeShapeType="1"/>
              </p:cNvSpPr>
              <p:nvPr/>
            </p:nvSpPr>
            <p:spPr bwMode="auto">
              <a:xfrm flipV="1">
                <a:off x="3306" y="1407"/>
                <a:ext cx="397" cy="338"/>
              </a:xfrm>
              <a:prstGeom prst="line">
                <a:avLst/>
              </a:prstGeom>
              <a:noFill/>
              <a:ln w="9525">
                <a:solidFill>
                  <a:schemeClr val="tx1"/>
                </a:solidFill>
                <a:round/>
                <a:headEnd/>
                <a:tailEnd/>
              </a:ln>
              <a:effectLst/>
            </p:spPr>
            <p:txBody>
              <a:bodyPr/>
              <a:lstStyle/>
              <a:p>
                <a:endParaRPr lang="en-US"/>
              </a:p>
            </p:txBody>
          </p:sp>
          <p:sp>
            <p:nvSpPr>
              <p:cNvPr id="218142" name="Line 30"/>
              <p:cNvSpPr>
                <a:spLocks noChangeShapeType="1"/>
              </p:cNvSpPr>
              <p:nvPr/>
            </p:nvSpPr>
            <p:spPr bwMode="auto">
              <a:xfrm>
                <a:off x="3703" y="1407"/>
                <a:ext cx="0" cy="338"/>
              </a:xfrm>
              <a:prstGeom prst="line">
                <a:avLst/>
              </a:prstGeom>
              <a:noFill/>
              <a:ln w="9525">
                <a:solidFill>
                  <a:schemeClr val="tx1"/>
                </a:solidFill>
                <a:prstDash val="dash"/>
                <a:round/>
                <a:headEnd/>
                <a:tailEnd/>
              </a:ln>
              <a:effectLst/>
            </p:spPr>
            <p:txBody>
              <a:bodyPr/>
              <a:lstStyle/>
              <a:p>
                <a:endParaRPr lang="en-US"/>
              </a:p>
            </p:txBody>
          </p:sp>
          <p:sp>
            <p:nvSpPr>
              <p:cNvPr id="218143" name="Arc 31"/>
              <p:cNvSpPr>
                <a:spLocks/>
              </p:cNvSpPr>
              <p:nvPr/>
            </p:nvSpPr>
            <p:spPr bwMode="auto">
              <a:xfrm>
                <a:off x="3412" y="1615"/>
                <a:ext cx="79" cy="130"/>
              </a:xfrm>
              <a:custGeom>
                <a:avLst/>
                <a:gdLst>
                  <a:gd name="G0" fmla="+- 0 0 0"/>
                  <a:gd name="G1" fmla="+- 18292 0 0"/>
                  <a:gd name="G2" fmla="+- 21600 0 0"/>
                  <a:gd name="T0" fmla="*/ 11487 w 21600"/>
                  <a:gd name="T1" fmla="*/ 0 h 18292"/>
                  <a:gd name="T2" fmla="*/ 21600 w 21600"/>
                  <a:gd name="T3" fmla="*/ 18292 h 18292"/>
                  <a:gd name="T4" fmla="*/ 0 w 21600"/>
                  <a:gd name="T5" fmla="*/ 18292 h 18292"/>
                </a:gdLst>
                <a:ahLst/>
                <a:cxnLst>
                  <a:cxn ang="0">
                    <a:pos x="T0" y="T1"/>
                  </a:cxn>
                  <a:cxn ang="0">
                    <a:pos x="T2" y="T3"/>
                  </a:cxn>
                  <a:cxn ang="0">
                    <a:pos x="T4" y="T5"/>
                  </a:cxn>
                </a:cxnLst>
                <a:rect l="0" t="0" r="r" b="b"/>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a:effectLst/>
            </p:spPr>
            <p:txBody>
              <a:bodyPr wrap="none" anchor="ctr"/>
              <a:lstStyle/>
              <a:p>
                <a:endParaRPr lang="en-US"/>
              </a:p>
            </p:txBody>
          </p:sp>
          <p:sp>
            <p:nvSpPr>
              <p:cNvPr id="218144" name="Text Box 32"/>
              <p:cNvSpPr txBox="1">
                <a:spLocks noChangeArrowheads="1"/>
              </p:cNvSpPr>
              <p:nvPr/>
            </p:nvSpPr>
            <p:spPr bwMode="auto">
              <a:xfrm>
                <a:off x="3442" y="1584"/>
                <a:ext cx="158" cy="154"/>
              </a:xfrm>
              <a:prstGeom prst="rect">
                <a:avLst/>
              </a:prstGeom>
              <a:noFill/>
              <a:ln w="9525">
                <a:noFill/>
                <a:miter lim="800000"/>
                <a:headEnd/>
                <a:tailEnd/>
              </a:ln>
              <a:effectLst/>
            </p:spPr>
            <p:txBody>
              <a:bodyPr wrap="none">
                <a:spAutoFit/>
              </a:bodyPr>
              <a:lstStyle/>
              <a:p>
                <a:r>
                  <a:rPr lang="en-US" sz="1000">
                    <a:sym typeface="Symbol" pitchFamily="18" charset="2"/>
                  </a:rPr>
                  <a:t></a:t>
                </a:r>
              </a:p>
            </p:txBody>
          </p:sp>
          <p:sp>
            <p:nvSpPr>
              <p:cNvPr id="218145" name="Text Box 33"/>
              <p:cNvSpPr txBox="1">
                <a:spLocks noChangeArrowheads="1"/>
              </p:cNvSpPr>
              <p:nvPr/>
            </p:nvSpPr>
            <p:spPr bwMode="auto">
              <a:xfrm>
                <a:off x="3453" y="1728"/>
                <a:ext cx="156" cy="154"/>
              </a:xfrm>
              <a:prstGeom prst="rect">
                <a:avLst/>
              </a:prstGeom>
              <a:noFill/>
              <a:ln w="9525">
                <a:noFill/>
                <a:miter lim="800000"/>
                <a:headEnd/>
                <a:tailEnd/>
              </a:ln>
              <a:effectLst/>
            </p:spPr>
            <p:txBody>
              <a:bodyPr>
                <a:spAutoFit/>
              </a:bodyPr>
              <a:lstStyle/>
              <a:p>
                <a:r>
                  <a:rPr lang="en-US" sz="1000"/>
                  <a:t>x</a:t>
                </a:r>
              </a:p>
            </p:txBody>
          </p:sp>
          <p:sp>
            <p:nvSpPr>
              <p:cNvPr id="218146" name="Text Box 34"/>
              <p:cNvSpPr txBox="1">
                <a:spLocks noChangeArrowheads="1"/>
              </p:cNvSpPr>
              <p:nvPr/>
            </p:nvSpPr>
            <p:spPr bwMode="auto">
              <a:xfrm>
                <a:off x="3156" y="1488"/>
                <a:ext cx="156" cy="154"/>
              </a:xfrm>
              <a:prstGeom prst="rect">
                <a:avLst/>
              </a:prstGeom>
              <a:noFill/>
              <a:ln w="9525">
                <a:noFill/>
                <a:miter lim="800000"/>
                <a:headEnd/>
                <a:tailEnd/>
              </a:ln>
              <a:effectLst/>
            </p:spPr>
            <p:txBody>
              <a:bodyPr wrap="none">
                <a:spAutoFit/>
              </a:bodyPr>
              <a:lstStyle/>
              <a:p>
                <a:r>
                  <a:rPr lang="en-US" sz="1000"/>
                  <a:t>y</a:t>
                </a:r>
              </a:p>
            </p:txBody>
          </p:sp>
          <p:sp>
            <p:nvSpPr>
              <p:cNvPr id="218147" name="Line 35"/>
              <p:cNvSpPr>
                <a:spLocks noChangeShapeType="1"/>
              </p:cNvSpPr>
              <p:nvPr/>
            </p:nvSpPr>
            <p:spPr bwMode="auto">
              <a:xfrm flipH="1">
                <a:off x="3306" y="1407"/>
                <a:ext cx="397" cy="0"/>
              </a:xfrm>
              <a:prstGeom prst="line">
                <a:avLst/>
              </a:prstGeom>
              <a:noFill/>
              <a:ln w="9525">
                <a:solidFill>
                  <a:schemeClr val="tx1"/>
                </a:solidFill>
                <a:prstDash val="dash"/>
                <a:round/>
                <a:headEnd/>
                <a:tailEnd/>
              </a:ln>
              <a:effectLst/>
            </p:spPr>
            <p:txBody>
              <a:bodyPr/>
              <a:lstStyle/>
              <a:p>
                <a:endParaRPr lang="en-US"/>
              </a:p>
            </p:txBody>
          </p:sp>
          <p:sp>
            <p:nvSpPr>
              <p:cNvPr id="218148" name="Text Box 36"/>
              <p:cNvSpPr txBox="1">
                <a:spLocks noChangeArrowheads="1"/>
              </p:cNvSpPr>
              <p:nvPr/>
            </p:nvSpPr>
            <p:spPr bwMode="auto">
              <a:xfrm>
                <a:off x="3312" y="1440"/>
                <a:ext cx="262" cy="154"/>
              </a:xfrm>
              <a:prstGeom prst="rect">
                <a:avLst/>
              </a:prstGeom>
              <a:noFill/>
              <a:ln w="9525">
                <a:noFill/>
                <a:miter lim="800000"/>
                <a:headEnd/>
                <a:tailEnd/>
              </a:ln>
              <a:effectLst/>
            </p:spPr>
            <p:txBody>
              <a:bodyPr wrap="none">
                <a:spAutoFit/>
              </a:bodyPr>
              <a:lstStyle/>
              <a:p>
                <a:r>
                  <a:rPr lang="en-US" sz="1000"/>
                  <a:t>x</a:t>
                </a:r>
                <a:r>
                  <a:rPr lang="en-US" sz="1000" baseline="-25000"/>
                  <a:t>max</a:t>
                </a:r>
              </a:p>
            </p:txBody>
          </p:sp>
          <p:sp>
            <p:nvSpPr>
              <p:cNvPr id="218149" name="Text Box 37"/>
              <p:cNvSpPr txBox="1">
                <a:spLocks noChangeArrowheads="1"/>
              </p:cNvSpPr>
              <p:nvPr/>
            </p:nvSpPr>
            <p:spPr bwMode="auto">
              <a:xfrm>
                <a:off x="3840" y="1824"/>
                <a:ext cx="262" cy="154"/>
              </a:xfrm>
              <a:prstGeom prst="rect">
                <a:avLst/>
              </a:prstGeom>
              <a:noFill/>
              <a:ln w="9525">
                <a:noFill/>
                <a:miter lim="800000"/>
                <a:headEnd/>
                <a:tailEnd/>
              </a:ln>
              <a:effectLst/>
            </p:spPr>
            <p:txBody>
              <a:bodyPr wrap="none">
                <a:spAutoFit/>
              </a:bodyPr>
              <a:lstStyle/>
              <a:p>
                <a:r>
                  <a:rPr lang="en-US" sz="1000"/>
                  <a:t>x</a:t>
                </a:r>
                <a:r>
                  <a:rPr lang="en-US" sz="1000" baseline="-25000"/>
                  <a:t>max</a:t>
                </a:r>
              </a:p>
            </p:txBody>
          </p:sp>
          <p:sp>
            <p:nvSpPr>
              <p:cNvPr id="218150" name="Line 38"/>
              <p:cNvSpPr>
                <a:spLocks noChangeShapeType="1"/>
              </p:cNvSpPr>
              <p:nvPr/>
            </p:nvSpPr>
            <p:spPr bwMode="auto">
              <a:xfrm flipH="1" flipV="1">
                <a:off x="3840" y="1728"/>
                <a:ext cx="48" cy="144"/>
              </a:xfrm>
              <a:prstGeom prst="line">
                <a:avLst/>
              </a:prstGeom>
              <a:noFill/>
              <a:ln w="9525">
                <a:solidFill>
                  <a:schemeClr val="tx1"/>
                </a:solidFill>
                <a:round/>
                <a:headEnd/>
                <a:tailEnd type="triangle" w="med" len="med"/>
              </a:ln>
              <a:effectLst/>
            </p:spPr>
            <p:txBody>
              <a:bodyPr/>
              <a:lstStyle/>
              <a:p>
                <a:endParaRPr lang="en-US"/>
              </a:p>
            </p:txBody>
          </p:sp>
          <p:sp>
            <p:nvSpPr>
              <p:cNvPr id="218151" name="Line 39"/>
              <p:cNvSpPr>
                <a:spLocks noChangeShapeType="1"/>
              </p:cNvSpPr>
              <p:nvPr/>
            </p:nvSpPr>
            <p:spPr bwMode="auto">
              <a:xfrm flipH="1">
                <a:off x="3308" y="1744"/>
                <a:ext cx="388" cy="0"/>
              </a:xfrm>
              <a:prstGeom prst="line">
                <a:avLst/>
              </a:prstGeom>
              <a:noFill/>
              <a:ln w="28575">
                <a:solidFill>
                  <a:schemeClr val="tx1"/>
                </a:solidFill>
                <a:round/>
                <a:headEnd/>
                <a:tailEnd/>
              </a:ln>
              <a:effectLst/>
            </p:spPr>
            <p:txBody>
              <a:bodyPr/>
              <a:lstStyle/>
              <a:p>
                <a:endParaRPr lang="en-US"/>
              </a:p>
            </p:txBody>
          </p:sp>
        </p:grpSp>
        <p:sp>
          <p:nvSpPr>
            <p:cNvPr id="218152" name="Text Box 40"/>
            <p:cNvSpPr txBox="1">
              <a:spLocks noChangeArrowheads="1"/>
            </p:cNvSpPr>
            <p:nvPr/>
          </p:nvSpPr>
          <p:spPr bwMode="auto">
            <a:xfrm>
              <a:off x="3686" y="1285"/>
              <a:ext cx="180" cy="173"/>
            </a:xfrm>
            <a:prstGeom prst="rect">
              <a:avLst/>
            </a:prstGeom>
            <a:noFill/>
            <a:ln w="9525">
              <a:noFill/>
              <a:miter lim="800000"/>
              <a:headEnd/>
              <a:tailEnd/>
            </a:ln>
            <a:effectLst/>
          </p:spPr>
          <p:txBody>
            <a:bodyPr wrap="none">
              <a:spAutoFit/>
            </a:bodyPr>
            <a:lstStyle/>
            <a:p>
              <a:r>
                <a:rPr lang="en-US" sz="1200"/>
                <a:t>P</a:t>
              </a:r>
            </a:p>
          </p:txBody>
        </p:sp>
      </p:grpSp>
      <p:sp>
        <p:nvSpPr>
          <p:cNvPr id="218153" name="Rectangle 41"/>
          <p:cNvSpPr>
            <a:spLocks noGrp="1" noChangeArrowheads="1"/>
          </p:cNvSpPr>
          <p:nvPr>
            <p:ph type="body" idx="1"/>
          </p:nvPr>
        </p:nvSpPr>
        <p:spPr>
          <a:xfrm>
            <a:off x="442913" y="1571625"/>
            <a:ext cx="3222625" cy="2146300"/>
          </a:xfrm>
        </p:spPr>
        <p:txBody>
          <a:bodyPr/>
          <a:lstStyle/>
          <a:p>
            <a:pPr>
              <a:lnSpc>
                <a:spcPct val="90000"/>
              </a:lnSpc>
            </a:pPr>
            <a:r>
              <a:rPr lang="en-US" sz="1600"/>
              <a:t>Look at the Angular Speed</a:t>
            </a:r>
          </a:p>
          <a:p>
            <a:pPr>
              <a:lnSpc>
                <a:spcPct val="90000"/>
              </a:lnSpc>
            </a:pPr>
            <a:endParaRPr lang="en-US" sz="1600"/>
          </a:p>
          <a:p>
            <a:pPr>
              <a:lnSpc>
                <a:spcPct val="90000"/>
              </a:lnSpc>
            </a:pPr>
            <a:endParaRPr lang="en-US" sz="1600"/>
          </a:p>
          <a:p>
            <a:pPr>
              <a:lnSpc>
                <a:spcPct val="90000"/>
              </a:lnSpc>
            </a:pPr>
            <a:r>
              <a:rPr lang="en-US" sz="1600"/>
              <a:t>Then</a:t>
            </a:r>
          </a:p>
          <a:p>
            <a:pPr>
              <a:lnSpc>
                <a:spcPct val="90000"/>
              </a:lnSpc>
            </a:pPr>
            <a:endParaRPr lang="en-US" sz="1600"/>
          </a:p>
          <a:p>
            <a:pPr>
              <a:lnSpc>
                <a:spcPct val="90000"/>
              </a:lnSpc>
            </a:pPr>
            <a:endParaRPr lang="en-US" sz="1600"/>
          </a:p>
          <a:p>
            <a:pPr>
              <a:lnSpc>
                <a:spcPct val="90000"/>
              </a:lnSpc>
            </a:pPr>
            <a:r>
              <a:rPr lang="en-US" sz="1600"/>
              <a:t>Let’s take the x-component</a:t>
            </a:r>
          </a:p>
        </p:txBody>
      </p:sp>
      <p:sp>
        <p:nvSpPr>
          <p:cNvPr id="218154" name="Text Box 42"/>
          <p:cNvSpPr txBox="1">
            <a:spLocks noChangeArrowheads="1"/>
          </p:cNvSpPr>
          <p:nvPr/>
        </p:nvSpPr>
        <p:spPr bwMode="auto">
          <a:xfrm>
            <a:off x="5391150" y="2933700"/>
            <a:ext cx="252413" cy="242888"/>
          </a:xfrm>
          <a:prstGeom prst="rect">
            <a:avLst/>
          </a:prstGeom>
          <a:noFill/>
          <a:ln w="9525">
            <a:noFill/>
            <a:miter lim="800000"/>
            <a:headEnd/>
            <a:tailEnd/>
          </a:ln>
          <a:effectLst/>
        </p:spPr>
        <p:txBody>
          <a:bodyPr wrap="none">
            <a:spAutoFit/>
          </a:bodyPr>
          <a:lstStyle/>
          <a:p>
            <a:r>
              <a:rPr lang="en-US" sz="1000">
                <a:sym typeface="Symbol" pitchFamily="18" charset="2"/>
              </a:rPr>
              <a:t></a:t>
            </a:r>
          </a:p>
        </p:txBody>
      </p:sp>
      <p:sp>
        <p:nvSpPr>
          <p:cNvPr id="218155" name="Arc 43"/>
          <p:cNvSpPr>
            <a:spLocks/>
          </p:cNvSpPr>
          <p:nvPr/>
        </p:nvSpPr>
        <p:spPr bwMode="auto">
          <a:xfrm>
            <a:off x="5602288" y="2851150"/>
            <a:ext cx="214312" cy="227013"/>
          </a:xfrm>
          <a:custGeom>
            <a:avLst/>
            <a:gdLst>
              <a:gd name="G0" fmla="+- 21600 0 0"/>
              <a:gd name="G1" fmla="+- 73 0 0"/>
              <a:gd name="G2" fmla="+- 21600 0 0"/>
              <a:gd name="T0" fmla="*/ 8584 w 21600"/>
              <a:gd name="T1" fmla="*/ 17310 h 17310"/>
              <a:gd name="T2" fmla="*/ 0 w 21600"/>
              <a:gd name="T3" fmla="*/ 0 h 17310"/>
              <a:gd name="T4" fmla="*/ 21600 w 21600"/>
              <a:gd name="T5" fmla="*/ 73 h 17310"/>
            </a:gdLst>
            <a:ahLst/>
            <a:cxnLst>
              <a:cxn ang="0">
                <a:pos x="T0" y="T1"/>
              </a:cxn>
              <a:cxn ang="0">
                <a:pos x="T2" y="T3"/>
              </a:cxn>
              <a:cxn ang="0">
                <a:pos x="T4" y="T5"/>
              </a:cxn>
            </a:cxnLst>
            <a:rect l="0" t="0" r="r" b="b"/>
            <a:pathLst>
              <a:path w="21600" h="17310" fill="none" extrusionOk="0">
                <a:moveTo>
                  <a:pt x="8583" y="17310"/>
                </a:moveTo>
                <a:cubicBezTo>
                  <a:pt x="3177" y="13228"/>
                  <a:pt x="0" y="6846"/>
                  <a:pt x="0" y="73"/>
                </a:cubicBezTo>
                <a:cubicBezTo>
                  <a:pt x="-1" y="48"/>
                  <a:pt x="0" y="24"/>
                  <a:pt x="0" y="0"/>
                </a:cubicBezTo>
              </a:path>
              <a:path w="21600" h="17310" stroke="0" extrusionOk="0">
                <a:moveTo>
                  <a:pt x="8583" y="17310"/>
                </a:moveTo>
                <a:cubicBezTo>
                  <a:pt x="3177" y="13228"/>
                  <a:pt x="0" y="6846"/>
                  <a:pt x="0" y="73"/>
                </a:cubicBezTo>
                <a:cubicBezTo>
                  <a:pt x="-1" y="48"/>
                  <a:pt x="0" y="24"/>
                  <a:pt x="0" y="0"/>
                </a:cubicBezTo>
                <a:lnTo>
                  <a:pt x="21600" y="73"/>
                </a:lnTo>
                <a:close/>
              </a:path>
            </a:pathLst>
          </a:custGeom>
          <a:noFill/>
          <a:ln w="9525">
            <a:solidFill>
              <a:schemeClr val="tx1"/>
            </a:solidFill>
            <a:prstDash val="dash"/>
            <a:round/>
            <a:headEnd/>
            <a:tailEnd/>
          </a:ln>
          <a:effectLst/>
        </p:spPr>
        <p:txBody>
          <a:bodyPr wrap="none" anchor="ctr"/>
          <a:lstStyle/>
          <a:p>
            <a:endParaRPr lang="en-US"/>
          </a:p>
        </p:txBody>
      </p:sp>
      <p:sp>
        <p:nvSpPr>
          <p:cNvPr id="218156" name="Line 44"/>
          <p:cNvSpPr>
            <a:spLocks noChangeShapeType="1"/>
          </p:cNvSpPr>
          <p:nvPr/>
        </p:nvSpPr>
        <p:spPr bwMode="auto">
          <a:xfrm>
            <a:off x="5438775" y="2133600"/>
            <a:ext cx="0" cy="704850"/>
          </a:xfrm>
          <a:prstGeom prst="line">
            <a:avLst/>
          </a:prstGeom>
          <a:noFill/>
          <a:ln w="9525">
            <a:solidFill>
              <a:schemeClr val="tx1"/>
            </a:solidFill>
            <a:prstDash val="dash"/>
            <a:round/>
            <a:headEnd/>
            <a:tailEnd/>
          </a:ln>
          <a:effectLst/>
        </p:spPr>
        <p:txBody>
          <a:bodyPr/>
          <a:lstStyle/>
          <a:p>
            <a:endParaRPr lang="en-US"/>
          </a:p>
        </p:txBody>
      </p:sp>
      <p:graphicFrame>
        <p:nvGraphicFramePr>
          <p:cNvPr id="218157" name="Object 45"/>
          <p:cNvGraphicFramePr>
            <a:graphicFrameLocks noChangeAspect="1"/>
          </p:cNvGraphicFramePr>
          <p:nvPr/>
        </p:nvGraphicFramePr>
        <p:xfrm>
          <a:off x="5489575" y="2613025"/>
          <a:ext cx="184150" cy="184150"/>
        </p:xfrm>
        <a:graphic>
          <a:graphicData uri="http://schemas.openxmlformats.org/presentationml/2006/ole">
            <mc:AlternateContent xmlns:mc="http://schemas.openxmlformats.org/markup-compatibility/2006">
              <mc:Choice xmlns:v="urn:schemas-microsoft-com:vml" Requires="v">
                <p:oleObj name="Equation" r:id="rId2" imgW="393480" imgH="393480" progId="Equation.3">
                  <p:embed/>
                </p:oleObj>
              </mc:Choice>
              <mc:Fallback>
                <p:oleObj name="Equation" r:id="rId2" imgW="393480" imgH="393480" progId="Equation.3">
                  <p:embed/>
                  <p:pic>
                    <p:nvPicPr>
                      <p:cNvPr id="218157" name="Object 4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89575" y="2613025"/>
                        <a:ext cx="184150" cy="1841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18158" name="Object 46"/>
          <p:cNvGraphicFramePr>
            <a:graphicFrameLocks noChangeAspect="1"/>
          </p:cNvGraphicFramePr>
          <p:nvPr/>
        </p:nvGraphicFramePr>
        <p:xfrm>
          <a:off x="901700" y="3862388"/>
          <a:ext cx="1976438" cy="320675"/>
        </p:xfrm>
        <a:graphic>
          <a:graphicData uri="http://schemas.openxmlformats.org/presentationml/2006/ole">
            <mc:AlternateContent xmlns:mc="http://schemas.openxmlformats.org/markup-compatibility/2006">
              <mc:Choice xmlns:v="urn:schemas-microsoft-com:vml" Requires="v">
                <p:oleObj name="Equation" r:id="rId4" imgW="1409400" imgH="228600" progId="Equation.3">
                  <p:embed/>
                </p:oleObj>
              </mc:Choice>
              <mc:Fallback>
                <p:oleObj name="Equation" r:id="rId4" imgW="1409400" imgH="228600" progId="Equation.3">
                  <p:embed/>
                  <p:pic>
                    <p:nvPicPr>
                      <p:cNvPr id="218158" name="Object 4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01700" y="3862388"/>
                        <a:ext cx="1976438" cy="3206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18159" name="Object 47"/>
          <p:cNvGraphicFramePr>
            <a:graphicFrameLocks noChangeAspect="1"/>
          </p:cNvGraphicFramePr>
          <p:nvPr/>
        </p:nvGraphicFramePr>
        <p:xfrm>
          <a:off x="1693863" y="2154238"/>
          <a:ext cx="552450" cy="552450"/>
        </p:xfrm>
        <a:graphic>
          <a:graphicData uri="http://schemas.openxmlformats.org/presentationml/2006/ole">
            <mc:AlternateContent xmlns:mc="http://schemas.openxmlformats.org/markup-compatibility/2006">
              <mc:Choice xmlns:v="urn:schemas-microsoft-com:vml" Requires="v">
                <p:oleObj name="Equation" r:id="rId6" imgW="393480" imgH="393480" progId="Equation.3">
                  <p:embed/>
                </p:oleObj>
              </mc:Choice>
              <mc:Fallback>
                <p:oleObj name="Equation" r:id="rId6" imgW="393480" imgH="393480" progId="Equation.3">
                  <p:embed/>
                  <p:pic>
                    <p:nvPicPr>
                      <p:cNvPr id="218159" name="Object 47"/>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93863" y="2154238"/>
                        <a:ext cx="552450" cy="5524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18160" name="Object 48"/>
          <p:cNvGraphicFramePr>
            <a:graphicFrameLocks noChangeAspect="1"/>
          </p:cNvGraphicFramePr>
          <p:nvPr/>
        </p:nvGraphicFramePr>
        <p:xfrm>
          <a:off x="1530350" y="2890838"/>
          <a:ext cx="604838" cy="195262"/>
        </p:xfrm>
        <a:graphic>
          <a:graphicData uri="http://schemas.openxmlformats.org/presentationml/2006/ole">
            <mc:AlternateContent xmlns:mc="http://schemas.openxmlformats.org/markup-compatibility/2006">
              <mc:Choice xmlns:v="urn:schemas-microsoft-com:vml" Requires="v">
                <p:oleObj name="Equation" r:id="rId8" imgW="431640" imgH="139680" progId="Equation.3">
                  <p:embed/>
                </p:oleObj>
              </mc:Choice>
              <mc:Fallback>
                <p:oleObj name="Equation" r:id="rId8" imgW="431640" imgH="139680" progId="Equation.3">
                  <p:embed/>
                  <p:pic>
                    <p:nvPicPr>
                      <p:cNvPr id="218160" name="Object 48"/>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530350" y="2890838"/>
                        <a:ext cx="604838" cy="1952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138" name="Rectangle 2"/>
          <p:cNvSpPr>
            <a:spLocks noGrp="1" noChangeArrowheads="1"/>
          </p:cNvSpPr>
          <p:nvPr>
            <p:ph type="title"/>
          </p:nvPr>
        </p:nvSpPr>
        <p:spPr/>
        <p:txBody>
          <a:bodyPr/>
          <a:lstStyle/>
          <a:p>
            <a:r>
              <a:rPr lang="en-US"/>
              <a:t>Rotation and Acceleration</a:t>
            </a:r>
          </a:p>
        </p:txBody>
      </p:sp>
      <p:grpSp>
        <p:nvGrpSpPr>
          <p:cNvPr id="2" name="Group 3"/>
          <p:cNvGrpSpPr>
            <a:grpSpLocks/>
          </p:cNvGrpSpPr>
          <p:nvPr/>
        </p:nvGrpSpPr>
        <p:grpSpPr bwMode="auto">
          <a:xfrm>
            <a:off x="6480175" y="4217988"/>
            <a:ext cx="2428875" cy="2339975"/>
            <a:chOff x="2592" y="974"/>
            <a:chExt cx="1530" cy="1474"/>
          </a:xfrm>
        </p:grpSpPr>
        <p:grpSp>
          <p:nvGrpSpPr>
            <p:cNvPr id="3" name="Group 4"/>
            <p:cNvGrpSpPr>
              <a:grpSpLocks/>
            </p:cNvGrpSpPr>
            <p:nvPr/>
          </p:nvGrpSpPr>
          <p:grpSpPr bwMode="auto">
            <a:xfrm>
              <a:off x="2592" y="974"/>
              <a:ext cx="1530" cy="1474"/>
              <a:chOff x="2592" y="974"/>
              <a:chExt cx="1530" cy="1474"/>
            </a:xfrm>
          </p:grpSpPr>
          <p:grpSp>
            <p:nvGrpSpPr>
              <p:cNvPr id="4" name="Group 5"/>
              <p:cNvGrpSpPr>
                <a:grpSpLocks/>
              </p:cNvGrpSpPr>
              <p:nvPr/>
            </p:nvGrpSpPr>
            <p:grpSpPr bwMode="auto">
              <a:xfrm>
                <a:off x="2592" y="1042"/>
                <a:ext cx="1429" cy="1406"/>
                <a:chOff x="2592" y="1152"/>
                <a:chExt cx="2592" cy="2592"/>
              </a:xfrm>
            </p:grpSpPr>
            <p:sp>
              <p:nvSpPr>
                <p:cNvPr id="219142" name="Oval 6"/>
                <p:cNvSpPr>
                  <a:spLocks noChangeArrowheads="1"/>
                </p:cNvSpPr>
                <p:nvPr/>
              </p:nvSpPr>
              <p:spPr bwMode="auto">
                <a:xfrm>
                  <a:off x="2937" y="1488"/>
                  <a:ext cx="1902" cy="1920"/>
                </a:xfrm>
                <a:prstGeom prst="ellipse">
                  <a:avLst/>
                </a:prstGeom>
                <a:noFill/>
                <a:ln w="9525">
                  <a:solidFill>
                    <a:schemeClr val="tx1"/>
                  </a:solidFill>
                  <a:round/>
                  <a:headEnd/>
                  <a:tailEnd/>
                </a:ln>
                <a:effectLst/>
              </p:spPr>
              <p:txBody>
                <a:bodyPr wrap="none" anchor="ctr"/>
                <a:lstStyle/>
                <a:p>
                  <a:endParaRPr lang="en-US"/>
                </a:p>
              </p:txBody>
            </p:sp>
            <p:sp>
              <p:nvSpPr>
                <p:cNvPr id="219143" name="Line 7"/>
                <p:cNvSpPr>
                  <a:spLocks noChangeShapeType="1"/>
                </p:cNvSpPr>
                <p:nvPr/>
              </p:nvSpPr>
              <p:spPr bwMode="auto">
                <a:xfrm>
                  <a:off x="3888" y="1152"/>
                  <a:ext cx="0" cy="2592"/>
                </a:xfrm>
                <a:prstGeom prst="line">
                  <a:avLst/>
                </a:prstGeom>
                <a:noFill/>
                <a:ln w="9525">
                  <a:solidFill>
                    <a:schemeClr val="tx1"/>
                  </a:solidFill>
                  <a:round/>
                  <a:headEnd/>
                  <a:tailEnd/>
                </a:ln>
                <a:effectLst/>
              </p:spPr>
              <p:txBody>
                <a:bodyPr/>
                <a:lstStyle/>
                <a:p>
                  <a:endParaRPr lang="en-US"/>
                </a:p>
              </p:txBody>
            </p:sp>
            <p:sp>
              <p:nvSpPr>
                <p:cNvPr id="219144" name="Line 8"/>
                <p:cNvSpPr>
                  <a:spLocks noChangeShapeType="1"/>
                </p:cNvSpPr>
                <p:nvPr/>
              </p:nvSpPr>
              <p:spPr bwMode="auto">
                <a:xfrm rot="-5400000">
                  <a:off x="3888" y="1152"/>
                  <a:ext cx="0" cy="2592"/>
                </a:xfrm>
                <a:prstGeom prst="line">
                  <a:avLst/>
                </a:prstGeom>
                <a:noFill/>
                <a:ln w="9525">
                  <a:solidFill>
                    <a:schemeClr val="tx1"/>
                  </a:solidFill>
                  <a:round/>
                  <a:headEnd/>
                  <a:tailEnd/>
                </a:ln>
                <a:effectLst/>
              </p:spPr>
              <p:txBody>
                <a:bodyPr/>
                <a:lstStyle/>
                <a:p>
                  <a:endParaRPr lang="en-US"/>
                </a:p>
              </p:txBody>
            </p:sp>
          </p:grpSp>
          <p:sp>
            <p:nvSpPr>
              <p:cNvPr id="219145" name="Text Box 9"/>
              <p:cNvSpPr txBox="1">
                <a:spLocks noChangeArrowheads="1"/>
              </p:cNvSpPr>
              <p:nvPr/>
            </p:nvSpPr>
            <p:spPr bwMode="auto">
              <a:xfrm>
                <a:off x="3291" y="974"/>
                <a:ext cx="138" cy="154"/>
              </a:xfrm>
              <a:prstGeom prst="rect">
                <a:avLst/>
              </a:prstGeom>
              <a:noFill/>
              <a:ln w="9525">
                <a:noFill/>
                <a:miter lim="800000"/>
                <a:headEnd/>
                <a:tailEnd/>
              </a:ln>
              <a:effectLst/>
            </p:spPr>
            <p:txBody>
              <a:bodyPr wrap="none">
                <a:spAutoFit/>
              </a:bodyPr>
              <a:lstStyle/>
              <a:p>
                <a:r>
                  <a:rPr lang="en-US" sz="1000" b="1">
                    <a:cs typeface="Arial" charset="0"/>
                  </a:rPr>
                  <a:t>ĵ</a:t>
                </a:r>
              </a:p>
            </p:txBody>
          </p:sp>
          <p:sp>
            <p:nvSpPr>
              <p:cNvPr id="219146" name="Text Box 10"/>
              <p:cNvSpPr txBox="1">
                <a:spLocks noChangeArrowheads="1"/>
              </p:cNvSpPr>
              <p:nvPr/>
            </p:nvSpPr>
            <p:spPr bwMode="auto">
              <a:xfrm>
                <a:off x="3984" y="1728"/>
                <a:ext cx="138" cy="154"/>
              </a:xfrm>
              <a:prstGeom prst="rect">
                <a:avLst/>
              </a:prstGeom>
              <a:noFill/>
              <a:ln w="9525">
                <a:noFill/>
                <a:miter lim="800000"/>
                <a:headEnd/>
                <a:tailEnd/>
              </a:ln>
              <a:effectLst/>
            </p:spPr>
            <p:txBody>
              <a:bodyPr wrap="none">
                <a:spAutoFit/>
              </a:bodyPr>
              <a:lstStyle/>
              <a:p>
                <a:r>
                  <a:rPr lang="en-US" sz="1000" b="1"/>
                  <a:t>î</a:t>
                </a:r>
              </a:p>
            </p:txBody>
          </p:sp>
          <p:sp>
            <p:nvSpPr>
              <p:cNvPr id="219147" name="Line 11"/>
              <p:cNvSpPr>
                <a:spLocks noChangeShapeType="1"/>
              </p:cNvSpPr>
              <p:nvPr/>
            </p:nvSpPr>
            <p:spPr bwMode="auto">
              <a:xfrm flipV="1">
                <a:off x="3306" y="1407"/>
                <a:ext cx="397" cy="338"/>
              </a:xfrm>
              <a:prstGeom prst="line">
                <a:avLst/>
              </a:prstGeom>
              <a:noFill/>
              <a:ln w="9525">
                <a:solidFill>
                  <a:schemeClr val="tx1"/>
                </a:solidFill>
                <a:round/>
                <a:headEnd/>
                <a:tailEnd/>
              </a:ln>
              <a:effectLst/>
            </p:spPr>
            <p:txBody>
              <a:bodyPr/>
              <a:lstStyle/>
              <a:p>
                <a:endParaRPr lang="en-US"/>
              </a:p>
            </p:txBody>
          </p:sp>
          <p:sp>
            <p:nvSpPr>
              <p:cNvPr id="219148" name="Line 12"/>
              <p:cNvSpPr>
                <a:spLocks noChangeShapeType="1"/>
              </p:cNvSpPr>
              <p:nvPr/>
            </p:nvSpPr>
            <p:spPr bwMode="auto">
              <a:xfrm>
                <a:off x="3703" y="1407"/>
                <a:ext cx="0" cy="338"/>
              </a:xfrm>
              <a:prstGeom prst="line">
                <a:avLst/>
              </a:prstGeom>
              <a:noFill/>
              <a:ln w="9525">
                <a:solidFill>
                  <a:schemeClr val="tx1"/>
                </a:solidFill>
                <a:prstDash val="dash"/>
                <a:round/>
                <a:headEnd/>
                <a:tailEnd/>
              </a:ln>
              <a:effectLst/>
            </p:spPr>
            <p:txBody>
              <a:bodyPr/>
              <a:lstStyle/>
              <a:p>
                <a:endParaRPr lang="en-US"/>
              </a:p>
            </p:txBody>
          </p:sp>
          <p:sp>
            <p:nvSpPr>
              <p:cNvPr id="219149" name="Arc 13"/>
              <p:cNvSpPr>
                <a:spLocks/>
              </p:cNvSpPr>
              <p:nvPr/>
            </p:nvSpPr>
            <p:spPr bwMode="auto">
              <a:xfrm>
                <a:off x="3412" y="1615"/>
                <a:ext cx="79" cy="130"/>
              </a:xfrm>
              <a:custGeom>
                <a:avLst/>
                <a:gdLst>
                  <a:gd name="G0" fmla="+- 0 0 0"/>
                  <a:gd name="G1" fmla="+- 18292 0 0"/>
                  <a:gd name="G2" fmla="+- 21600 0 0"/>
                  <a:gd name="T0" fmla="*/ 11487 w 21600"/>
                  <a:gd name="T1" fmla="*/ 0 h 18292"/>
                  <a:gd name="T2" fmla="*/ 21600 w 21600"/>
                  <a:gd name="T3" fmla="*/ 18292 h 18292"/>
                  <a:gd name="T4" fmla="*/ 0 w 21600"/>
                  <a:gd name="T5" fmla="*/ 18292 h 18292"/>
                </a:gdLst>
                <a:ahLst/>
                <a:cxnLst>
                  <a:cxn ang="0">
                    <a:pos x="T0" y="T1"/>
                  </a:cxn>
                  <a:cxn ang="0">
                    <a:pos x="T2" y="T3"/>
                  </a:cxn>
                  <a:cxn ang="0">
                    <a:pos x="T4" y="T5"/>
                  </a:cxn>
                </a:cxnLst>
                <a:rect l="0" t="0" r="r" b="b"/>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a:effectLst/>
            </p:spPr>
            <p:txBody>
              <a:bodyPr wrap="none" anchor="ctr"/>
              <a:lstStyle/>
              <a:p>
                <a:endParaRPr lang="en-US"/>
              </a:p>
            </p:txBody>
          </p:sp>
          <p:sp>
            <p:nvSpPr>
              <p:cNvPr id="219150" name="Text Box 14"/>
              <p:cNvSpPr txBox="1">
                <a:spLocks noChangeArrowheads="1"/>
              </p:cNvSpPr>
              <p:nvPr/>
            </p:nvSpPr>
            <p:spPr bwMode="auto">
              <a:xfrm>
                <a:off x="3442" y="1584"/>
                <a:ext cx="158" cy="154"/>
              </a:xfrm>
              <a:prstGeom prst="rect">
                <a:avLst/>
              </a:prstGeom>
              <a:noFill/>
              <a:ln w="9525">
                <a:noFill/>
                <a:miter lim="800000"/>
                <a:headEnd/>
                <a:tailEnd/>
              </a:ln>
              <a:effectLst/>
            </p:spPr>
            <p:txBody>
              <a:bodyPr wrap="none">
                <a:spAutoFit/>
              </a:bodyPr>
              <a:lstStyle/>
              <a:p>
                <a:r>
                  <a:rPr lang="en-US" sz="1000">
                    <a:sym typeface="Symbol" pitchFamily="18" charset="2"/>
                  </a:rPr>
                  <a:t></a:t>
                </a:r>
              </a:p>
            </p:txBody>
          </p:sp>
          <p:sp>
            <p:nvSpPr>
              <p:cNvPr id="219151" name="Text Box 15"/>
              <p:cNvSpPr txBox="1">
                <a:spLocks noChangeArrowheads="1"/>
              </p:cNvSpPr>
              <p:nvPr/>
            </p:nvSpPr>
            <p:spPr bwMode="auto">
              <a:xfrm>
                <a:off x="3453" y="1728"/>
                <a:ext cx="156" cy="154"/>
              </a:xfrm>
              <a:prstGeom prst="rect">
                <a:avLst/>
              </a:prstGeom>
              <a:noFill/>
              <a:ln w="9525">
                <a:noFill/>
                <a:miter lim="800000"/>
                <a:headEnd/>
                <a:tailEnd/>
              </a:ln>
              <a:effectLst/>
            </p:spPr>
            <p:txBody>
              <a:bodyPr>
                <a:spAutoFit/>
              </a:bodyPr>
              <a:lstStyle/>
              <a:p>
                <a:r>
                  <a:rPr lang="en-US" sz="1000"/>
                  <a:t>x</a:t>
                </a:r>
              </a:p>
            </p:txBody>
          </p:sp>
          <p:sp>
            <p:nvSpPr>
              <p:cNvPr id="219152" name="Text Box 16"/>
              <p:cNvSpPr txBox="1">
                <a:spLocks noChangeArrowheads="1"/>
              </p:cNvSpPr>
              <p:nvPr/>
            </p:nvSpPr>
            <p:spPr bwMode="auto">
              <a:xfrm>
                <a:off x="3156" y="1488"/>
                <a:ext cx="156" cy="154"/>
              </a:xfrm>
              <a:prstGeom prst="rect">
                <a:avLst/>
              </a:prstGeom>
              <a:noFill/>
              <a:ln w="9525">
                <a:noFill/>
                <a:miter lim="800000"/>
                <a:headEnd/>
                <a:tailEnd/>
              </a:ln>
              <a:effectLst/>
            </p:spPr>
            <p:txBody>
              <a:bodyPr wrap="none">
                <a:spAutoFit/>
              </a:bodyPr>
              <a:lstStyle/>
              <a:p>
                <a:r>
                  <a:rPr lang="en-US" sz="1000"/>
                  <a:t>y</a:t>
                </a:r>
              </a:p>
            </p:txBody>
          </p:sp>
          <p:sp>
            <p:nvSpPr>
              <p:cNvPr id="219153" name="Line 17"/>
              <p:cNvSpPr>
                <a:spLocks noChangeShapeType="1"/>
              </p:cNvSpPr>
              <p:nvPr/>
            </p:nvSpPr>
            <p:spPr bwMode="auto">
              <a:xfrm flipH="1">
                <a:off x="3306" y="1407"/>
                <a:ext cx="397" cy="0"/>
              </a:xfrm>
              <a:prstGeom prst="line">
                <a:avLst/>
              </a:prstGeom>
              <a:noFill/>
              <a:ln w="9525">
                <a:solidFill>
                  <a:schemeClr val="tx1"/>
                </a:solidFill>
                <a:prstDash val="dash"/>
                <a:round/>
                <a:headEnd/>
                <a:tailEnd/>
              </a:ln>
              <a:effectLst/>
            </p:spPr>
            <p:txBody>
              <a:bodyPr/>
              <a:lstStyle/>
              <a:p>
                <a:endParaRPr lang="en-US"/>
              </a:p>
            </p:txBody>
          </p:sp>
          <p:sp>
            <p:nvSpPr>
              <p:cNvPr id="219154" name="Text Box 18"/>
              <p:cNvSpPr txBox="1">
                <a:spLocks noChangeArrowheads="1"/>
              </p:cNvSpPr>
              <p:nvPr/>
            </p:nvSpPr>
            <p:spPr bwMode="auto">
              <a:xfrm>
                <a:off x="3312" y="1440"/>
                <a:ext cx="262" cy="154"/>
              </a:xfrm>
              <a:prstGeom prst="rect">
                <a:avLst/>
              </a:prstGeom>
              <a:noFill/>
              <a:ln w="9525">
                <a:noFill/>
                <a:miter lim="800000"/>
                <a:headEnd/>
                <a:tailEnd/>
              </a:ln>
              <a:effectLst/>
            </p:spPr>
            <p:txBody>
              <a:bodyPr wrap="none">
                <a:spAutoFit/>
              </a:bodyPr>
              <a:lstStyle/>
              <a:p>
                <a:r>
                  <a:rPr lang="en-US" sz="1000"/>
                  <a:t>x</a:t>
                </a:r>
                <a:r>
                  <a:rPr lang="en-US" sz="1000" baseline="-25000"/>
                  <a:t>max</a:t>
                </a:r>
              </a:p>
            </p:txBody>
          </p:sp>
          <p:sp>
            <p:nvSpPr>
              <p:cNvPr id="219155" name="Text Box 19"/>
              <p:cNvSpPr txBox="1">
                <a:spLocks noChangeArrowheads="1"/>
              </p:cNvSpPr>
              <p:nvPr/>
            </p:nvSpPr>
            <p:spPr bwMode="auto">
              <a:xfrm>
                <a:off x="3840" y="1824"/>
                <a:ext cx="262" cy="154"/>
              </a:xfrm>
              <a:prstGeom prst="rect">
                <a:avLst/>
              </a:prstGeom>
              <a:noFill/>
              <a:ln w="9525">
                <a:noFill/>
                <a:miter lim="800000"/>
                <a:headEnd/>
                <a:tailEnd/>
              </a:ln>
              <a:effectLst/>
            </p:spPr>
            <p:txBody>
              <a:bodyPr wrap="none">
                <a:spAutoFit/>
              </a:bodyPr>
              <a:lstStyle/>
              <a:p>
                <a:r>
                  <a:rPr lang="en-US" sz="1000"/>
                  <a:t>x</a:t>
                </a:r>
                <a:r>
                  <a:rPr lang="en-US" sz="1000" baseline="-25000"/>
                  <a:t>max</a:t>
                </a:r>
              </a:p>
            </p:txBody>
          </p:sp>
          <p:sp>
            <p:nvSpPr>
              <p:cNvPr id="219156" name="Line 20"/>
              <p:cNvSpPr>
                <a:spLocks noChangeShapeType="1"/>
              </p:cNvSpPr>
              <p:nvPr/>
            </p:nvSpPr>
            <p:spPr bwMode="auto">
              <a:xfrm flipH="1" flipV="1">
                <a:off x="3840" y="1728"/>
                <a:ext cx="48" cy="144"/>
              </a:xfrm>
              <a:prstGeom prst="line">
                <a:avLst/>
              </a:prstGeom>
              <a:noFill/>
              <a:ln w="9525">
                <a:solidFill>
                  <a:schemeClr val="tx1"/>
                </a:solidFill>
                <a:round/>
                <a:headEnd/>
                <a:tailEnd type="triangle" w="med" len="med"/>
              </a:ln>
              <a:effectLst/>
            </p:spPr>
            <p:txBody>
              <a:bodyPr/>
              <a:lstStyle/>
              <a:p>
                <a:endParaRPr lang="en-US"/>
              </a:p>
            </p:txBody>
          </p:sp>
          <p:sp>
            <p:nvSpPr>
              <p:cNvPr id="219157" name="Line 21"/>
              <p:cNvSpPr>
                <a:spLocks noChangeShapeType="1"/>
              </p:cNvSpPr>
              <p:nvPr/>
            </p:nvSpPr>
            <p:spPr bwMode="auto">
              <a:xfrm flipH="1">
                <a:off x="3308" y="1744"/>
                <a:ext cx="388" cy="0"/>
              </a:xfrm>
              <a:prstGeom prst="line">
                <a:avLst/>
              </a:prstGeom>
              <a:noFill/>
              <a:ln w="28575">
                <a:solidFill>
                  <a:schemeClr val="tx1"/>
                </a:solidFill>
                <a:round/>
                <a:headEnd/>
                <a:tailEnd/>
              </a:ln>
              <a:effectLst/>
            </p:spPr>
            <p:txBody>
              <a:bodyPr/>
              <a:lstStyle/>
              <a:p>
                <a:endParaRPr lang="en-US"/>
              </a:p>
            </p:txBody>
          </p:sp>
        </p:grpSp>
        <p:sp>
          <p:nvSpPr>
            <p:cNvPr id="219158" name="Text Box 22"/>
            <p:cNvSpPr txBox="1">
              <a:spLocks noChangeArrowheads="1"/>
            </p:cNvSpPr>
            <p:nvPr/>
          </p:nvSpPr>
          <p:spPr bwMode="auto">
            <a:xfrm>
              <a:off x="3686" y="1285"/>
              <a:ext cx="180" cy="173"/>
            </a:xfrm>
            <a:prstGeom prst="rect">
              <a:avLst/>
            </a:prstGeom>
            <a:noFill/>
            <a:ln w="9525">
              <a:noFill/>
              <a:miter lim="800000"/>
              <a:headEnd/>
              <a:tailEnd/>
            </a:ln>
            <a:effectLst/>
          </p:spPr>
          <p:txBody>
            <a:bodyPr wrap="none">
              <a:spAutoFit/>
            </a:bodyPr>
            <a:lstStyle/>
            <a:p>
              <a:r>
                <a:rPr lang="en-US" sz="1200"/>
                <a:t>P</a:t>
              </a:r>
            </a:p>
          </p:txBody>
        </p:sp>
      </p:grpSp>
      <p:sp>
        <p:nvSpPr>
          <p:cNvPr id="219159" name="Rectangle 23"/>
          <p:cNvSpPr>
            <a:spLocks noGrp="1" noChangeArrowheads="1"/>
          </p:cNvSpPr>
          <p:nvPr>
            <p:ph type="body" idx="1"/>
          </p:nvPr>
        </p:nvSpPr>
        <p:spPr>
          <a:xfrm>
            <a:off x="442913" y="1571625"/>
            <a:ext cx="2786062" cy="4438650"/>
          </a:xfrm>
        </p:spPr>
        <p:txBody>
          <a:bodyPr/>
          <a:lstStyle/>
          <a:p>
            <a:r>
              <a:rPr lang="en-US" sz="2400"/>
              <a:t>The acceleration of the particle at P is given by</a:t>
            </a:r>
          </a:p>
          <a:p>
            <a:endParaRPr lang="en-US" sz="2400"/>
          </a:p>
          <a:p>
            <a:endParaRPr lang="en-US" sz="2400"/>
          </a:p>
          <a:p>
            <a:r>
              <a:rPr lang="en-US" sz="2400"/>
              <a:t>Taking the x-  component</a:t>
            </a:r>
          </a:p>
        </p:txBody>
      </p:sp>
      <p:grpSp>
        <p:nvGrpSpPr>
          <p:cNvPr id="5" name="Group 24"/>
          <p:cNvGrpSpPr>
            <a:grpSpLocks/>
          </p:cNvGrpSpPr>
          <p:nvPr/>
        </p:nvGrpSpPr>
        <p:grpSpPr bwMode="auto">
          <a:xfrm>
            <a:off x="2916238" y="1833563"/>
            <a:ext cx="3922712" cy="3935412"/>
            <a:chOff x="2592" y="1152"/>
            <a:chExt cx="2592" cy="2592"/>
          </a:xfrm>
        </p:grpSpPr>
        <p:sp>
          <p:nvSpPr>
            <p:cNvPr id="219161" name="Oval 25"/>
            <p:cNvSpPr>
              <a:spLocks noChangeArrowheads="1"/>
            </p:cNvSpPr>
            <p:nvPr/>
          </p:nvSpPr>
          <p:spPr bwMode="auto">
            <a:xfrm>
              <a:off x="2937" y="1488"/>
              <a:ext cx="1902" cy="1920"/>
            </a:xfrm>
            <a:prstGeom prst="ellipse">
              <a:avLst/>
            </a:prstGeom>
            <a:noFill/>
            <a:ln w="9525">
              <a:solidFill>
                <a:schemeClr val="tx1"/>
              </a:solidFill>
              <a:round/>
              <a:headEnd/>
              <a:tailEnd/>
            </a:ln>
            <a:effectLst/>
          </p:spPr>
          <p:txBody>
            <a:bodyPr wrap="none" anchor="ctr"/>
            <a:lstStyle/>
            <a:p>
              <a:endParaRPr lang="en-US"/>
            </a:p>
          </p:txBody>
        </p:sp>
        <p:sp>
          <p:nvSpPr>
            <p:cNvPr id="219162" name="Line 26"/>
            <p:cNvSpPr>
              <a:spLocks noChangeShapeType="1"/>
            </p:cNvSpPr>
            <p:nvPr/>
          </p:nvSpPr>
          <p:spPr bwMode="auto">
            <a:xfrm>
              <a:off x="3888" y="1152"/>
              <a:ext cx="0" cy="2592"/>
            </a:xfrm>
            <a:prstGeom prst="line">
              <a:avLst/>
            </a:prstGeom>
            <a:noFill/>
            <a:ln w="9525">
              <a:solidFill>
                <a:schemeClr val="tx1"/>
              </a:solidFill>
              <a:round/>
              <a:headEnd/>
              <a:tailEnd/>
            </a:ln>
            <a:effectLst/>
          </p:spPr>
          <p:txBody>
            <a:bodyPr/>
            <a:lstStyle/>
            <a:p>
              <a:endParaRPr lang="en-US"/>
            </a:p>
          </p:txBody>
        </p:sp>
        <p:sp>
          <p:nvSpPr>
            <p:cNvPr id="219163" name="Line 27"/>
            <p:cNvSpPr>
              <a:spLocks noChangeShapeType="1"/>
            </p:cNvSpPr>
            <p:nvPr/>
          </p:nvSpPr>
          <p:spPr bwMode="auto">
            <a:xfrm rot="-5400000">
              <a:off x="3888" y="1152"/>
              <a:ext cx="0" cy="2592"/>
            </a:xfrm>
            <a:prstGeom prst="line">
              <a:avLst/>
            </a:prstGeom>
            <a:noFill/>
            <a:ln w="9525">
              <a:solidFill>
                <a:schemeClr val="tx1"/>
              </a:solidFill>
              <a:round/>
              <a:headEnd/>
              <a:tailEnd/>
            </a:ln>
            <a:effectLst/>
          </p:spPr>
          <p:txBody>
            <a:bodyPr/>
            <a:lstStyle/>
            <a:p>
              <a:endParaRPr lang="en-US"/>
            </a:p>
          </p:txBody>
        </p:sp>
      </p:grpSp>
      <p:sp>
        <p:nvSpPr>
          <p:cNvPr id="219164" name="Text Box 28"/>
          <p:cNvSpPr txBox="1">
            <a:spLocks noChangeArrowheads="1"/>
          </p:cNvSpPr>
          <p:nvPr/>
        </p:nvSpPr>
        <p:spPr bwMode="auto">
          <a:xfrm>
            <a:off x="4835525" y="1643063"/>
            <a:ext cx="219075" cy="242887"/>
          </a:xfrm>
          <a:prstGeom prst="rect">
            <a:avLst/>
          </a:prstGeom>
          <a:noFill/>
          <a:ln w="9525">
            <a:noFill/>
            <a:miter lim="800000"/>
            <a:headEnd/>
            <a:tailEnd/>
          </a:ln>
          <a:effectLst/>
        </p:spPr>
        <p:txBody>
          <a:bodyPr wrap="none">
            <a:spAutoFit/>
          </a:bodyPr>
          <a:lstStyle/>
          <a:p>
            <a:r>
              <a:rPr lang="en-US" sz="1000" b="1">
                <a:cs typeface="Arial" charset="0"/>
              </a:rPr>
              <a:t>ĵ</a:t>
            </a:r>
          </a:p>
        </p:txBody>
      </p:sp>
      <p:sp>
        <p:nvSpPr>
          <p:cNvPr id="219165" name="Text Box 29"/>
          <p:cNvSpPr txBox="1">
            <a:spLocks noChangeArrowheads="1"/>
          </p:cNvSpPr>
          <p:nvPr/>
        </p:nvSpPr>
        <p:spPr bwMode="auto">
          <a:xfrm>
            <a:off x="6737350" y="3752850"/>
            <a:ext cx="219075" cy="244475"/>
          </a:xfrm>
          <a:prstGeom prst="rect">
            <a:avLst/>
          </a:prstGeom>
          <a:noFill/>
          <a:ln w="9525">
            <a:noFill/>
            <a:miter lim="800000"/>
            <a:headEnd/>
            <a:tailEnd/>
          </a:ln>
          <a:effectLst/>
        </p:spPr>
        <p:txBody>
          <a:bodyPr wrap="none">
            <a:spAutoFit/>
          </a:bodyPr>
          <a:lstStyle/>
          <a:p>
            <a:r>
              <a:rPr lang="en-US" sz="1000" b="1"/>
              <a:t>î</a:t>
            </a:r>
          </a:p>
        </p:txBody>
      </p:sp>
      <p:sp>
        <p:nvSpPr>
          <p:cNvPr id="219166" name="Line 30"/>
          <p:cNvSpPr>
            <a:spLocks noChangeShapeType="1"/>
          </p:cNvSpPr>
          <p:nvPr/>
        </p:nvSpPr>
        <p:spPr bwMode="auto">
          <a:xfrm flipV="1">
            <a:off x="4875213" y="2854325"/>
            <a:ext cx="1090612" cy="946150"/>
          </a:xfrm>
          <a:prstGeom prst="line">
            <a:avLst/>
          </a:prstGeom>
          <a:noFill/>
          <a:ln w="9525">
            <a:solidFill>
              <a:schemeClr val="tx1"/>
            </a:solidFill>
            <a:round/>
            <a:headEnd/>
            <a:tailEnd/>
          </a:ln>
          <a:effectLst/>
        </p:spPr>
        <p:txBody>
          <a:bodyPr/>
          <a:lstStyle/>
          <a:p>
            <a:endParaRPr lang="en-US"/>
          </a:p>
        </p:txBody>
      </p:sp>
      <p:sp>
        <p:nvSpPr>
          <p:cNvPr id="219167" name="Line 31"/>
          <p:cNvSpPr>
            <a:spLocks noChangeShapeType="1"/>
          </p:cNvSpPr>
          <p:nvPr/>
        </p:nvSpPr>
        <p:spPr bwMode="auto">
          <a:xfrm>
            <a:off x="5965825" y="2854325"/>
            <a:ext cx="0" cy="946150"/>
          </a:xfrm>
          <a:prstGeom prst="line">
            <a:avLst/>
          </a:prstGeom>
          <a:noFill/>
          <a:ln w="9525">
            <a:solidFill>
              <a:schemeClr val="tx1"/>
            </a:solidFill>
            <a:prstDash val="dash"/>
            <a:round/>
            <a:headEnd/>
            <a:tailEnd/>
          </a:ln>
          <a:effectLst/>
        </p:spPr>
        <p:txBody>
          <a:bodyPr/>
          <a:lstStyle/>
          <a:p>
            <a:endParaRPr lang="en-US"/>
          </a:p>
        </p:txBody>
      </p:sp>
      <p:sp>
        <p:nvSpPr>
          <p:cNvPr id="219168" name="Arc 32"/>
          <p:cNvSpPr>
            <a:spLocks/>
          </p:cNvSpPr>
          <p:nvPr/>
        </p:nvSpPr>
        <p:spPr bwMode="auto">
          <a:xfrm>
            <a:off x="5167313" y="3436938"/>
            <a:ext cx="215900" cy="363537"/>
          </a:xfrm>
          <a:custGeom>
            <a:avLst/>
            <a:gdLst>
              <a:gd name="G0" fmla="+- 0 0 0"/>
              <a:gd name="G1" fmla="+- 18292 0 0"/>
              <a:gd name="G2" fmla="+- 21600 0 0"/>
              <a:gd name="T0" fmla="*/ 11487 w 21600"/>
              <a:gd name="T1" fmla="*/ 0 h 18292"/>
              <a:gd name="T2" fmla="*/ 21600 w 21600"/>
              <a:gd name="T3" fmla="*/ 18292 h 18292"/>
              <a:gd name="T4" fmla="*/ 0 w 21600"/>
              <a:gd name="T5" fmla="*/ 18292 h 18292"/>
            </a:gdLst>
            <a:ahLst/>
            <a:cxnLst>
              <a:cxn ang="0">
                <a:pos x="T0" y="T1"/>
              </a:cxn>
              <a:cxn ang="0">
                <a:pos x="T2" y="T3"/>
              </a:cxn>
              <a:cxn ang="0">
                <a:pos x="T4" y="T5"/>
              </a:cxn>
            </a:cxnLst>
            <a:rect l="0" t="0" r="r" b="b"/>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a:effectLst/>
        </p:spPr>
        <p:txBody>
          <a:bodyPr wrap="none" anchor="ctr"/>
          <a:lstStyle/>
          <a:p>
            <a:endParaRPr lang="en-US"/>
          </a:p>
        </p:txBody>
      </p:sp>
      <p:sp>
        <p:nvSpPr>
          <p:cNvPr id="219169" name="Text Box 33"/>
          <p:cNvSpPr txBox="1">
            <a:spLocks noChangeArrowheads="1"/>
          </p:cNvSpPr>
          <p:nvPr/>
        </p:nvSpPr>
        <p:spPr bwMode="auto">
          <a:xfrm>
            <a:off x="5335588" y="3351213"/>
            <a:ext cx="252412" cy="246062"/>
          </a:xfrm>
          <a:prstGeom prst="rect">
            <a:avLst/>
          </a:prstGeom>
          <a:noFill/>
          <a:ln w="9525">
            <a:noFill/>
            <a:miter lim="800000"/>
            <a:headEnd/>
            <a:tailEnd/>
          </a:ln>
          <a:effectLst/>
        </p:spPr>
        <p:txBody>
          <a:bodyPr wrap="none">
            <a:spAutoFit/>
          </a:bodyPr>
          <a:lstStyle/>
          <a:p>
            <a:r>
              <a:rPr lang="en-US" sz="1000">
                <a:sym typeface="Symbol" pitchFamily="18" charset="2"/>
              </a:rPr>
              <a:t></a:t>
            </a:r>
          </a:p>
        </p:txBody>
      </p:sp>
      <p:sp>
        <p:nvSpPr>
          <p:cNvPr id="219170" name="Text Box 34"/>
          <p:cNvSpPr txBox="1">
            <a:spLocks noChangeArrowheads="1"/>
          </p:cNvSpPr>
          <p:nvPr/>
        </p:nvSpPr>
        <p:spPr bwMode="auto">
          <a:xfrm>
            <a:off x="5419725" y="3792538"/>
            <a:ext cx="666750" cy="244475"/>
          </a:xfrm>
          <a:prstGeom prst="rect">
            <a:avLst/>
          </a:prstGeom>
          <a:noFill/>
          <a:ln w="9525">
            <a:noFill/>
            <a:miter lim="800000"/>
            <a:headEnd/>
            <a:tailEnd/>
          </a:ln>
          <a:effectLst/>
        </p:spPr>
        <p:txBody>
          <a:bodyPr>
            <a:spAutoFit/>
          </a:bodyPr>
          <a:lstStyle/>
          <a:p>
            <a:r>
              <a:rPr lang="en-US" sz="1000">
                <a:solidFill>
                  <a:srgbClr val="CC99FF"/>
                </a:solidFill>
              </a:rPr>
              <a:t>a</a:t>
            </a:r>
            <a:r>
              <a:rPr lang="en-US" sz="1000" baseline="-25000">
                <a:solidFill>
                  <a:srgbClr val="CC99FF"/>
                </a:solidFill>
              </a:rPr>
              <a:t>x</a:t>
            </a:r>
          </a:p>
        </p:txBody>
      </p:sp>
      <p:sp>
        <p:nvSpPr>
          <p:cNvPr id="219171" name="Text Box 35"/>
          <p:cNvSpPr txBox="1">
            <a:spLocks noChangeArrowheads="1"/>
          </p:cNvSpPr>
          <p:nvPr/>
        </p:nvSpPr>
        <p:spPr bwMode="auto">
          <a:xfrm>
            <a:off x="4464050" y="3081338"/>
            <a:ext cx="247650" cy="244475"/>
          </a:xfrm>
          <a:prstGeom prst="rect">
            <a:avLst/>
          </a:prstGeom>
          <a:noFill/>
          <a:ln w="9525">
            <a:noFill/>
            <a:miter lim="800000"/>
            <a:headEnd/>
            <a:tailEnd/>
          </a:ln>
          <a:effectLst/>
        </p:spPr>
        <p:txBody>
          <a:bodyPr wrap="none">
            <a:spAutoFit/>
          </a:bodyPr>
          <a:lstStyle/>
          <a:p>
            <a:r>
              <a:rPr lang="en-US" sz="1000"/>
              <a:t>y</a:t>
            </a:r>
          </a:p>
        </p:txBody>
      </p:sp>
      <p:sp>
        <p:nvSpPr>
          <p:cNvPr id="219172" name="Line 36"/>
          <p:cNvSpPr>
            <a:spLocks noChangeShapeType="1"/>
          </p:cNvSpPr>
          <p:nvPr/>
        </p:nvSpPr>
        <p:spPr bwMode="auto">
          <a:xfrm flipH="1">
            <a:off x="4875213" y="2854325"/>
            <a:ext cx="1090612" cy="0"/>
          </a:xfrm>
          <a:prstGeom prst="line">
            <a:avLst/>
          </a:prstGeom>
          <a:noFill/>
          <a:ln w="9525">
            <a:solidFill>
              <a:schemeClr val="tx1"/>
            </a:solidFill>
            <a:prstDash val="dash"/>
            <a:round/>
            <a:headEnd/>
            <a:tailEnd/>
          </a:ln>
          <a:effectLst/>
        </p:spPr>
        <p:txBody>
          <a:bodyPr/>
          <a:lstStyle/>
          <a:p>
            <a:endParaRPr lang="en-US"/>
          </a:p>
        </p:txBody>
      </p:sp>
      <p:sp>
        <p:nvSpPr>
          <p:cNvPr id="219173" name="Line 37"/>
          <p:cNvSpPr>
            <a:spLocks noChangeShapeType="1"/>
          </p:cNvSpPr>
          <p:nvPr/>
        </p:nvSpPr>
        <p:spPr bwMode="auto">
          <a:xfrm flipH="1">
            <a:off x="5419725" y="3792538"/>
            <a:ext cx="527050" cy="0"/>
          </a:xfrm>
          <a:prstGeom prst="line">
            <a:avLst/>
          </a:prstGeom>
          <a:noFill/>
          <a:ln w="28575">
            <a:solidFill>
              <a:srgbClr val="FF99CC"/>
            </a:solidFill>
            <a:round/>
            <a:headEnd/>
            <a:tailEnd type="triangle" w="med" len="med"/>
          </a:ln>
          <a:effectLst/>
        </p:spPr>
        <p:txBody>
          <a:bodyPr/>
          <a:lstStyle/>
          <a:p>
            <a:endParaRPr lang="en-US"/>
          </a:p>
        </p:txBody>
      </p:sp>
      <p:sp>
        <p:nvSpPr>
          <p:cNvPr id="219174" name="Line 38"/>
          <p:cNvSpPr>
            <a:spLocks noChangeShapeType="1"/>
          </p:cNvSpPr>
          <p:nvPr/>
        </p:nvSpPr>
        <p:spPr bwMode="auto">
          <a:xfrm flipH="1">
            <a:off x="5430838" y="2852738"/>
            <a:ext cx="515937" cy="458787"/>
          </a:xfrm>
          <a:prstGeom prst="line">
            <a:avLst/>
          </a:prstGeom>
          <a:noFill/>
          <a:ln w="28575">
            <a:solidFill>
              <a:srgbClr val="CC00CC"/>
            </a:solidFill>
            <a:round/>
            <a:headEnd/>
            <a:tailEnd type="triangle" w="med" len="med"/>
          </a:ln>
          <a:effectLst/>
        </p:spPr>
        <p:txBody>
          <a:bodyPr/>
          <a:lstStyle/>
          <a:p>
            <a:endParaRPr lang="en-US"/>
          </a:p>
        </p:txBody>
      </p:sp>
      <p:sp>
        <p:nvSpPr>
          <p:cNvPr id="219175" name="Text Box 39"/>
          <p:cNvSpPr txBox="1">
            <a:spLocks noChangeArrowheads="1"/>
          </p:cNvSpPr>
          <p:nvPr/>
        </p:nvSpPr>
        <p:spPr bwMode="auto">
          <a:xfrm>
            <a:off x="5518150" y="2974975"/>
            <a:ext cx="666750" cy="244475"/>
          </a:xfrm>
          <a:prstGeom prst="rect">
            <a:avLst/>
          </a:prstGeom>
          <a:noFill/>
          <a:ln w="9525">
            <a:noFill/>
            <a:miter lim="800000"/>
            <a:headEnd/>
            <a:tailEnd/>
          </a:ln>
          <a:effectLst/>
        </p:spPr>
        <p:txBody>
          <a:bodyPr>
            <a:spAutoFit/>
          </a:bodyPr>
          <a:lstStyle/>
          <a:p>
            <a:r>
              <a:rPr lang="en-US" sz="1000">
                <a:solidFill>
                  <a:srgbClr val="CC00CC"/>
                </a:solidFill>
              </a:rPr>
              <a:t>a</a:t>
            </a:r>
            <a:endParaRPr lang="en-US" sz="1000" baseline="-25000">
              <a:solidFill>
                <a:srgbClr val="CC00CC"/>
              </a:solidFill>
            </a:endParaRPr>
          </a:p>
        </p:txBody>
      </p:sp>
      <p:sp>
        <p:nvSpPr>
          <p:cNvPr id="219176" name="Line 40"/>
          <p:cNvSpPr>
            <a:spLocks noChangeShapeType="1"/>
          </p:cNvSpPr>
          <p:nvPr/>
        </p:nvSpPr>
        <p:spPr bwMode="auto">
          <a:xfrm flipH="1">
            <a:off x="5419725" y="2863850"/>
            <a:ext cx="527050" cy="0"/>
          </a:xfrm>
          <a:prstGeom prst="line">
            <a:avLst/>
          </a:prstGeom>
          <a:noFill/>
          <a:ln w="28575">
            <a:solidFill>
              <a:srgbClr val="FF99CC"/>
            </a:solidFill>
            <a:round/>
            <a:headEnd/>
            <a:tailEnd type="triangle" w="med" len="med"/>
          </a:ln>
          <a:effectLst/>
        </p:spPr>
        <p:txBody>
          <a:bodyPr/>
          <a:lstStyle/>
          <a:p>
            <a:endParaRPr lang="en-US"/>
          </a:p>
        </p:txBody>
      </p:sp>
      <p:sp>
        <p:nvSpPr>
          <p:cNvPr id="219177" name="Text Box 41"/>
          <p:cNvSpPr txBox="1">
            <a:spLocks noChangeArrowheads="1"/>
          </p:cNvSpPr>
          <p:nvPr/>
        </p:nvSpPr>
        <p:spPr bwMode="auto">
          <a:xfrm>
            <a:off x="5221288" y="2393950"/>
            <a:ext cx="666750" cy="246063"/>
          </a:xfrm>
          <a:prstGeom prst="rect">
            <a:avLst/>
          </a:prstGeom>
          <a:noFill/>
          <a:ln w="9525">
            <a:noFill/>
            <a:miter lim="800000"/>
            <a:headEnd/>
            <a:tailEnd/>
          </a:ln>
          <a:effectLst/>
        </p:spPr>
        <p:txBody>
          <a:bodyPr>
            <a:spAutoFit/>
          </a:bodyPr>
          <a:lstStyle/>
          <a:p>
            <a:r>
              <a:rPr lang="en-US" sz="1000">
                <a:solidFill>
                  <a:srgbClr val="CC99FF"/>
                </a:solidFill>
              </a:rPr>
              <a:t>a</a:t>
            </a:r>
            <a:r>
              <a:rPr lang="en-US" sz="1000" baseline="-25000">
                <a:solidFill>
                  <a:srgbClr val="CC99FF"/>
                </a:solidFill>
              </a:rPr>
              <a:t>x</a:t>
            </a:r>
          </a:p>
        </p:txBody>
      </p:sp>
      <p:graphicFrame>
        <p:nvGraphicFramePr>
          <p:cNvPr id="219178" name="Object 42"/>
          <p:cNvGraphicFramePr>
            <a:graphicFrameLocks noChangeAspect="1"/>
          </p:cNvGraphicFramePr>
          <p:nvPr/>
        </p:nvGraphicFramePr>
        <p:xfrm>
          <a:off x="746125" y="4651375"/>
          <a:ext cx="2119313" cy="338138"/>
        </p:xfrm>
        <a:graphic>
          <a:graphicData uri="http://schemas.openxmlformats.org/presentationml/2006/ole">
            <mc:AlternateContent xmlns:mc="http://schemas.openxmlformats.org/markup-compatibility/2006">
              <mc:Choice xmlns:v="urn:schemas-microsoft-com:vml" Requires="v">
                <p:oleObj name="Equation" r:id="rId2" imgW="1511280" imgH="241200" progId="Equation.3">
                  <p:embed/>
                </p:oleObj>
              </mc:Choice>
              <mc:Fallback>
                <p:oleObj name="Equation" r:id="rId2" imgW="1511280" imgH="241200" progId="Equation.3">
                  <p:embed/>
                  <p:pic>
                    <p:nvPicPr>
                      <p:cNvPr id="219178" name="Object 4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6125" y="4651375"/>
                        <a:ext cx="2119313" cy="3381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19179" name="Object 43"/>
          <p:cNvGraphicFramePr>
            <a:graphicFrameLocks noChangeAspect="1"/>
          </p:cNvGraphicFramePr>
          <p:nvPr/>
        </p:nvGraphicFramePr>
        <p:xfrm>
          <a:off x="679450" y="2784475"/>
          <a:ext cx="2598738" cy="587375"/>
        </p:xfrm>
        <a:graphic>
          <a:graphicData uri="http://schemas.openxmlformats.org/presentationml/2006/ole">
            <mc:AlternateContent xmlns:mc="http://schemas.openxmlformats.org/markup-compatibility/2006">
              <mc:Choice xmlns:v="urn:schemas-microsoft-com:vml" Requires="v">
                <p:oleObj name="Equation" r:id="rId4" imgW="1854000" imgH="419040" progId="Equation.3">
                  <p:embed/>
                </p:oleObj>
              </mc:Choice>
              <mc:Fallback>
                <p:oleObj name="Equation" r:id="rId4" imgW="1854000" imgH="419040" progId="Equation.3">
                  <p:embed/>
                  <p:pic>
                    <p:nvPicPr>
                      <p:cNvPr id="219179" name="Object 4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9450" y="2784475"/>
                        <a:ext cx="2598738" cy="5873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9180" name="Text Box 44"/>
          <p:cNvSpPr txBox="1">
            <a:spLocks noChangeArrowheads="1"/>
          </p:cNvSpPr>
          <p:nvPr/>
        </p:nvSpPr>
        <p:spPr bwMode="auto">
          <a:xfrm>
            <a:off x="5273675" y="2874963"/>
            <a:ext cx="252413" cy="246062"/>
          </a:xfrm>
          <a:prstGeom prst="rect">
            <a:avLst/>
          </a:prstGeom>
          <a:noFill/>
          <a:ln w="9525">
            <a:noFill/>
            <a:miter lim="800000"/>
            <a:headEnd/>
            <a:tailEnd/>
          </a:ln>
          <a:effectLst/>
        </p:spPr>
        <p:txBody>
          <a:bodyPr wrap="none">
            <a:spAutoFit/>
          </a:bodyPr>
          <a:lstStyle/>
          <a:p>
            <a:r>
              <a:rPr lang="en-US" sz="1000">
                <a:sym typeface="Symbol" pitchFamily="18" charset="2"/>
              </a:rPr>
              <a:t></a:t>
            </a:r>
          </a:p>
        </p:txBody>
      </p:sp>
      <p:sp>
        <p:nvSpPr>
          <p:cNvPr id="219181" name="Arc 45"/>
          <p:cNvSpPr>
            <a:spLocks/>
          </p:cNvSpPr>
          <p:nvPr/>
        </p:nvSpPr>
        <p:spPr bwMode="auto">
          <a:xfrm flipH="1" flipV="1">
            <a:off x="5476875" y="2832100"/>
            <a:ext cx="215900" cy="363538"/>
          </a:xfrm>
          <a:custGeom>
            <a:avLst/>
            <a:gdLst>
              <a:gd name="G0" fmla="+- 0 0 0"/>
              <a:gd name="G1" fmla="+- 18292 0 0"/>
              <a:gd name="G2" fmla="+- 21600 0 0"/>
              <a:gd name="T0" fmla="*/ 11487 w 21600"/>
              <a:gd name="T1" fmla="*/ 0 h 18292"/>
              <a:gd name="T2" fmla="*/ 21600 w 21600"/>
              <a:gd name="T3" fmla="*/ 18292 h 18292"/>
              <a:gd name="T4" fmla="*/ 0 w 21600"/>
              <a:gd name="T5" fmla="*/ 18292 h 18292"/>
            </a:gdLst>
            <a:ahLst/>
            <a:cxnLst>
              <a:cxn ang="0">
                <a:pos x="T0" y="T1"/>
              </a:cxn>
              <a:cxn ang="0">
                <a:pos x="T2" y="T3"/>
              </a:cxn>
              <a:cxn ang="0">
                <a:pos x="T4" y="T5"/>
              </a:cxn>
            </a:cxnLst>
            <a:rect l="0" t="0" r="r" b="b"/>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a:effectLst/>
        </p:spPr>
        <p:txBody>
          <a:bodyPr wrap="none" anchor="ctr"/>
          <a:lstStyle/>
          <a:p>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402" name="Rectangle 2"/>
          <p:cNvSpPr>
            <a:spLocks noGrp="1" noChangeArrowheads="1"/>
          </p:cNvSpPr>
          <p:nvPr>
            <p:ph type="title"/>
          </p:nvPr>
        </p:nvSpPr>
        <p:spPr/>
        <p:txBody>
          <a:bodyPr/>
          <a:lstStyle/>
          <a:p>
            <a:r>
              <a:rPr lang="en-US"/>
              <a:t>Pendulum</a:t>
            </a:r>
          </a:p>
        </p:txBody>
      </p:sp>
      <p:sp>
        <p:nvSpPr>
          <p:cNvPr id="230403" name="Rectangle 3"/>
          <p:cNvSpPr>
            <a:spLocks noGrp="1" noChangeArrowheads="1"/>
          </p:cNvSpPr>
          <p:nvPr>
            <p:ph type="body" sz="half" idx="1"/>
          </p:nvPr>
        </p:nvSpPr>
        <p:spPr/>
        <p:txBody>
          <a:bodyPr/>
          <a:lstStyle/>
          <a:p>
            <a:r>
              <a:rPr lang="en-US" sz="2000"/>
              <a:t>The forces on  M  are F</a:t>
            </a:r>
            <a:r>
              <a:rPr lang="en-US" sz="2000" baseline="-25000"/>
              <a:t>g</a:t>
            </a:r>
            <a:r>
              <a:rPr lang="en-US" sz="2000"/>
              <a:t>, the tension on the string </a:t>
            </a:r>
          </a:p>
          <a:p>
            <a:r>
              <a:rPr lang="en-US" sz="2000"/>
              <a:t>The tangential component of F</a:t>
            </a:r>
            <a:r>
              <a:rPr lang="en-US" sz="2000" baseline="-25000"/>
              <a:t>g</a:t>
            </a:r>
            <a:r>
              <a:rPr lang="en-US" sz="2000"/>
              <a:t> is always directed toward </a:t>
            </a:r>
          </a:p>
          <a:p>
            <a:r>
              <a:rPr lang="en-US" sz="2000"/>
              <a:t>This is a restoring force! Take</a:t>
            </a:r>
          </a:p>
          <a:p>
            <a:endParaRPr lang="en-US" sz="2000"/>
          </a:p>
          <a:p>
            <a:r>
              <a:rPr lang="en-US" sz="2000"/>
              <a:t>Then the restoring force is</a:t>
            </a:r>
          </a:p>
          <a:p>
            <a:endParaRPr lang="en-US"/>
          </a:p>
        </p:txBody>
      </p:sp>
      <p:sp>
        <p:nvSpPr>
          <p:cNvPr id="230404" name="Rectangle 4"/>
          <p:cNvSpPr>
            <a:spLocks noGrp="1" noChangeArrowheads="1"/>
          </p:cNvSpPr>
          <p:nvPr>
            <p:ph type="body" sz="half" idx="2"/>
          </p:nvPr>
        </p:nvSpPr>
        <p:spPr>
          <a:xfrm>
            <a:off x="4648200" y="4051300"/>
            <a:ext cx="4038600" cy="2074863"/>
          </a:xfrm>
        </p:spPr>
        <p:txBody>
          <a:bodyPr/>
          <a:lstStyle/>
          <a:p>
            <a:pPr>
              <a:lnSpc>
                <a:spcPct val="90000"/>
              </a:lnSpc>
            </a:pPr>
            <a:r>
              <a:rPr lang="en-US" sz="2000"/>
              <a:t>If we restrict ourselves to small angles</a:t>
            </a:r>
          </a:p>
          <a:p>
            <a:pPr>
              <a:lnSpc>
                <a:spcPct val="90000"/>
              </a:lnSpc>
            </a:pPr>
            <a:endParaRPr lang="en-US" sz="2000"/>
          </a:p>
          <a:p>
            <a:pPr>
              <a:lnSpc>
                <a:spcPct val="90000"/>
              </a:lnSpc>
            </a:pPr>
            <a:endParaRPr lang="en-US" sz="2000"/>
          </a:p>
          <a:p>
            <a:pPr>
              <a:lnSpc>
                <a:spcPct val="90000"/>
              </a:lnSpc>
            </a:pPr>
            <a:endParaRPr lang="en-US" sz="2000"/>
          </a:p>
          <a:p>
            <a:pPr>
              <a:lnSpc>
                <a:spcPct val="90000"/>
              </a:lnSpc>
            </a:pPr>
            <a:r>
              <a:rPr lang="en-US" sz="2000"/>
              <a:t>Which looks familiar</a:t>
            </a:r>
          </a:p>
        </p:txBody>
      </p:sp>
      <p:grpSp>
        <p:nvGrpSpPr>
          <p:cNvPr id="2" name="Group 5"/>
          <p:cNvGrpSpPr>
            <a:grpSpLocks/>
          </p:cNvGrpSpPr>
          <p:nvPr/>
        </p:nvGrpSpPr>
        <p:grpSpPr bwMode="auto">
          <a:xfrm>
            <a:off x="6326188" y="1055688"/>
            <a:ext cx="2141537" cy="2781300"/>
            <a:chOff x="3766" y="847"/>
            <a:chExt cx="1349" cy="1752"/>
          </a:xfrm>
        </p:grpSpPr>
        <p:sp>
          <p:nvSpPr>
            <p:cNvPr id="230406" name="Rectangle 6"/>
            <p:cNvSpPr>
              <a:spLocks noChangeArrowheads="1"/>
            </p:cNvSpPr>
            <p:nvPr/>
          </p:nvSpPr>
          <p:spPr bwMode="auto">
            <a:xfrm>
              <a:off x="3766" y="996"/>
              <a:ext cx="1143" cy="64"/>
            </a:xfrm>
            <a:prstGeom prst="rect">
              <a:avLst/>
            </a:prstGeom>
            <a:gradFill rotWithShape="1">
              <a:gsLst>
                <a:gs pos="0">
                  <a:srgbClr val="993300"/>
                </a:gs>
                <a:gs pos="100000">
                  <a:srgbClr val="993300">
                    <a:gamma/>
                    <a:shade val="46275"/>
                    <a:invGamma/>
                  </a:srgbClr>
                </a:gs>
              </a:gsLst>
              <a:lin ang="5400000" scaled="1"/>
            </a:gradFill>
            <a:ln w="9525">
              <a:solidFill>
                <a:schemeClr val="tx1"/>
              </a:solidFill>
              <a:miter lim="800000"/>
              <a:headEnd/>
              <a:tailEnd/>
            </a:ln>
            <a:effectLst/>
          </p:spPr>
          <p:txBody>
            <a:bodyPr wrap="none" anchor="ctr"/>
            <a:lstStyle/>
            <a:p>
              <a:endParaRPr lang="en-US"/>
            </a:p>
          </p:txBody>
        </p:sp>
        <p:sp>
          <p:nvSpPr>
            <p:cNvPr id="230407" name="Line 7"/>
            <p:cNvSpPr>
              <a:spLocks noChangeShapeType="1"/>
            </p:cNvSpPr>
            <p:nvPr/>
          </p:nvSpPr>
          <p:spPr bwMode="auto">
            <a:xfrm>
              <a:off x="4334" y="1042"/>
              <a:ext cx="0" cy="933"/>
            </a:xfrm>
            <a:prstGeom prst="line">
              <a:avLst/>
            </a:prstGeom>
            <a:noFill/>
            <a:ln w="9525">
              <a:solidFill>
                <a:schemeClr val="tx1"/>
              </a:solidFill>
              <a:prstDash val="dash"/>
              <a:round/>
              <a:headEnd/>
              <a:tailEnd/>
            </a:ln>
            <a:effectLst/>
          </p:spPr>
          <p:txBody>
            <a:bodyPr/>
            <a:lstStyle/>
            <a:p>
              <a:endParaRPr lang="en-US"/>
            </a:p>
          </p:txBody>
        </p:sp>
        <p:sp>
          <p:nvSpPr>
            <p:cNvPr id="230408" name="Arc 8"/>
            <p:cNvSpPr>
              <a:spLocks/>
            </p:cNvSpPr>
            <p:nvPr/>
          </p:nvSpPr>
          <p:spPr bwMode="auto">
            <a:xfrm>
              <a:off x="3925" y="1482"/>
              <a:ext cx="839" cy="494"/>
            </a:xfrm>
            <a:custGeom>
              <a:avLst/>
              <a:gdLst>
                <a:gd name="G0" fmla="+- 11259 0 0"/>
                <a:gd name="G1" fmla="+- 0 0 0"/>
                <a:gd name="G2" fmla="+- 21600 0 0"/>
                <a:gd name="T0" fmla="*/ 23777 w 23777"/>
                <a:gd name="T1" fmla="*/ 17603 h 21600"/>
                <a:gd name="T2" fmla="*/ 0 w 23777"/>
                <a:gd name="T3" fmla="*/ 18434 h 21600"/>
                <a:gd name="T4" fmla="*/ 11259 w 23777"/>
                <a:gd name="T5" fmla="*/ 0 h 21600"/>
              </a:gdLst>
              <a:ahLst/>
              <a:cxnLst>
                <a:cxn ang="0">
                  <a:pos x="T0" y="T1"/>
                </a:cxn>
                <a:cxn ang="0">
                  <a:pos x="T2" y="T3"/>
                </a:cxn>
                <a:cxn ang="0">
                  <a:pos x="T4" y="T5"/>
                </a:cxn>
              </a:cxnLst>
              <a:rect l="0" t="0" r="r" b="b"/>
              <a:pathLst>
                <a:path w="23777" h="21600" fill="none" extrusionOk="0">
                  <a:moveTo>
                    <a:pt x="23776" y="17602"/>
                  </a:moveTo>
                  <a:cubicBezTo>
                    <a:pt x="20120" y="20202"/>
                    <a:pt x="15745" y="21599"/>
                    <a:pt x="11259" y="21600"/>
                  </a:cubicBezTo>
                  <a:cubicBezTo>
                    <a:pt x="7286" y="21600"/>
                    <a:pt x="3390" y="20504"/>
                    <a:pt x="0" y="18433"/>
                  </a:cubicBezTo>
                </a:path>
                <a:path w="23777" h="21600" stroke="0" extrusionOk="0">
                  <a:moveTo>
                    <a:pt x="23776" y="17602"/>
                  </a:moveTo>
                  <a:cubicBezTo>
                    <a:pt x="20120" y="20202"/>
                    <a:pt x="15745" y="21599"/>
                    <a:pt x="11259" y="21600"/>
                  </a:cubicBezTo>
                  <a:cubicBezTo>
                    <a:pt x="7286" y="21600"/>
                    <a:pt x="3390" y="20504"/>
                    <a:pt x="0" y="18433"/>
                  </a:cubicBezTo>
                  <a:lnTo>
                    <a:pt x="11259" y="0"/>
                  </a:lnTo>
                  <a:close/>
                </a:path>
              </a:pathLst>
            </a:custGeom>
            <a:noFill/>
            <a:ln w="9525">
              <a:solidFill>
                <a:schemeClr val="tx1"/>
              </a:solidFill>
              <a:prstDash val="dash"/>
              <a:round/>
              <a:headEnd/>
              <a:tailEnd/>
            </a:ln>
            <a:effectLst/>
          </p:spPr>
          <p:txBody>
            <a:bodyPr wrap="none" anchor="ctr"/>
            <a:lstStyle/>
            <a:p>
              <a:endParaRPr lang="en-US"/>
            </a:p>
          </p:txBody>
        </p:sp>
        <p:sp>
          <p:nvSpPr>
            <p:cNvPr id="230409" name="Oval 9"/>
            <p:cNvSpPr>
              <a:spLocks noChangeArrowheads="1"/>
            </p:cNvSpPr>
            <p:nvPr/>
          </p:nvSpPr>
          <p:spPr bwMode="auto">
            <a:xfrm>
              <a:off x="4727" y="1764"/>
              <a:ext cx="165" cy="156"/>
            </a:xfrm>
            <a:prstGeom prst="ellipse">
              <a:avLst/>
            </a:prstGeom>
            <a:solidFill>
              <a:srgbClr val="FF9900"/>
            </a:solidFill>
            <a:ln w="9525">
              <a:solidFill>
                <a:schemeClr val="tx1"/>
              </a:solidFill>
              <a:round/>
              <a:headEnd/>
              <a:tailEnd/>
            </a:ln>
            <a:effectLst/>
          </p:spPr>
          <p:txBody>
            <a:bodyPr wrap="none" anchor="ctr"/>
            <a:lstStyle/>
            <a:p>
              <a:endParaRPr lang="en-US"/>
            </a:p>
          </p:txBody>
        </p:sp>
        <p:sp>
          <p:nvSpPr>
            <p:cNvPr id="230410" name="Line 10"/>
            <p:cNvSpPr>
              <a:spLocks noChangeShapeType="1"/>
            </p:cNvSpPr>
            <p:nvPr/>
          </p:nvSpPr>
          <p:spPr bwMode="auto">
            <a:xfrm>
              <a:off x="4334" y="1015"/>
              <a:ext cx="429" cy="759"/>
            </a:xfrm>
            <a:prstGeom prst="line">
              <a:avLst/>
            </a:prstGeom>
            <a:noFill/>
            <a:ln w="9525">
              <a:solidFill>
                <a:schemeClr val="tx1"/>
              </a:solidFill>
              <a:round/>
              <a:headEnd/>
              <a:tailEnd/>
            </a:ln>
            <a:effectLst/>
          </p:spPr>
          <p:txBody>
            <a:bodyPr/>
            <a:lstStyle/>
            <a:p>
              <a:endParaRPr lang="en-US"/>
            </a:p>
          </p:txBody>
        </p:sp>
        <p:sp>
          <p:nvSpPr>
            <p:cNvPr id="230411" name="Line 11"/>
            <p:cNvSpPr>
              <a:spLocks noChangeShapeType="1"/>
            </p:cNvSpPr>
            <p:nvPr/>
          </p:nvSpPr>
          <p:spPr bwMode="auto">
            <a:xfrm flipH="1" flipV="1">
              <a:off x="4571" y="1436"/>
              <a:ext cx="192" cy="338"/>
            </a:xfrm>
            <a:prstGeom prst="line">
              <a:avLst/>
            </a:prstGeom>
            <a:noFill/>
            <a:ln w="38100">
              <a:solidFill>
                <a:srgbClr val="3366FF"/>
              </a:solidFill>
              <a:round/>
              <a:headEnd/>
              <a:tailEnd type="triangle" w="lg" len="med"/>
            </a:ln>
            <a:effectLst/>
          </p:spPr>
          <p:txBody>
            <a:bodyPr/>
            <a:lstStyle/>
            <a:p>
              <a:endParaRPr lang="en-US"/>
            </a:p>
          </p:txBody>
        </p:sp>
        <p:sp>
          <p:nvSpPr>
            <p:cNvPr id="230412" name="Text Box 12"/>
            <p:cNvSpPr txBox="1">
              <a:spLocks noChangeArrowheads="1"/>
            </p:cNvSpPr>
            <p:nvPr/>
          </p:nvSpPr>
          <p:spPr bwMode="auto">
            <a:xfrm>
              <a:off x="4723" y="1367"/>
              <a:ext cx="204" cy="231"/>
            </a:xfrm>
            <a:prstGeom prst="rect">
              <a:avLst/>
            </a:prstGeom>
            <a:noFill/>
            <a:ln w="9525">
              <a:noFill/>
              <a:miter lim="800000"/>
              <a:headEnd/>
              <a:tailEnd/>
            </a:ln>
            <a:effectLst/>
          </p:spPr>
          <p:txBody>
            <a:bodyPr wrap="none">
              <a:spAutoFit/>
            </a:bodyPr>
            <a:lstStyle/>
            <a:p>
              <a:r>
                <a:rPr lang="en-US" b="1">
                  <a:solidFill>
                    <a:srgbClr val="3366FF"/>
                  </a:solidFill>
                </a:rPr>
                <a:t>T</a:t>
              </a:r>
            </a:p>
          </p:txBody>
        </p:sp>
        <p:sp>
          <p:nvSpPr>
            <p:cNvPr id="230413" name="Text Box 13"/>
            <p:cNvSpPr txBox="1">
              <a:spLocks noChangeArrowheads="1"/>
            </p:cNvSpPr>
            <p:nvPr/>
          </p:nvSpPr>
          <p:spPr bwMode="auto">
            <a:xfrm>
              <a:off x="4879" y="1705"/>
              <a:ext cx="236" cy="231"/>
            </a:xfrm>
            <a:prstGeom prst="rect">
              <a:avLst/>
            </a:prstGeom>
            <a:noFill/>
            <a:ln w="9525">
              <a:noFill/>
              <a:miter lim="800000"/>
              <a:headEnd/>
              <a:tailEnd/>
            </a:ln>
            <a:effectLst/>
          </p:spPr>
          <p:txBody>
            <a:bodyPr wrap="none">
              <a:spAutoFit/>
            </a:bodyPr>
            <a:lstStyle/>
            <a:p>
              <a:r>
                <a:rPr lang="en-US" i="1"/>
                <a:t>m</a:t>
              </a:r>
            </a:p>
          </p:txBody>
        </p:sp>
        <p:sp>
          <p:nvSpPr>
            <p:cNvPr id="230414" name="Text Box 14"/>
            <p:cNvSpPr txBox="1">
              <a:spLocks noChangeArrowheads="1"/>
            </p:cNvSpPr>
            <p:nvPr/>
          </p:nvSpPr>
          <p:spPr bwMode="auto">
            <a:xfrm>
              <a:off x="4157" y="1414"/>
              <a:ext cx="196" cy="231"/>
            </a:xfrm>
            <a:prstGeom prst="rect">
              <a:avLst/>
            </a:prstGeom>
            <a:noFill/>
            <a:ln w="9525">
              <a:noFill/>
              <a:miter lim="800000"/>
              <a:headEnd/>
              <a:tailEnd/>
            </a:ln>
            <a:effectLst/>
          </p:spPr>
          <p:txBody>
            <a:bodyPr wrap="none">
              <a:spAutoFit/>
            </a:bodyPr>
            <a:lstStyle/>
            <a:p>
              <a:r>
                <a:rPr lang="en-US"/>
                <a:t>L</a:t>
              </a:r>
            </a:p>
          </p:txBody>
        </p:sp>
        <p:sp>
          <p:nvSpPr>
            <p:cNvPr id="230415" name="Arc 15"/>
            <p:cNvSpPr>
              <a:spLocks/>
            </p:cNvSpPr>
            <p:nvPr/>
          </p:nvSpPr>
          <p:spPr bwMode="auto">
            <a:xfrm>
              <a:off x="4280" y="847"/>
              <a:ext cx="209" cy="493"/>
            </a:xfrm>
            <a:custGeom>
              <a:avLst/>
              <a:gdLst>
                <a:gd name="G0" fmla="+- 0 0 0"/>
                <a:gd name="G1" fmla="+- 0 0 0"/>
                <a:gd name="G2" fmla="+- 21600 0 0"/>
                <a:gd name="T0" fmla="*/ 5931 w 5931"/>
                <a:gd name="T1" fmla="*/ 20770 h 21538"/>
                <a:gd name="T2" fmla="*/ 1632 w 5931"/>
                <a:gd name="T3" fmla="*/ 21538 h 21538"/>
                <a:gd name="T4" fmla="*/ 0 w 5931"/>
                <a:gd name="T5" fmla="*/ 0 h 21538"/>
              </a:gdLst>
              <a:ahLst/>
              <a:cxnLst>
                <a:cxn ang="0">
                  <a:pos x="T0" y="T1"/>
                </a:cxn>
                <a:cxn ang="0">
                  <a:pos x="T2" y="T3"/>
                </a:cxn>
                <a:cxn ang="0">
                  <a:pos x="T4" y="T5"/>
                </a:cxn>
              </a:cxnLst>
              <a:rect l="0" t="0" r="r" b="b"/>
              <a:pathLst>
                <a:path w="5931" h="21538" fill="none" extrusionOk="0">
                  <a:moveTo>
                    <a:pt x="5930" y="20769"/>
                  </a:moveTo>
                  <a:cubicBezTo>
                    <a:pt x="4527" y="21170"/>
                    <a:pt x="3087" y="21427"/>
                    <a:pt x="1632" y="21538"/>
                  </a:cubicBezTo>
                </a:path>
                <a:path w="5931" h="21538" stroke="0" extrusionOk="0">
                  <a:moveTo>
                    <a:pt x="5930" y="20769"/>
                  </a:moveTo>
                  <a:cubicBezTo>
                    <a:pt x="4527" y="21170"/>
                    <a:pt x="3087" y="21427"/>
                    <a:pt x="1632" y="21538"/>
                  </a:cubicBezTo>
                  <a:lnTo>
                    <a:pt x="0" y="0"/>
                  </a:lnTo>
                  <a:close/>
                </a:path>
              </a:pathLst>
            </a:custGeom>
            <a:noFill/>
            <a:ln w="9525">
              <a:solidFill>
                <a:schemeClr val="tx1"/>
              </a:solidFill>
              <a:prstDash val="dash"/>
              <a:round/>
              <a:headEnd/>
              <a:tailEnd/>
            </a:ln>
            <a:effectLst/>
          </p:spPr>
          <p:txBody>
            <a:bodyPr wrap="none" anchor="ctr"/>
            <a:lstStyle/>
            <a:p>
              <a:endParaRPr lang="en-US"/>
            </a:p>
          </p:txBody>
        </p:sp>
        <p:sp>
          <p:nvSpPr>
            <p:cNvPr id="230416" name="Text Box 16"/>
            <p:cNvSpPr txBox="1">
              <a:spLocks noChangeArrowheads="1"/>
            </p:cNvSpPr>
            <p:nvPr/>
          </p:nvSpPr>
          <p:spPr bwMode="auto">
            <a:xfrm>
              <a:off x="4331" y="1301"/>
              <a:ext cx="191" cy="231"/>
            </a:xfrm>
            <a:prstGeom prst="rect">
              <a:avLst/>
            </a:prstGeom>
            <a:noFill/>
            <a:ln w="9525">
              <a:noFill/>
              <a:miter lim="800000"/>
              <a:headEnd/>
              <a:tailEnd/>
            </a:ln>
            <a:effectLst/>
          </p:spPr>
          <p:txBody>
            <a:bodyPr wrap="none">
              <a:spAutoFit/>
            </a:bodyPr>
            <a:lstStyle/>
            <a:p>
              <a:r>
                <a:rPr lang="en-US">
                  <a:sym typeface="Symbol" pitchFamily="18" charset="2"/>
                </a:rPr>
                <a:t></a:t>
              </a:r>
            </a:p>
          </p:txBody>
        </p:sp>
        <p:sp>
          <p:nvSpPr>
            <p:cNvPr id="230417" name="Line 17"/>
            <p:cNvSpPr>
              <a:spLocks noChangeShapeType="1"/>
            </p:cNvSpPr>
            <p:nvPr/>
          </p:nvSpPr>
          <p:spPr bwMode="auto">
            <a:xfrm flipH="1">
              <a:off x="4813" y="1925"/>
              <a:ext cx="0" cy="458"/>
            </a:xfrm>
            <a:prstGeom prst="line">
              <a:avLst/>
            </a:prstGeom>
            <a:noFill/>
            <a:ln w="38100">
              <a:solidFill>
                <a:srgbClr val="3366FF"/>
              </a:solidFill>
              <a:round/>
              <a:headEnd/>
              <a:tailEnd type="triangle" w="lg" len="med"/>
            </a:ln>
            <a:effectLst/>
          </p:spPr>
          <p:txBody>
            <a:bodyPr/>
            <a:lstStyle/>
            <a:p>
              <a:endParaRPr lang="en-US"/>
            </a:p>
          </p:txBody>
        </p:sp>
        <p:sp>
          <p:nvSpPr>
            <p:cNvPr id="230418" name="Text Box 18"/>
            <p:cNvSpPr txBox="1">
              <a:spLocks noChangeArrowheads="1"/>
            </p:cNvSpPr>
            <p:nvPr/>
          </p:nvSpPr>
          <p:spPr bwMode="auto">
            <a:xfrm>
              <a:off x="4627" y="2368"/>
              <a:ext cx="316" cy="231"/>
            </a:xfrm>
            <a:prstGeom prst="rect">
              <a:avLst/>
            </a:prstGeom>
            <a:noFill/>
            <a:ln w="9525">
              <a:noFill/>
              <a:miter lim="800000"/>
              <a:headEnd/>
              <a:tailEnd/>
            </a:ln>
            <a:effectLst/>
          </p:spPr>
          <p:txBody>
            <a:bodyPr wrap="none">
              <a:spAutoFit/>
            </a:bodyPr>
            <a:lstStyle/>
            <a:p>
              <a:r>
                <a:rPr lang="en-US"/>
                <a:t>mg</a:t>
              </a:r>
            </a:p>
          </p:txBody>
        </p:sp>
        <p:sp>
          <p:nvSpPr>
            <p:cNvPr id="230419" name="Text Box 19"/>
            <p:cNvSpPr txBox="1">
              <a:spLocks noChangeArrowheads="1"/>
            </p:cNvSpPr>
            <p:nvPr/>
          </p:nvSpPr>
          <p:spPr bwMode="auto">
            <a:xfrm>
              <a:off x="4793" y="2009"/>
              <a:ext cx="191" cy="231"/>
            </a:xfrm>
            <a:prstGeom prst="rect">
              <a:avLst/>
            </a:prstGeom>
            <a:noFill/>
            <a:ln w="9525">
              <a:noFill/>
              <a:miter lim="800000"/>
              <a:headEnd/>
              <a:tailEnd/>
            </a:ln>
            <a:effectLst/>
          </p:spPr>
          <p:txBody>
            <a:bodyPr wrap="none">
              <a:spAutoFit/>
            </a:bodyPr>
            <a:lstStyle/>
            <a:p>
              <a:r>
                <a:rPr lang="en-US">
                  <a:sym typeface="Symbol" pitchFamily="18" charset="2"/>
                </a:rPr>
                <a:t></a:t>
              </a:r>
            </a:p>
          </p:txBody>
        </p:sp>
        <p:sp>
          <p:nvSpPr>
            <p:cNvPr id="230420" name="Arc 20"/>
            <p:cNvSpPr>
              <a:spLocks/>
            </p:cNvSpPr>
            <p:nvPr/>
          </p:nvSpPr>
          <p:spPr bwMode="auto">
            <a:xfrm>
              <a:off x="4699" y="1171"/>
              <a:ext cx="209" cy="877"/>
            </a:xfrm>
            <a:custGeom>
              <a:avLst/>
              <a:gdLst>
                <a:gd name="G0" fmla="+- 0 0 0"/>
                <a:gd name="G1" fmla="+- 0 0 0"/>
                <a:gd name="G2" fmla="+- 21600 0 0"/>
                <a:gd name="T0" fmla="*/ 4363 w 4363"/>
                <a:gd name="T1" fmla="*/ 21155 h 21538"/>
                <a:gd name="T2" fmla="*/ 1632 w 4363"/>
                <a:gd name="T3" fmla="*/ 21538 h 21538"/>
                <a:gd name="T4" fmla="*/ 0 w 4363"/>
                <a:gd name="T5" fmla="*/ 0 h 21538"/>
              </a:gdLst>
              <a:ahLst/>
              <a:cxnLst>
                <a:cxn ang="0">
                  <a:pos x="T0" y="T1"/>
                </a:cxn>
                <a:cxn ang="0">
                  <a:pos x="T2" y="T3"/>
                </a:cxn>
                <a:cxn ang="0">
                  <a:pos x="T4" y="T5"/>
                </a:cxn>
              </a:cxnLst>
              <a:rect l="0" t="0" r="r" b="b"/>
              <a:pathLst>
                <a:path w="4363" h="21538" fill="none" extrusionOk="0">
                  <a:moveTo>
                    <a:pt x="4362" y="21154"/>
                  </a:moveTo>
                  <a:cubicBezTo>
                    <a:pt x="3461" y="21340"/>
                    <a:pt x="2549" y="21468"/>
                    <a:pt x="1632" y="21538"/>
                  </a:cubicBezTo>
                </a:path>
                <a:path w="4363" h="21538" stroke="0" extrusionOk="0">
                  <a:moveTo>
                    <a:pt x="4362" y="21154"/>
                  </a:moveTo>
                  <a:cubicBezTo>
                    <a:pt x="3461" y="21340"/>
                    <a:pt x="2549" y="21468"/>
                    <a:pt x="1632" y="21538"/>
                  </a:cubicBezTo>
                  <a:lnTo>
                    <a:pt x="0" y="0"/>
                  </a:lnTo>
                  <a:close/>
                </a:path>
              </a:pathLst>
            </a:custGeom>
            <a:noFill/>
            <a:ln w="9525">
              <a:solidFill>
                <a:schemeClr val="tx1"/>
              </a:solidFill>
              <a:prstDash val="dash"/>
              <a:round/>
              <a:headEnd/>
              <a:tailEnd/>
            </a:ln>
            <a:effectLst/>
          </p:spPr>
          <p:txBody>
            <a:bodyPr wrap="none" anchor="ctr"/>
            <a:lstStyle/>
            <a:p>
              <a:endParaRPr lang="en-US"/>
            </a:p>
          </p:txBody>
        </p:sp>
        <p:sp>
          <p:nvSpPr>
            <p:cNvPr id="230421" name="Line 21"/>
            <p:cNvSpPr>
              <a:spLocks noChangeShapeType="1"/>
            </p:cNvSpPr>
            <p:nvPr/>
          </p:nvSpPr>
          <p:spPr bwMode="auto">
            <a:xfrm>
              <a:off x="4872" y="1902"/>
              <a:ext cx="201" cy="385"/>
            </a:xfrm>
            <a:prstGeom prst="line">
              <a:avLst/>
            </a:prstGeom>
            <a:noFill/>
            <a:ln w="38100">
              <a:solidFill>
                <a:srgbClr val="7DC4C9"/>
              </a:solidFill>
              <a:round/>
              <a:headEnd/>
              <a:tailEnd type="triangle" w="lg" len="med"/>
            </a:ln>
            <a:effectLst/>
          </p:spPr>
          <p:txBody>
            <a:bodyPr/>
            <a:lstStyle/>
            <a:p>
              <a:endParaRPr lang="en-US"/>
            </a:p>
          </p:txBody>
        </p:sp>
        <p:sp>
          <p:nvSpPr>
            <p:cNvPr id="230422" name="Line 22"/>
            <p:cNvSpPr>
              <a:spLocks noChangeShapeType="1"/>
            </p:cNvSpPr>
            <p:nvPr/>
          </p:nvSpPr>
          <p:spPr bwMode="auto">
            <a:xfrm flipH="1">
              <a:off x="4511" y="1898"/>
              <a:ext cx="219" cy="92"/>
            </a:xfrm>
            <a:prstGeom prst="line">
              <a:avLst/>
            </a:prstGeom>
            <a:noFill/>
            <a:ln w="38100">
              <a:solidFill>
                <a:srgbClr val="7DC4C9"/>
              </a:solidFill>
              <a:round/>
              <a:headEnd/>
              <a:tailEnd type="triangle" w="lg" len="med"/>
            </a:ln>
            <a:effectLst/>
          </p:spPr>
          <p:txBody>
            <a:bodyPr/>
            <a:lstStyle/>
            <a:p>
              <a:endParaRPr lang="en-US"/>
            </a:p>
          </p:txBody>
        </p:sp>
      </p:grpSp>
      <p:graphicFrame>
        <p:nvGraphicFramePr>
          <p:cNvPr id="230423" name="Object 23"/>
          <p:cNvGraphicFramePr>
            <a:graphicFrameLocks noChangeAspect="1"/>
          </p:cNvGraphicFramePr>
          <p:nvPr/>
        </p:nvGraphicFramePr>
        <p:xfrm>
          <a:off x="1944688" y="3382963"/>
          <a:ext cx="747712" cy="296862"/>
        </p:xfrm>
        <a:graphic>
          <a:graphicData uri="http://schemas.openxmlformats.org/presentationml/2006/ole">
            <mc:AlternateContent xmlns:mc="http://schemas.openxmlformats.org/markup-compatibility/2006">
              <mc:Choice xmlns:v="urn:schemas-microsoft-com:vml" Requires="v">
                <p:oleObj name="Equation" r:id="rId2" imgW="457002" imgH="177723" progId="Equation.3">
                  <p:embed/>
                </p:oleObj>
              </mc:Choice>
              <mc:Fallback>
                <p:oleObj name="Equation" r:id="rId2" imgW="457002" imgH="177723" progId="Equation.3">
                  <p:embed/>
                  <p:pic>
                    <p:nvPicPr>
                      <p:cNvPr id="230423" name="Object 2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44688" y="3382963"/>
                        <a:ext cx="747712" cy="2968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30424" name="Rectangle 24"/>
          <p:cNvSpPr>
            <a:spLocks noChangeArrowheads="1"/>
          </p:cNvSpPr>
          <p:nvPr/>
        </p:nvSpPr>
        <p:spPr bwMode="auto">
          <a:xfrm>
            <a:off x="0" y="2762250"/>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30425" name="Object 25"/>
          <p:cNvGraphicFramePr>
            <a:graphicFrameLocks noChangeAspect="1"/>
          </p:cNvGraphicFramePr>
          <p:nvPr/>
        </p:nvGraphicFramePr>
        <p:xfrm>
          <a:off x="1687513" y="4179888"/>
          <a:ext cx="1314450" cy="1517650"/>
        </p:xfrm>
        <a:graphic>
          <a:graphicData uri="http://schemas.openxmlformats.org/presentationml/2006/ole">
            <mc:AlternateContent xmlns:mc="http://schemas.openxmlformats.org/markup-compatibility/2006">
              <mc:Choice xmlns:v="urn:schemas-microsoft-com:vml" Requires="v">
                <p:oleObj name="Equation" r:id="rId4" imgW="939600" imgH="1079280" progId="Equation.3">
                  <p:embed/>
                </p:oleObj>
              </mc:Choice>
              <mc:Fallback>
                <p:oleObj name="Equation" r:id="rId4" imgW="939600" imgH="1079280" progId="Equation.3">
                  <p:embed/>
                  <p:pic>
                    <p:nvPicPr>
                      <p:cNvPr id="230425" name="Object 2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87513" y="4179888"/>
                        <a:ext cx="1314450" cy="15176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3" name="Group 26"/>
          <p:cNvGrpSpPr>
            <a:grpSpLocks/>
          </p:cNvGrpSpPr>
          <p:nvPr/>
        </p:nvGrpSpPr>
        <p:grpSpPr bwMode="auto">
          <a:xfrm>
            <a:off x="0" y="2881313"/>
            <a:ext cx="9144000" cy="366712"/>
            <a:chOff x="0" y="1815"/>
            <a:chExt cx="5760" cy="231"/>
          </a:xfrm>
        </p:grpSpPr>
        <p:sp>
          <p:nvSpPr>
            <p:cNvPr id="230427" name="Text Box 27"/>
            <p:cNvSpPr txBox="1">
              <a:spLocks noChangeArrowheads="1"/>
            </p:cNvSpPr>
            <p:nvPr/>
          </p:nvSpPr>
          <p:spPr bwMode="auto">
            <a:xfrm>
              <a:off x="4031" y="1815"/>
              <a:ext cx="188" cy="231"/>
            </a:xfrm>
            <a:prstGeom prst="rect">
              <a:avLst/>
            </a:prstGeom>
            <a:noFill/>
            <a:ln w="9525" algn="ctr">
              <a:noFill/>
              <a:miter lim="800000"/>
              <a:headEnd/>
              <a:tailEnd/>
            </a:ln>
            <a:effectLst/>
          </p:spPr>
          <p:txBody>
            <a:bodyPr wrap="none">
              <a:spAutoFit/>
            </a:bodyPr>
            <a:lstStyle/>
            <a:p>
              <a:pPr algn="ctr"/>
              <a:r>
                <a:rPr lang="en-US"/>
                <a:t>s</a:t>
              </a:r>
            </a:p>
          </p:txBody>
        </p:sp>
        <p:sp>
          <p:nvSpPr>
            <p:cNvPr id="230428" name="Rectangle 28"/>
            <p:cNvSpPr>
              <a:spLocks noChangeArrowheads="1"/>
            </p:cNvSpPr>
            <p:nvPr/>
          </p:nvSpPr>
          <p:spPr bwMode="auto">
            <a:xfrm>
              <a:off x="0" y="1974"/>
              <a:ext cx="5760" cy="0"/>
            </a:xfrm>
            <a:prstGeom prst="rect">
              <a:avLst/>
            </a:prstGeom>
            <a:noFill/>
            <a:ln w="9525" algn="ctr">
              <a:noFill/>
              <a:miter lim="800000"/>
              <a:headEnd/>
              <a:tailEnd/>
            </a:ln>
            <a:effectLst/>
          </p:spPr>
          <p:txBody>
            <a:bodyPr wrap="none" anchor="ctr">
              <a:spAutoFit/>
            </a:bodyPr>
            <a:lstStyle/>
            <a:p>
              <a:endParaRPr lang="en-US"/>
            </a:p>
          </p:txBody>
        </p:sp>
      </p:grpSp>
      <p:graphicFrame>
        <p:nvGraphicFramePr>
          <p:cNvPr id="230429" name="Object 29"/>
          <p:cNvGraphicFramePr>
            <a:graphicFrameLocks noChangeAspect="1"/>
          </p:cNvGraphicFramePr>
          <p:nvPr/>
        </p:nvGraphicFramePr>
        <p:xfrm>
          <a:off x="5972175" y="3524250"/>
          <a:ext cx="1155700" cy="492125"/>
        </p:xfrm>
        <a:graphic>
          <a:graphicData uri="http://schemas.openxmlformats.org/presentationml/2006/ole">
            <mc:AlternateContent xmlns:mc="http://schemas.openxmlformats.org/markup-compatibility/2006">
              <mc:Choice xmlns:v="urn:schemas-microsoft-com:vml" Requires="v">
                <p:oleObj name="Equation" r:id="rId6" imgW="990360" imgH="419040" progId="Equation.3">
                  <p:embed/>
                </p:oleObj>
              </mc:Choice>
              <mc:Fallback>
                <p:oleObj name="Equation" r:id="rId6" imgW="990360" imgH="419040" progId="Equation.3">
                  <p:embed/>
                  <p:pic>
                    <p:nvPicPr>
                      <p:cNvPr id="230429" name="Object 29"/>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972175" y="3524250"/>
                        <a:ext cx="1155700" cy="4921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30430" name="Rectangle 30"/>
          <p:cNvSpPr>
            <a:spLocks noChangeArrowheads="1"/>
          </p:cNvSpPr>
          <p:nvPr/>
        </p:nvSpPr>
        <p:spPr bwMode="auto">
          <a:xfrm>
            <a:off x="0" y="3319463"/>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30431" name="Object 31"/>
          <p:cNvGraphicFramePr>
            <a:graphicFrameLocks noChangeAspect="1"/>
          </p:cNvGraphicFramePr>
          <p:nvPr/>
        </p:nvGraphicFramePr>
        <p:xfrm>
          <a:off x="5935663" y="4321175"/>
          <a:ext cx="1077912" cy="365125"/>
        </p:xfrm>
        <a:graphic>
          <a:graphicData uri="http://schemas.openxmlformats.org/presentationml/2006/ole">
            <mc:AlternateContent xmlns:mc="http://schemas.openxmlformats.org/markup-compatibility/2006">
              <mc:Choice xmlns:v="urn:schemas-microsoft-com:vml" Requires="v">
                <p:oleObj name="Equation" r:id="rId8" imgW="647419" imgH="215806" progId="Equation.3">
                  <p:embed/>
                </p:oleObj>
              </mc:Choice>
              <mc:Fallback>
                <p:oleObj name="Equation" r:id="rId8" imgW="647419" imgH="215806" progId="Equation.3">
                  <p:embed/>
                  <p:pic>
                    <p:nvPicPr>
                      <p:cNvPr id="230431" name="Object 31"/>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935663" y="4321175"/>
                        <a:ext cx="1077912" cy="3651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30432" name="Rectangle 32"/>
          <p:cNvSpPr>
            <a:spLocks noChangeArrowheads="1"/>
          </p:cNvSpPr>
          <p:nvPr/>
        </p:nvSpPr>
        <p:spPr bwMode="auto">
          <a:xfrm>
            <a:off x="0" y="3219450"/>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30433" name="Object 33"/>
          <p:cNvGraphicFramePr>
            <a:graphicFrameLocks noChangeAspect="1"/>
          </p:cNvGraphicFramePr>
          <p:nvPr/>
        </p:nvGraphicFramePr>
        <p:xfrm>
          <a:off x="6081713" y="4772025"/>
          <a:ext cx="1411287" cy="738188"/>
        </p:xfrm>
        <a:graphic>
          <a:graphicData uri="http://schemas.openxmlformats.org/presentationml/2006/ole">
            <mc:AlternateContent xmlns:mc="http://schemas.openxmlformats.org/markup-compatibility/2006">
              <mc:Choice xmlns:v="urn:schemas-microsoft-com:vml" Requires="v">
                <p:oleObj name="Equation" r:id="rId10" imgW="800100" imgH="419100" progId="Equation.3">
                  <p:embed/>
                </p:oleObj>
              </mc:Choice>
              <mc:Fallback>
                <p:oleObj name="Equation" r:id="rId10" imgW="800100" imgH="419100" progId="Equation.3">
                  <p:embed/>
                  <p:pic>
                    <p:nvPicPr>
                      <p:cNvPr id="230433" name="Object 33"/>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081713" y="4772025"/>
                        <a:ext cx="1411287" cy="7381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426" name="Rectangle 2"/>
          <p:cNvSpPr>
            <a:spLocks noGrp="1" noChangeArrowheads="1"/>
          </p:cNvSpPr>
          <p:nvPr>
            <p:ph type="title"/>
          </p:nvPr>
        </p:nvSpPr>
        <p:spPr/>
        <p:txBody>
          <a:bodyPr/>
          <a:lstStyle/>
          <a:p>
            <a:r>
              <a:rPr lang="en-US"/>
              <a:t>Pendulum</a:t>
            </a:r>
          </a:p>
        </p:txBody>
      </p:sp>
      <p:sp>
        <p:nvSpPr>
          <p:cNvPr id="231427" name="Rectangle 3"/>
          <p:cNvSpPr>
            <a:spLocks noGrp="1" noChangeArrowheads="1"/>
          </p:cNvSpPr>
          <p:nvPr>
            <p:ph type="body" sz="half" idx="1"/>
          </p:nvPr>
        </p:nvSpPr>
        <p:spPr>
          <a:xfrm>
            <a:off x="457200" y="1730375"/>
            <a:ext cx="4038600" cy="4395788"/>
          </a:xfrm>
        </p:spPr>
        <p:txBody>
          <a:bodyPr/>
          <a:lstStyle/>
          <a:p>
            <a:r>
              <a:rPr lang="en-US"/>
              <a:t>SHM Problem</a:t>
            </a:r>
          </a:p>
        </p:txBody>
      </p:sp>
      <p:sp>
        <p:nvSpPr>
          <p:cNvPr id="231428" name="Rectangle 4"/>
          <p:cNvSpPr>
            <a:spLocks noGrp="1" noChangeArrowheads="1"/>
          </p:cNvSpPr>
          <p:nvPr>
            <p:ph type="body" sz="half" idx="2"/>
          </p:nvPr>
        </p:nvSpPr>
        <p:spPr>
          <a:xfrm>
            <a:off x="4648200" y="4243388"/>
            <a:ext cx="4038600" cy="1882775"/>
          </a:xfrm>
        </p:spPr>
        <p:txBody>
          <a:bodyPr/>
          <a:lstStyle/>
          <a:p>
            <a:r>
              <a:rPr lang="en-US"/>
              <a:t>Solution</a:t>
            </a:r>
          </a:p>
        </p:txBody>
      </p:sp>
      <p:graphicFrame>
        <p:nvGraphicFramePr>
          <p:cNvPr id="231429" name="Object 5"/>
          <p:cNvGraphicFramePr>
            <a:graphicFrameLocks noChangeAspect="1"/>
          </p:cNvGraphicFramePr>
          <p:nvPr/>
        </p:nvGraphicFramePr>
        <p:xfrm>
          <a:off x="5100638" y="5037138"/>
          <a:ext cx="2109787" cy="360362"/>
        </p:xfrm>
        <a:graphic>
          <a:graphicData uri="http://schemas.openxmlformats.org/presentationml/2006/ole">
            <mc:AlternateContent xmlns:mc="http://schemas.openxmlformats.org/markup-compatibility/2006">
              <mc:Choice xmlns:v="urn:schemas-microsoft-com:vml" Requires="v">
                <p:oleObj name="Equation" r:id="rId2" imgW="1346040" imgH="228600" progId="Equation.3">
                  <p:embed/>
                </p:oleObj>
              </mc:Choice>
              <mc:Fallback>
                <p:oleObj name="Equation" r:id="rId2" imgW="1346040" imgH="228600" progId="Equation.3">
                  <p:embed/>
                  <p:pic>
                    <p:nvPicPr>
                      <p:cNvPr id="231429"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0638" y="5037138"/>
                        <a:ext cx="2109787" cy="3603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31430" name="Object 6"/>
          <p:cNvGraphicFramePr>
            <a:graphicFrameLocks noChangeAspect="1"/>
          </p:cNvGraphicFramePr>
          <p:nvPr/>
        </p:nvGraphicFramePr>
        <p:xfrm>
          <a:off x="1379538" y="2667000"/>
          <a:ext cx="1411287" cy="738188"/>
        </p:xfrm>
        <a:graphic>
          <a:graphicData uri="http://schemas.openxmlformats.org/presentationml/2006/ole">
            <mc:AlternateContent xmlns:mc="http://schemas.openxmlformats.org/markup-compatibility/2006">
              <mc:Choice xmlns:v="urn:schemas-microsoft-com:vml" Requires="v">
                <p:oleObj name="Equation" r:id="rId4" imgW="800100" imgH="419100" progId="Equation.3">
                  <p:embed/>
                </p:oleObj>
              </mc:Choice>
              <mc:Fallback>
                <p:oleObj name="Equation" r:id="rId4" imgW="800100" imgH="419100" progId="Equation.3">
                  <p:embed/>
                  <p:pic>
                    <p:nvPicPr>
                      <p:cNvPr id="231430"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79538" y="2667000"/>
                        <a:ext cx="1411287" cy="7381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31431" name="Rectangle 7"/>
          <p:cNvSpPr>
            <a:spLocks noChangeArrowheads="1"/>
          </p:cNvSpPr>
          <p:nvPr/>
        </p:nvSpPr>
        <p:spPr bwMode="auto">
          <a:xfrm>
            <a:off x="0" y="3167063"/>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31432" name="Object 8"/>
          <p:cNvGraphicFramePr>
            <a:graphicFrameLocks noChangeAspect="1"/>
          </p:cNvGraphicFramePr>
          <p:nvPr/>
        </p:nvGraphicFramePr>
        <p:xfrm>
          <a:off x="1668463" y="3884613"/>
          <a:ext cx="900112" cy="723900"/>
        </p:xfrm>
        <a:graphic>
          <a:graphicData uri="http://schemas.openxmlformats.org/presentationml/2006/ole">
            <mc:AlternateContent xmlns:mc="http://schemas.openxmlformats.org/markup-compatibility/2006">
              <mc:Choice xmlns:v="urn:schemas-microsoft-com:vml" Requires="v">
                <p:oleObj name="Equation" r:id="rId6" imgW="495000" imgH="393480" progId="Equation.3">
                  <p:embed/>
                </p:oleObj>
              </mc:Choice>
              <mc:Fallback>
                <p:oleObj name="Equation" r:id="rId6" imgW="495000" imgH="393480" progId="Equation.3">
                  <p:embed/>
                  <p:pic>
                    <p:nvPicPr>
                      <p:cNvPr id="231432" name="Object 8"/>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8463" y="3884613"/>
                        <a:ext cx="900112" cy="723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31433" name="Object 9"/>
          <p:cNvGraphicFramePr>
            <a:graphicFrameLocks noChangeAspect="1"/>
          </p:cNvGraphicFramePr>
          <p:nvPr/>
        </p:nvGraphicFramePr>
        <p:xfrm>
          <a:off x="1463675" y="5111750"/>
          <a:ext cx="1208088" cy="523875"/>
        </p:xfrm>
        <a:graphic>
          <a:graphicData uri="http://schemas.openxmlformats.org/presentationml/2006/ole">
            <mc:AlternateContent xmlns:mc="http://schemas.openxmlformats.org/markup-compatibility/2006">
              <mc:Choice xmlns:v="urn:schemas-microsoft-com:vml" Requires="v">
                <p:oleObj name="Equation" r:id="rId8" imgW="1079500" imgH="469900" progId="Equation.3">
                  <p:embed/>
                </p:oleObj>
              </mc:Choice>
              <mc:Fallback>
                <p:oleObj name="Equation" r:id="rId8" imgW="1079500" imgH="469900" progId="Equation.3">
                  <p:embed/>
                  <p:pic>
                    <p:nvPicPr>
                      <p:cNvPr id="231433" name="Object 9"/>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463675" y="5111750"/>
                        <a:ext cx="1208088" cy="5238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10"/>
          <p:cNvGrpSpPr>
            <a:grpSpLocks/>
          </p:cNvGrpSpPr>
          <p:nvPr/>
        </p:nvGrpSpPr>
        <p:grpSpPr bwMode="auto">
          <a:xfrm>
            <a:off x="6035675" y="1504950"/>
            <a:ext cx="2141538" cy="2781300"/>
            <a:chOff x="3766" y="847"/>
            <a:chExt cx="1349" cy="1752"/>
          </a:xfrm>
        </p:grpSpPr>
        <p:sp>
          <p:nvSpPr>
            <p:cNvPr id="231435" name="Rectangle 11"/>
            <p:cNvSpPr>
              <a:spLocks noChangeArrowheads="1"/>
            </p:cNvSpPr>
            <p:nvPr/>
          </p:nvSpPr>
          <p:spPr bwMode="auto">
            <a:xfrm>
              <a:off x="3766" y="996"/>
              <a:ext cx="1143" cy="64"/>
            </a:xfrm>
            <a:prstGeom prst="rect">
              <a:avLst/>
            </a:prstGeom>
            <a:gradFill rotWithShape="1">
              <a:gsLst>
                <a:gs pos="0">
                  <a:srgbClr val="993300"/>
                </a:gs>
                <a:gs pos="100000">
                  <a:srgbClr val="993300">
                    <a:gamma/>
                    <a:shade val="46275"/>
                    <a:invGamma/>
                  </a:srgbClr>
                </a:gs>
              </a:gsLst>
              <a:lin ang="5400000" scaled="1"/>
            </a:gradFill>
            <a:ln w="9525">
              <a:solidFill>
                <a:schemeClr val="tx1"/>
              </a:solidFill>
              <a:miter lim="800000"/>
              <a:headEnd/>
              <a:tailEnd/>
            </a:ln>
            <a:effectLst/>
          </p:spPr>
          <p:txBody>
            <a:bodyPr wrap="none" anchor="ctr"/>
            <a:lstStyle/>
            <a:p>
              <a:endParaRPr lang="en-US"/>
            </a:p>
          </p:txBody>
        </p:sp>
        <p:sp>
          <p:nvSpPr>
            <p:cNvPr id="231436" name="Line 12"/>
            <p:cNvSpPr>
              <a:spLocks noChangeShapeType="1"/>
            </p:cNvSpPr>
            <p:nvPr/>
          </p:nvSpPr>
          <p:spPr bwMode="auto">
            <a:xfrm>
              <a:off x="4334" y="1042"/>
              <a:ext cx="0" cy="933"/>
            </a:xfrm>
            <a:prstGeom prst="line">
              <a:avLst/>
            </a:prstGeom>
            <a:noFill/>
            <a:ln w="9525">
              <a:solidFill>
                <a:schemeClr val="tx1"/>
              </a:solidFill>
              <a:prstDash val="dash"/>
              <a:round/>
              <a:headEnd/>
              <a:tailEnd/>
            </a:ln>
            <a:effectLst/>
          </p:spPr>
          <p:txBody>
            <a:bodyPr/>
            <a:lstStyle/>
            <a:p>
              <a:endParaRPr lang="en-US"/>
            </a:p>
          </p:txBody>
        </p:sp>
        <p:sp>
          <p:nvSpPr>
            <p:cNvPr id="231437" name="Arc 13"/>
            <p:cNvSpPr>
              <a:spLocks/>
            </p:cNvSpPr>
            <p:nvPr/>
          </p:nvSpPr>
          <p:spPr bwMode="auto">
            <a:xfrm>
              <a:off x="3925" y="1482"/>
              <a:ext cx="839" cy="494"/>
            </a:xfrm>
            <a:custGeom>
              <a:avLst/>
              <a:gdLst>
                <a:gd name="G0" fmla="+- 11259 0 0"/>
                <a:gd name="G1" fmla="+- 0 0 0"/>
                <a:gd name="G2" fmla="+- 21600 0 0"/>
                <a:gd name="T0" fmla="*/ 23777 w 23777"/>
                <a:gd name="T1" fmla="*/ 17603 h 21600"/>
                <a:gd name="T2" fmla="*/ 0 w 23777"/>
                <a:gd name="T3" fmla="*/ 18434 h 21600"/>
                <a:gd name="T4" fmla="*/ 11259 w 23777"/>
                <a:gd name="T5" fmla="*/ 0 h 21600"/>
              </a:gdLst>
              <a:ahLst/>
              <a:cxnLst>
                <a:cxn ang="0">
                  <a:pos x="T0" y="T1"/>
                </a:cxn>
                <a:cxn ang="0">
                  <a:pos x="T2" y="T3"/>
                </a:cxn>
                <a:cxn ang="0">
                  <a:pos x="T4" y="T5"/>
                </a:cxn>
              </a:cxnLst>
              <a:rect l="0" t="0" r="r" b="b"/>
              <a:pathLst>
                <a:path w="23777" h="21600" fill="none" extrusionOk="0">
                  <a:moveTo>
                    <a:pt x="23776" y="17602"/>
                  </a:moveTo>
                  <a:cubicBezTo>
                    <a:pt x="20120" y="20202"/>
                    <a:pt x="15745" y="21599"/>
                    <a:pt x="11259" y="21600"/>
                  </a:cubicBezTo>
                  <a:cubicBezTo>
                    <a:pt x="7286" y="21600"/>
                    <a:pt x="3390" y="20504"/>
                    <a:pt x="0" y="18433"/>
                  </a:cubicBezTo>
                </a:path>
                <a:path w="23777" h="21600" stroke="0" extrusionOk="0">
                  <a:moveTo>
                    <a:pt x="23776" y="17602"/>
                  </a:moveTo>
                  <a:cubicBezTo>
                    <a:pt x="20120" y="20202"/>
                    <a:pt x="15745" y="21599"/>
                    <a:pt x="11259" y="21600"/>
                  </a:cubicBezTo>
                  <a:cubicBezTo>
                    <a:pt x="7286" y="21600"/>
                    <a:pt x="3390" y="20504"/>
                    <a:pt x="0" y="18433"/>
                  </a:cubicBezTo>
                  <a:lnTo>
                    <a:pt x="11259" y="0"/>
                  </a:lnTo>
                  <a:close/>
                </a:path>
              </a:pathLst>
            </a:custGeom>
            <a:noFill/>
            <a:ln w="9525">
              <a:solidFill>
                <a:schemeClr val="tx1"/>
              </a:solidFill>
              <a:prstDash val="dash"/>
              <a:round/>
              <a:headEnd/>
              <a:tailEnd/>
            </a:ln>
            <a:effectLst/>
          </p:spPr>
          <p:txBody>
            <a:bodyPr wrap="none" anchor="ctr"/>
            <a:lstStyle/>
            <a:p>
              <a:endParaRPr lang="en-US"/>
            </a:p>
          </p:txBody>
        </p:sp>
        <p:sp>
          <p:nvSpPr>
            <p:cNvPr id="231438" name="Oval 14"/>
            <p:cNvSpPr>
              <a:spLocks noChangeArrowheads="1"/>
            </p:cNvSpPr>
            <p:nvPr/>
          </p:nvSpPr>
          <p:spPr bwMode="auto">
            <a:xfrm>
              <a:off x="4727" y="1764"/>
              <a:ext cx="165" cy="156"/>
            </a:xfrm>
            <a:prstGeom prst="ellipse">
              <a:avLst/>
            </a:prstGeom>
            <a:solidFill>
              <a:srgbClr val="FF9900"/>
            </a:solidFill>
            <a:ln w="9525">
              <a:solidFill>
                <a:schemeClr val="tx1"/>
              </a:solidFill>
              <a:round/>
              <a:headEnd/>
              <a:tailEnd/>
            </a:ln>
            <a:effectLst/>
          </p:spPr>
          <p:txBody>
            <a:bodyPr wrap="none" anchor="ctr"/>
            <a:lstStyle/>
            <a:p>
              <a:endParaRPr lang="en-US"/>
            </a:p>
          </p:txBody>
        </p:sp>
        <p:sp>
          <p:nvSpPr>
            <p:cNvPr id="231439" name="Line 15"/>
            <p:cNvSpPr>
              <a:spLocks noChangeShapeType="1"/>
            </p:cNvSpPr>
            <p:nvPr/>
          </p:nvSpPr>
          <p:spPr bwMode="auto">
            <a:xfrm>
              <a:off x="4334" y="1015"/>
              <a:ext cx="429" cy="759"/>
            </a:xfrm>
            <a:prstGeom prst="line">
              <a:avLst/>
            </a:prstGeom>
            <a:noFill/>
            <a:ln w="9525">
              <a:solidFill>
                <a:schemeClr val="tx1"/>
              </a:solidFill>
              <a:round/>
              <a:headEnd/>
              <a:tailEnd/>
            </a:ln>
            <a:effectLst/>
          </p:spPr>
          <p:txBody>
            <a:bodyPr/>
            <a:lstStyle/>
            <a:p>
              <a:endParaRPr lang="en-US"/>
            </a:p>
          </p:txBody>
        </p:sp>
        <p:sp>
          <p:nvSpPr>
            <p:cNvPr id="231440" name="Line 16"/>
            <p:cNvSpPr>
              <a:spLocks noChangeShapeType="1"/>
            </p:cNvSpPr>
            <p:nvPr/>
          </p:nvSpPr>
          <p:spPr bwMode="auto">
            <a:xfrm flipH="1" flipV="1">
              <a:off x="4571" y="1436"/>
              <a:ext cx="192" cy="338"/>
            </a:xfrm>
            <a:prstGeom prst="line">
              <a:avLst/>
            </a:prstGeom>
            <a:noFill/>
            <a:ln w="38100">
              <a:solidFill>
                <a:srgbClr val="3366FF"/>
              </a:solidFill>
              <a:round/>
              <a:headEnd/>
              <a:tailEnd type="triangle" w="lg" len="med"/>
            </a:ln>
            <a:effectLst/>
          </p:spPr>
          <p:txBody>
            <a:bodyPr/>
            <a:lstStyle/>
            <a:p>
              <a:endParaRPr lang="en-US"/>
            </a:p>
          </p:txBody>
        </p:sp>
        <p:sp>
          <p:nvSpPr>
            <p:cNvPr id="231441" name="Text Box 17"/>
            <p:cNvSpPr txBox="1">
              <a:spLocks noChangeArrowheads="1"/>
            </p:cNvSpPr>
            <p:nvPr/>
          </p:nvSpPr>
          <p:spPr bwMode="auto">
            <a:xfrm>
              <a:off x="4723" y="1367"/>
              <a:ext cx="204" cy="231"/>
            </a:xfrm>
            <a:prstGeom prst="rect">
              <a:avLst/>
            </a:prstGeom>
            <a:noFill/>
            <a:ln w="9525">
              <a:noFill/>
              <a:miter lim="800000"/>
              <a:headEnd/>
              <a:tailEnd/>
            </a:ln>
            <a:effectLst/>
          </p:spPr>
          <p:txBody>
            <a:bodyPr wrap="none">
              <a:spAutoFit/>
            </a:bodyPr>
            <a:lstStyle/>
            <a:p>
              <a:r>
                <a:rPr lang="en-US" b="1">
                  <a:solidFill>
                    <a:srgbClr val="3366FF"/>
                  </a:solidFill>
                </a:rPr>
                <a:t>T</a:t>
              </a:r>
            </a:p>
          </p:txBody>
        </p:sp>
        <p:sp>
          <p:nvSpPr>
            <p:cNvPr id="231442" name="Text Box 18"/>
            <p:cNvSpPr txBox="1">
              <a:spLocks noChangeArrowheads="1"/>
            </p:cNvSpPr>
            <p:nvPr/>
          </p:nvSpPr>
          <p:spPr bwMode="auto">
            <a:xfrm>
              <a:off x="4879" y="1705"/>
              <a:ext cx="236" cy="231"/>
            </a:xfrm>
            <a:prstGeom prst="rect">
              <a:avLst/>
            </a:prstGeom>
            <a:noFill/>
            <a:ln w="9525">
              <a:noFill/>
              <a:miter lim="800000"/>
              <a:headEnd/>
              <a:tailEnd/>
            </a:ln>
            <a:effectLst/>
          </p:spPr>
          <p:txBody>
            <a:bodyPr wrap="none">
              <a:spAutoFit/>
            </a:bodyPr>
            <a:lstStyle/>
            <a:p>
              <a:r>
                <a:rPr lang="en-US" i="1"/>
                <a:t>m</a:t>
              </a:r>
            </a:p>
          </p:txBody>
        </p:sp>
        <p:sp>
          <p:nvSpPr>
            <p:cNvPr id="231443" name="Text Box 19"/>
            <p:cNvSpPr txBox="1">
              <a:spLocks noChangeArrowheads="1"/>
            </p:cNvSpPr>
            <p:nvPr/>
          </p:nvSpPr>
          <p:spPr bwMode="auto">
            <a:xfrm>
              <a:off x="4157" y="1414"/>
              <a:ext cx="196" cy="231"/>
            </a:xfrm>
            <a:prstGeom prst="rect">
              <a:avLst/>
            </a:prstGeom>
            <a:noFill/>
            <a:ln w="9525">
              <a:noFill/>
              <a:miter lim="800000"/>
              <a:headEnd/>
              <a:tailEnd/>
            </a:ln>
            <a:effectLst/>
          </p:spPr>
          <p:txBody>
            <a:bodyPr wrap="none">
              <a:spAutoFit/>
            </a:bodyPr>
            <a:lstStyle/>
            <a:p>
              <a:r>
                <a:rPr lang="en-US"/>
                <a:t>L</a:t>
              </a:r>
            </a:p>
          </p:txBody>
        </p:sp>
        <p:sp>
          <p:nvSpPr>
            <p:cNvPr id="231444" name="Arc 20"/>
            <p:cNvSpPr>
              <a:spLocks/>
            </p:cNvSpPr>
            <p:nvPr/>
          </p:nvSpPr>
          <p:spPr bwMode="auto">
            <a:xfrm>
              <a:off x="4280" y="847"/>
              <a:ext cx="209" cy="493"/>
            </a:xfrm>
            <a:custGeom>
              <a:avLst/>
              <a:gdLst>
                <a:gd name="G0" fmla="+- 0 0 0"/>
                <a:gd name="G1" fmla="+- 0 0 0"/>
                <a:gd name="G2" fmla="+- 21600 0 0"/>
                <a:gd name="T0" fmla="*/ 5931 w 5931"/>
                <a:gd name="T1" fmla="*/ 20770 h 21538"/>
                <a:gd name="T2" fmla="*/ 1632 w 5931"/>
                <a:gd name="T3" fmla="*/ 21538 h 21538"/>
                <a:gd name="T4" fmla="*/ 0 w 5931"/>
                <a:gd name="T5" fmla="*/ 0 h 21538"/>
              </a:gdLst>
              <a:ahLst/>
              <a:cxnLst>
                <a:cxn ang="0">
                  <a:pos x="T0" y="T1"/>
                </a:cxn>
                <a:cxn ang="0">
                  <a:pos x="T2" y="T3"/>
                </a:cxn>
                <a:cxn ang="0">
                  <a:pos x="T4" y="T5"/>
                </a:cxn>
              </a:cxnLst>
              <a:rect l="0" t="0" r="r" b="b"/>
              <a:pathLst>
                <a:path w="5931" h="21538" fill="none" extrusionOk="0">
                  <a:moveTo>
                    <a:pt x="5930" y="20769"/>
                  </a:moveTo>
                  <a:cubicBezTo>
                    <a:pt x="4527" y="21170"/>
                    <a:pt x="3087" y="21427"/>
                    <a:pt x="1632" y="21538"/>
                  </a:cubicBezTo>
                </a:path>
                <a:path w="5931" h="21538" stroke="0" extrusionOk="0">
                  <a:moveTo>
                    <a:pt x="5930" y="20769"/>
                  </a:moveTo>
                  <a:cubicBezTo>
                    <a:pt x="4527" y="21170"/>
                    <a:pt x="3087" y="21427"/>
                    <a:pt x="1632" y="21538"/>
                  </a:cubicBezTo>
                  <a:lnTo>
                    <a:pt x="0" y="0"/>
                  </a:lnTo>
                  <a:close/>
                </a:path>
              </a:pathLst>
            </a:custGeom>
            <a:noFill/>
            <a:ln w="9525">
              <a:solidFill>
                <a:schemeClr val="tx1"/>
              </a:solidFill>
              <a:prstDash val="dash"/>
              <a:round/>
              <a:headEnd/>
              <a:tailEnd/>
            </a:ln>
            <a:effectLst/>
          </p:spPr>
          <p:txBody>
            <a:bodyPr wrap="none" anchor="ctr"/>
            <a:lstStyle/>
            <a:p>
              <a:endParaRPr lang="en-US"/>
            </a:p>
          </p:txBody>
        </p:sp>
        <p:sp>
          <p:nvSpPr>
            <p:cNvPr id="231445" name="Text Box 21"/>
            <p:cNvSpPr txBox="1">
              <a:spLocks noChangeArrowheads="1"/>
            </p:cNvSpPr>
            <p:nvPr/>
          </p:nvSpPr>
          <p:spPr bwMode="auto">
            <a:xfrm>
              <a:off x="4331" y="1301"/>
              <a:ext cx="191" cy="231"/>
            </a:xfrm>
            <a:prstGeom prst="rect">
              <a:avLst/>
            </a:prstGeom>
            <a:noFill/>
            <a:ln w="9525">
              <a:noFill/>
              <a:miter lim="800000"/>
              <a:headEnd/>
              <a:tailEnd/>
            </a:ln>
            <a:effectLst/>
          </p:spPr>
          <p:txBody>
            <a:bodyPr wrap="none">
              <a:spAutoFit/>
            </a:bodyPr>
            <a:lstStyle/>
            <a:p>
              <a:r>
                <a:rPr lang="en-US">
                  <a:sym typeface="Symbol" pitchFamily="18" charset="2"/>
                </a:rPr>
                <a:t></a:t>
              </a:r>
            </a:p>
          </p:txBody>
        </p:sp>
        <p:sp>
          <p:nvSpPr>
            <p:cNvPr id="231446" name="Line 22"/>
            <p:cNvSpPr>
              <a:spLocks noChangeShapeType="1"/>
            </p:cNvSpPr>
            <p:nvPr/>
          </p:nvSpPr>
          <p:spPr bwMode="auto">
            <a:xfrm flipH="1">
              <a:off x="4813" y="1925"/>
              <a:ext cx="0" cy="458"/>
            </a:xfrm>
            <a:prstGeom prst="line">
              <a:avLst/>
            </a:prstGeom>
            <a:noFill/>
            <a:ln w="38100">
              <a:solidFill>
                <a:srgbClr val="3366FF"/>
              </a:solidFill>
              <a:round/>
              <a:headEnd/>
              <a:tailEnd type="triangle" w="lg" len="med"/>
            </a:ln>
            <a:effectLst/>
          </p:spPr>
          <p:txBody>
            <a:bodyPr/>
            <a:lstStyle/>
            <a:p>
              <a:endParaRPr lang="en-US"/>
            </a:p>
          </p:txBody>
        </p:sp>
        <p:sp>
          <p:nvSpPr>
            <p:cNvPr id="231447" name="Text Box 23"/>
            <p:cNvSpPr txBox="1">
              <a:spLocks noChangeArrowheads="1"/>
            </p:cNvSpPr>
            <p:nvPr/>
          </p:nvSpPr>
          <p:spPr bwMode="auto">
            <a:xfrm>
              <a:off x="4627" y="2368"/>
              <a:ext cx="316" cy="231"/>
            </a:xfrm>
            <a:prstGeom prst="rect">
              <a:avLst/>
            </a:prstGeom>
            <a:noFill/>
            <a:ln w="9525">
              <a:noFill/>
              <a:miter lim="800000"/>
              <a:headEnd/>
              <a:tailEnd/>
            </a:ln>
            <a:effectLst/>
          </p:spPr>
          <p:txBody>
            <a:bodyPr wrap="none">
              <a:spAutoFit/>
            </a:bodyPr>
            <a:lstStyle/>
            <a:p>
              <a:r>
                <a:rPr lang="en-US"/>
                <a:t>mg</a:t>
              </a:r>
            </a:p>
          </p:txBody>
        </p:sp>
        <p:sp>
          <p:nvSpPr>
            <p:cNvPr id="231448" name="Text Box 24"/>
            <p:cNvSpPr txBox="1">
              <a:spLocks noChangeArrowheads="1"/>
            </p:cNvSpPr>
            <p:nvPr/>
          </p:nvSpPr>
          <p:spPr bwMode="auto">
            <a:xfrm>
              <a:off x="4793" y="2009"/>
              <a:ext cx="191" cy="231"/>
            </a:xfrm>
            <a:prstGeom prst="rect">
              <a:avLst/>
            </a:prstGeom>
            <a:noFill/>
            <a:ln w="9525">
              <a:noFill/>
              <a:miter lim="800000"/>
              <a:headEnd/>
              <a:tailEnd/>
            </a:ln>
            <a:effectLst/>
          </p:spPr>
          <p:txBody>
            <a:bodyPr wrap="none">
              <a:spAutoFit/>
            </a:bodyPr>
            <a:lstStyle/>
            <a:p>
              <a:r>
                <a:rPr lang="en-US">
                  <a:sym typeface="Symbol" pitchFamily="18" charset="2"/>
                </a:rPr>
                <a:t></a:t>
              </a:r>
            </a:p>
          </p:txBody>
        </p:sp>
        <p:sp>
          <p:nvSpPr>
            <p:cNvPr id="231449" name="Arc 25"/>
            <p:cNvSpPr>
              <a:spLocks/>
            </p:cNvSpPr>
            <p:nvPr/>
          </p:nvSpPr>
          <p:spPr bwMode="auto">
            <a:xfrm>
              <a:off x="4699" y="1171"/>
              <a:ext cx="209" cy="877"/>
            </a:xfrm>
            <a:custGeom>
              <a:avLst/>
              <a:gdLst>
                <a:gd name="G0" fmla="+- 0 0 0"/>
                <a:gd name="G1" fmla="+- 0 0 0"/>
                <a:gd name="G2" fmla="+- 21600 0 0"/>
                <a:gd name="T0" fmla="*/ 4363 w 4363"/>
                <a:gd name="T1" fmla="*/ 21155 h 21538"/>
                <a:gd name="T2" fmla="*/ 1632 w 4363"/>
                <a:gd name="T3" fmla="*/ 21538 h 21538"/>
                <a:gd name="T4" fmla="*/ 0 w 4363"/>
                <a:gd name="T5" fmla="*/ 0 h 21538"/>
              </a:gdLst>
              <a:ahLst/>
              <a:cxnLst>
                <a:cxn ang="0">
                  <a:pos x="T0" y="T1"/>
                </a:cxn>
                <a:cxn ang="0">
                  <a:pos x="T2" y="T3"/>
                </a:cxn>
                <a:cxn ang="0">
                  <a:pos x="T4" y="T5"/>
                </a:cxn>
              </a:cxnLst>
              <a:rect l="0" t="0" r="r" b="b"/>
              <a:pathLst>
                <a:path w="4363" h="21538" fill="none" extrusionOk="0">
                  <a:moveTo>
                    <a:pt x="4362" y="21154"/>
                  </a:moveTo>
                  <a:cubicBezTo>
                    <a:pt x="3461" y="21340"/>
                    <a:pt x="2549" y="21468"/>
                    <a:pt x="1632" y="21538"/>
                  </a:cubicBezTo>
                </a:path>
                <a:path w="4363" h="21538" stroke="0" extrusionOk="0">
                  <a:moveTo>
                    <a:pt x="4362" y="21154"/>
                  </a:moveTo>
                  <a:cubicBezTo>
                    <a:pt x="3461" y="21340"/>
                    <a:pt x="2549" y="21468"/>
                    <a:pt x="1632" y="21538"/>
                  </a:cubicBezTo>
                  <a:lnTo>
                    <a:pt x="0" y="0"/>
                  </a:lnTo>
                  <a:close/>
                </a:path>
              </a:pathLst>
            </a:custGeom>
            <a:noFill/>
            <a:ln w="9525">
              <a:solidFill>
                <a:schemeClr val="tx1"/>
              </a:solidFill>
              <a:prstDash val="dash"/>
              <a:round/>
              <a:headEnd/>
              <a:tailEnd/>
            </a:ln>
            <a:effectLst/>
          </p:spPr>
          <p:txBody>
            <a:bodyPr wrap="none" anchor="ctr"/>
            <a:lstStyle/>
            <a:p>
              <a:endParaRPr lang="en-US"/>
            </a:p>
          </p:txBody>
        </p:sp>
        <p:sp>
          <p:nvSpPr>
            <p:cNvPr id="231450" name="Line 26"/>
            <p:cNvSpPr>
              <a:spLocks noChangeShapeType="1"/>
            </p:cNvSpPr>
            <p:nvPr/>
          </p:nvSpPr>
          <p:spPr bwMode="auto">
            <a:xfrm>
              <a:off x="4872" y="1902"/>
              <a:ext cx="201" cy="385"/>
            </a:xfrm>
            <a:prstGeom prst="line">
              <a:avLst/>
            </a:prstGeom>
            <a:noFill/>
            <a:ln w="38100">
              <a:solidFill>
                <a:srgbClr val="7DC4C9"/>
              </a:solidFill>
              <a:round/>
              <a:headEnd/>
              <a:tailEnd type="triangle" w="lg" len="med"/>
            </a:ln>
            <a:effectLst/>
          </p:spPr>
          <p:txBody>
            <a:bodyPr/>
            <a:lstStyle/>
            <a:p>
              <a:endParaRPr lang="en-US"/>
            </a:p>
          </p:txBody>
        </p:sp>
        <p:sp>
          <p:nvSpPr>
            <p:cNvPr id="231451" name="Line 27"/>
            <p:cNvSpPr>
              <a:spLocks noChangeShapeType="1"/>
            </p:cNvSpPr>
            <p:nvPr/>
          </p:nvSpPr>
          <p:spPr bwMode="auto">
            <a:xfrm flipH="1">
              <a:off x="4511" y="1898"/>
              <a:ext cx="219" cy="92"/>
            </a:xfrm>
            <a:prstGeom prst="line">
              <a:avLst/>
            </a:prstGeom>
            <a:noFill/>
            <a:ln w="38100">
              <a:solidFill>
                <a:srgbClr val="7DC4C9"/>
              </a:solidFill>
              <a:round/>
              <a:headEnd/>
              <a:tailEnd type="triangle" w="lg" len="med"/>
            </a:ln>
            <a:effectLst/>
          </p:spPr>
          <p:txBody>
            <a:bodyPr/>
            <a:lstStyle/>
            <a:p>
              <a:endParaRPr lang="en-US"/>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2450" name="Rectangle 2"/>
          <p:cNvSpPr>
            <a:spLocks noGrp="1" noChangeArrowheads="1"/>
          </p:cNvSpPr>
          <p:nvPr>
            <p:ph type="title"/>
          </p:nvPr>
        </p:nvSpPr>
        <p:spPr/>
        <p:txBody>
          <a:bodyPr/>
          <a:lstStyle/>
          <a:p>
            <a:r>
              <a:rPr lang="en-US"/>
              <a:t>Physical Pendulum</a:t>
            </a:r>
          </a:p>
        </p:txBody>
      </p:sp>
      <p:sp>
        <p:nvSpPr>
          <p:cNvPr id="232451" name="Rectangle 3"/>
          <p:cNvSpPr>
            <a:spLocks noGrp="1" noChangeArrowheads="1"/>
          </p:cNvSpPr>
          <p:nvPr>
            <p:ph type="body" sz="half" idx="1"/>
          </p:nvPr>
        </p:nvSpPr>
        <p:spPr/>
        <p:txBody>
          <a:bodyPr/>
          <a:lstStyle/>
          <a:p>
            <a:r>
              <a:rPr lang="en-US" sz="1800"/>
              <a:t>Suppose we build a pendulum by making a large solid object swing from one point.</a:t>
            </a:r>
          </a:p>
          <a:p>
            <a:endParaRPr lang="en-US" sz="1800"/>
          </a:p>
          <a:p>
            <a:endParaRPr lang="en-US" sz="1800"/>
          </a:p>
          <a:p>
            <a:r>
              <a:rPr lang="en-US" sz="1800"/>
              <a:t>Restoring force </a:t>
            </a:r>
          </a:p>
          <a:p>
            <a:endParaRPr lang="en-US" sz="1800"/>
          </a:p>
          <a:p>
            <a:endParaRPr lang="en-US" sz="1800"/>
          </a:p>
          <a:p>
            <a:endParaRPr lang="en-US" sz="1800"/>
          </a:p>
          <a:p>
            <a:endParaRPr lang="en-US" sz="1800"/>
          </a:p>
          <a:p>
            <a:endParaRPr lang="en-US" sz="1800"/>
          </a:p>
          <a:p>
            <a:r>
              <a:rPr lang="en-US" sz="1800"/>
              <a:t>Remember that</a:t>
            </a:r>
          </a:p>
          <a:p>
            <a:endParaRPr lang="en-US" sz="1800"/>
          </a:p>
        </p:txBody>
      </p:sp>
      <p:sp>
        <p:nvSpPr>
          <p:cNvPr id="232452" name="Rectangle 4"/>
          <p:cNvSpPr>
            <a:spLocks noGrp="1" noChangeArrowheads="1"/>
          </p:cNvSpPr>
          <p:nvPr>
            <p:ph type="body" sz="half" idx="2"/>
          </p:nvPr>
        </p:nvSpPr>
        <p:spPr>
          <a:xfrm>
            <a:off x="4648200" y="3617913"/>
            <a:ext cx="4038600" cy="2508250"/>
          </a:xfrm>
        </p:spPr>
        <p:txBody>
          <a:bodyPr>
            <a:normAutofit lnSpcReduction="10000"/>
          </a:bodyPr>
          <a:lstStyle/>
          <a:p>
            <a:r>
              <a:rPr lang="en-US" sz="2000"/>
              <a:t>Then</a:t>
            </a:r>
          </a:p>
          <a:p>
            <a:endParaRPr lang="en-US" sz="2000"/>
          </a:p>
          <a:p>
            <a:endParaRPr lang="en-US" sz="2000"/>
          </a:p>
          <a:p>
            <a:r>
              <a:rPr lang="en-US" sz="2000"/>
              <a:t>Or</a:t>
            </a:r>
          </a:p>
          <a:p>
            <a:endParaRPr lang="en-US" sz="2000"/>
          </a:p>
          <a:p>
            <a:endParaRPr lang="en-US" sz="2000"/>
          </a:p>
          <a:p>
            <a:r>
              <a:rPr lang="en-US" sz="2000"/>
              <a:t>Another familiar differential EQ</a:t>
            </a:r>
          </a:p>
        </p:txBody>
      </p:sp>
      <p:grpSp>
        <p:nvGrpSpPr>
          <p:cNvPr id="2" name="Group 5"/>
          <p:cNvGrpSpPr>
            <a:grpSpLocks/>
          </p:cNvGrpSpPr>
          <p:nvPr/>
        </p:nvGrpSpPr>
        <p:grpSpPr bwMode="auto">
          <a:xfrm>
            <a:off x="3127375" y="2357438"/>
            <a:ext cx="763588" cy="725487"/>
            <a:chOff x="1271" y="2002"/>
            <a:chExt cx="1034" cy="1152"/>
          </a:xfrm>
        </p:grpSpPr>
        <p:sp>
          <p:nvSpPr>
            <p:cNvPr id="232454" name="AutoShape 6"/>
            <p:cNvSpPr>
              <a:spLocks noChangeArrowheads="1"/>
            </p:cNvSpPr>
            <p:nvPr/>
          </p:nvSpPr>
          <p:spPr bwMode="auto">
            <a:xfrm rot="-1215304">
              <a:off x="1271" y="2002"/>
              <a:ext cx="539" cy="1152"/>
            </a:xfrm>
            <a:prstGeom prst="flowChartManualInput">
              <a:avLst/>
            </a:prstGeom>
            <a:solidFill>
              <a:schemeClr val="accent1"/>
            </a:solidFill>
            <a:ln w="9525">
              <a:solidFill>
                <a:schemeClr val="tx1"/>
              </a:solidFill>
              <a:miter lim="800000"/>
              <a:headEnd/>
              <a:tailEnd/>
            </a:ln>
            <a:effectLst/>
          </p:spPr>
          <p:txBody>
            <a:bodyPr wrap="none" anchor="ctr"/>
            <a:lstStyle/>
            <a:p>
              <a:endParaRPr lang="en-US"/>
            </a:p>
          </p:txBody>
        </p:sp>
        <p:sp>
          <p:nvSpPr>
            <p:cNvPr id="232455" name="Oval 7"/>
            <p:cNvSpPr>
              <a:spLocks noChangeArrowheads="1"/>
            </p:cNvSpPr>
            <p:nvPr/>
          </p:nvSpPr>
          <p:spPr bwMode="auto">
            <a:xfrm>
              <a:off x="1536" y="2688"/>
              <a:ext cx="56" cy="56"/>
            </a:xfrm>
            <a:prstGeom prst="ellipse">
              <a:avLst/>
            </a:prstGeom>
            <a:solidFill>
              <a:schemeClr val="tx1"/>
            </a:solidFill>
            <a:ln w="9525">
              <a:solidFill>
                <a:schemeClr val="tx1"/>
              </a:solidFill>
              <a:round/>
              <a:headEnd/>
              <a:tailEnd/>
            </a:ln>
            <a:effectLst/>
          </p:spPr>
          <p:txBody>
            <a:bodyPr wrap="none" anchor="ctr"/>
            <a:lstStyle/>
            <a:p>
              <a:endParaRPr lang="en-US"/>
            </a:p>
          </p:txBody>
        </p:sp>
        <p:sp>
          <p:nvSpPr>
            <p:cNvPr id="232456" name="Oval 8"/>
            <p:cNvSpPr>
              <a:spLocks noChangeArrowheads="1"/>
            </p:cNvSpPr>
            <p:nvPr/>
          </p:nvSpPr>
          <p:spPr bwMode="auto">
            <a:xfrm>
              <a:off x="1531" y="2152"/>
              <a:ext cx="56" cy="56"/>
            </a:xfrm>
            <a:prstGeom prst="ellipse">
              <a:avLst/>
            </a:prstGeom>
            <a:solidFill>
              <a:schemeClr val="tx1"/>
            </a:solidFill>
            <a:ln w="9525">
              <a:solidFill>
                <a:schemeClr val="tx1"/>
              </a:solidFill>
              <a:round/>
              <a:headEnd/>
              <a:tailEnd/>
            </a:ln>
            <a:effectLst/>
          </p:spPr>
          <p:txBody>
            <a:bodyPr wrap="none" anchor="ctr"/>
            <a:lstStyle/>
            <a:p>
              <a:endParaRPr lang="en-US"/>
            </a:p>
          </p:txBody>
        </p:sp>
        <p:sp>
          <p:nvSpPr>
            <p:cNvPr id="232457" name="Text Box 9"/>
            <p:cNvSpPr txBox="1">
              <a:spLocks noChangeArrowheads="1"/>
            </p:cNvSpPr>
            <p:nvPr/>
          </p:nvSpPr>
          <p:spPr bwMode="auto">
            <a:xfrm>
              <a:off x="1598" y="2718"/>
              <a:ext cx="518" cy="388"/>
            </a:xfrm>
            <a:prstGeom prst="rect">
              <a:avLst/>
            </a:prstGeom>
            <a:noFill/>
            <a:ln w="9525">
              <a:noFill/>
              <a:miter lim="800000"/>
              <a:headEnd/>
              <a:tailEnd/>
            </a:ln>
            <a:effectLst/>
          </p:spPr>
          <p:txBody>
            <a:bodyPr wrap="none">
              <a:spAutoFit/>
            </a:bodyPr>
            <a:lstStyle/>
            <a:p>
              <a:r>
                <a:rPr lang="en-US" sz="1000"/>
                <a:t>CM</a:t>
              </a:r>
            </a:p>
          </p:txBody>
        </p:sp>
        <p:sp>
          <p:nvSpPr>
            <p:cNvPr id="232458" name="Text Box 10"/>
            <p:cNvSpPr txBox="1">
              <a:spLocks noChangeArrowheads="1"/>
            </p:cNvSpPr>
            <p:nvPr/>
          </p:nvSpPr>
          <p:spPr bwMode="auto">
            <a:xfrm>
              <a:off x="1675" y="2136"/>
              <a:ext cx="630" cy="388"/>
            </a:xfrm>
            <a:prstGeom prst="rect">
              <a:avLst/>
            </a:prstGeom>
            <a:noFill/>
            <a:ln w="9525">
              <a:noFill/>
              <a:miter lim="800000"/>
              <a:headEnd/>
              <a:tailEnd/>
            </a:ln>
            <a:effectLst/>
          </p:spPr>
          <p:txBody>
            <a:bodyPr wrap="none">
              <a:spAutoFit/>
            </a:bodyPr>
            <a:lstStyle/>
            <a:p>
              <a:r>
                <a:rPr lang="en-US" sz="1000"/>
                <a:t>Pivot</a:t>
              </a:r>
            </a:p>
          </p:txBody>
        </p:sp>
      </p:grpSp>
      <p:grpSp>
        <p:nvGrpSpPr>
          <p:cNvPr id="3" name="Group 11"/>
          <p:cNvGrpSpPr>
            <a:grpSpLocks/>
          </p:cNvGrpSpPr>
          <p:nvPr/>
        </p:nvGrpSpPr>
        <p:grpSpPr bwMode="auto">
          <a:xfrm>
            <a:off x="6435725" y="1330325"/>
            <a:ext cx="1828800" cy="2239963"/>
            <a:chOff x="2061" y="1963"/>
            <a:chExt cx="1152" cy="1411"/>
          </a:xfrm>
        </p:grpSpPr>
        <p:grpSp>
          <p:nvGrpSpPr>
            <p:cNvPr id="4" name="Group 12"/>
            <p:cNvGrpSpPr>
              <a:grpSpLocks/>
            </p:cNvGrpSpPr>
            <p:nvPr/>
          </p:nvGrpSpPr>
          <p:grpSpPr bwMode="auto">
            <a:xfrm>
              <a:off x="2061" y="2160"/>
              <a:ext cx="1152" cy="659"/>
              <a:chOff x="1066" y="2340"/>
              <a:chExt cx="1152" cy="659"/>
            </a:xfrm>
          </p:grpSpPr>
          <p:sp>
            <p:nvSpPr>
              <p:cNvPr id="232461" name="AutoShape 13"/>
              <p:cNvSpPr>
                <a:spLocks noChangeArrowheads="1"/>
              </p:cNvSpPr>
              <p:nvPr/>
            </p:nvSpPr>
            <p:spPr bwMode="auto">
              <a:xfrm rot="-2923845">
                <a:off x="1372" y="2154"/>
                <a:ext cx="539" cy="1152"/>
              </a:xfrm>
              <a:prstGeom prst="flowChartManualInput">
                <a:avLst/>
              </a:prstGeom>
              <a:solidFill>
                <a:schemeClr val="accent1"/>
              </a:solidFill>
              <a:ln w="9525">
                <a:solidFill>
                  <a:schemeClr val="tx1"/>
                </a:solidFill>
                <a:miter lim="800000"/>
                <a:headEnd/>
                <a:tailEnd/>
              </a:ln>
              <a:effectLst/>
            </p:spPr>
            <p:txBody>
              <a:bodyPr wrap="none" anchor="ctr"/>
              <a:lstStyle/>
              <a:p>
                <a:endParaRPr lang="en-US"/>
              </a:p>
            </p:txBody>
          </p:sp>
          <p:sp>
            <p:nvSpPr>
              <p:cNvPr id="232462" name="Oval 14"/>
              <p:cNvSpPr>
                <a:spLocks noChangeArrowheads="1"/>
              </p:cNvSpPr>
              <p:nvPr/>
            </p:nvSpPr>
            <p:spPr bwMode="auto">
              <a:xfrm rot="-1708541">
                <a:off x="1708" y="2808"/>
                <a:ext cx="56" cy="56"/>
              </a:xfrm>
              <a:prstGeom prst="ellipse">
                <a:avLst/>
              </a:prstGeom>
              <a:solidFill>
                <a:schemeClr val="tx1"/>
              </a:solidFill>
              <a:ln w="9525">
                <a:solidFill>
                  <a:schemeClr val="tx1"/>
                </a:solidFill>
                <a:round/>
                <a:headEnd/>
                <a:tailEnd/>
              </a:ln>
              <a:effectLst/>
            </p:spPr>
            <p:txBody>
              <a:bodyPr wrap="none" anchor="ctr"/>
              <a:lstStyle/>
              <a:p>
                <a:endParaRPr lang="en-US"/>
              </a:p>
            </p:txBody>
          </p:sp>
          <p:sp>
            <p:nvSpPr>
              <p:cNvPr id="232463" name="Oval 15"/>
              <p:cNvSpPr>
                <a:spLocks noChangeArrowheads="1"/>
              </p:cNvSpPr>
              <p:nvPr/>
            </p:nvSpPr>
            <p:spPr bwMode="auto">
              <a:xfrm rot="-1708541">
                <a:off x="1448" y="2340"/>
                <a:ext cx="56" cy="56"/>
              </a:xfrm>
              <a:prstGeom prst="ellipse">
                <a:avLst/>
              </a:prstGeom>
              <a:solidFill>
                <a:schemeClr val="tx1"/>
              </a:solidFill>
              <a:ln w="9525">
                <a:solidFill>
                  <a:schemeClr val="tx1"/>
                </a:solidFill>
                <a:round/>
                <a:headEnd/>
                <a:tailEnd/>
              </a:ln>
              <a:effectLst/>
            </p:spPr>
            <p:txBody>
              <a:bodyPr wrap="none" anchor="ctr"/>
              <a:lstStyle/>
              <a:p>
                <a:endParaRPr lang="en-US"/>
              </a:p>
            </p:txBody>
          </p:sp>
        </p:grpSp>
        <p:sp>
          <p:nvSpPr>
            <p:cNvPr id="232464" name="Text Box 16"/>
            <p:cNvSpPr txBox="1">
              <a:spLocks noChangeArrowheads="1"/>
            </p:cNvSpPr>
            <p:nvPr/>
          </p:nvSpPr>
          <p:spPr bwMode="auto">
            <a:xfrm>
              <a:off x="2772" y="2546"/>
              <a:ext cx="290" cy="192"/>
            </a:xfrm>
            <a:prstGeom prst="rect">
              <a:avLst/>
            </a:prstGeom>
            <a:noFill/>
            <a:ln w="9525">
              <a:noFill/>
              <a:miter lim="800000"/>
              <a:headEnd/>
              <a:tailEnd/>
            </a:ln>
            <a:effectLst/>
          </p:spPr>
          <p:txBody>
            <a:bodyPr wrap="none">
              <a:spAutoFit/>
            </a:bodyPr>
            <a:lstStyle/>
            <a:p>
              <a:r>
                <a:rPr lang="en-US" sz="1400"/>
                <a:t>CM</a:t>
              </a:r>
            </a:p>
          </p:txBody>
        </p:sp>
        <p:sp>
          <p:nvSpPr>
            <p:cNvPr id="232465" name="Text Box 17"/>
            <p:cNvSpPr txBox="1">
              <a:spLocks noChangeArrowheads="1"/>
            </p:cNvSpPr>
            <p:nvPr/>
          </p:nvSpPr>
          <p:spPr bwMode="auto">
            <a:xfrm>
              <a:off x="2593" y="1974"/>
              <a:ext cx="365" cy="192"/>
            </a:xfrm>
            <a:prstGeom prst="rect">
              <a:avLst/>
            </a:prstGeom>
            <a:noFill/>
            <a:ln w="9525">
              <a:noFill/>
              <a:miter lim="800000"/>
              <a:headEnd/>
              <a:tailEnd/>
            </a:ln>
            <a:effectLst/>
          </p:spPr>
          <p:txBody>
            <a:bodyPr wrap="none">
              <a:spAutoFit/>
            </a:bodyPr>
            <a:lstStyle/>
            <a:p>
              <a:r>
                <a:rPr lang="en-US" sz="1400"/>
                <a:t>Pivot</a:t>
              </a:r>
            </a:p>
          </p:txBody>
        </p:sp>
        <p:sp>
          <p:nvSpPr>
            <p:cNvPr id="232466" name="Line 18"/>
            <p:cNvSpPr>
              <a:spLocks noChangeShapeType="1"/>
            </p:cNvSpPr>
            <p:nvPr/>
          </p:nvSpPr>
          <p:spPr bwMode="auto">
            <a:xfrm>
              <a:off x="2479" y="2652"/>
              <a:ext cx="247" cy="0"/>
            </a:xfrm>
            <a:prstGeom prst="line">
              <a:avLst/>
            </a:prstGeom>
            <a:noFill/>
            <a:ln w="9525">
              <a:solidFill>
                <a:schemeClr val="tx1"/>
              </a:solidFill>
              <a:prstDash val="dash"/>
              <a:round/>
              <a:headEnd/>
              <a:tailEnd/>
            </a:ln>
            <a:effectLst/>
          </p:spPr>
          <p:txBody>
            <a:bodyPr/>
            <a:lstStyle/>
            <a:p>
              <a:endParaRPr lang="en-US"/>
            </a:p>
          </p:txBody>
        </p:sp>
        <p:sp>
          <p:nvSpPr>
            <p:cNvPr id="232467" name="Line 19"/>
            <p:cNvSpPr>
              <a:spLocks noChangeShapeType="1"/>
            </p:cNvSpPr>
            <p:nvPr/>
          </p:nvSpPr>
          <p:spPr bwMode="auto">
            <a:xfrm flipV="1">
              <a:off x="2469" y="2182"/>
              <a:ext cx="0" cy="466"/>
            </a:xfrm>
            <a:prstGeom prst="line">
              <a:avLst/>
            </a:prstGeom>
            <a:noFill/>
            <a:ln w="9525">
              <a:solidFill>
                <a:schemeClr val="tx1"/>
              </a:solidFill>
              <a:prstDash val="dash"/>
              <a:round/>
              <a:headEnd/>
              <a:tailEnd/>
            </a:ln>
            <a:effectLst/>
          </p:spPr>
          <p:txBody>
            <a:bodyPr/>
            <a:lstStyle/>
            <a:p>
              <a:endParaRPr lang="en-US"/>
            </a:p>
          </p:txBody>
        </p:sp>
        <p:sp>
          <p:nvSpPr>
            <p:cNvPr id="232468" name="Text Box 20"/>
            <p:cNvSpPr txBox="1">
              <a:spLocks noChangeArrowheads="1"/>
            </p:cNvSpPr>
            <p:nvPr/>
          </p:nvSpPr>
          <p:spPr bwMode="auto">
            <a:xfrm>
              <a:off x="2429" y="2260"/>
              <a:ext cx="154" cy="144"/>
            </a:xfrm>
            <a:prstGeom prst="rect">
              <a:avLst/>
            </a:prstGeom>
            <a:noFill/>
            <a:ln w="9525">
              <a:noFill/>
              <a:miter lim="800000"/>
              <a:headEnd/>
              <a:tailEnd/>
            </a:ln>
            <a:effectLst/>
          </p:spPr>
          <p:txBody>
            <a:bodyPr wrap="none">
              <a:spAutoFit/>
            </a:bodyPr>
            <a:lstStyle/>
            <a:p>
              <a:r>
                <a:rPr lang="en-US" sz="900">
                  <a:sym typeface="Symbol" pitchFamily="18" charset="2"/>
                </a:rPr>
                <a:t></a:t>
              </a:r>
              <a:endParaRPr lang="en-US" sz="900"/>
            </a:p>
          </p:txBody>
        </p:sp>
        <p:sp>
          <p:nvSpPr>
            <p:cNvPr id="232469" name="Line 21"/>
            <p:cNvSpPr>
              <a:spLocks noChangeShapeType="1"/>
            </p:cNvSpPr>
            <p:nvPr/>
          </p:nvSpPr>
          <p:spPr bwMode="auto">
            <a:xfrm>
              <a:off x="2468" y="2188"/>
              <a:ext cx="264" cy="472"/>
            </a:xfrm>
            <a:prstGeom prst="line">
              <a:avLst/>
            </a:prstGeom>
            <a:noFill/>
            <a:ln w="9525">
              <a:solidFill>
                <a:schemeClr val="tx1"/>
              </a:solidFill>
              <a:prstDash val="dash"/>
              <a:round/>
              <a:headEnd/>
              <a:tailEnd/>
            </a:ln>
            <a:effectLst/>
          </p:spPr>
          <p:txBody>
            <a:bodyPr/>
            <a:lstStyle/>
            <a:p>
              <a:endParaRPr lang="en-US"/>
            </a:p>
          </p:txBody>
        </p:sp>
        <p:sp>
          <p:nvSpPr>
            <p:cNvPr id="232470" name="Text Box 22"/>
            <p:cNvSpPr txBox="1">
              <a:spLocks noChangeArrowheads="1"/>
            </p:cNvSpPr>
            <p:nvPr/>
          </p:nvSpPr>
          <p:spPr bwMode="auto">
            <a:xfrm>
              <a:off x="2586" y="2341"/>
              <a:ext cx="156" cy="144"/>
            </a:xfrm>
            <a:prstGeom prst="rect">
              <a:avLst/>
            </a:prstGeom>
            <a:noFill/>
            <a:ln w="9525">
              <a:noFill/>
              <a:miter lim="800000"/>
              <a:headEnd/>
              <a:tailEnd/>
            </a:ln>
            <a:effectLst/>
          </p:spPr>
          <p:txBody>
            <a:bodyPr wrap="none">
              <a:spAutoFit/>
            </a:bodyPr>
            <a:lstStyle/>
            <a:p>
              <a:r>
                <a:rPr lang="en-US" sz="900" i="1"/>
                <a:t>d</a:t>
              </a:r>
            </a:p>
          </p:txBody>
        </p:sp>
        <p:sp>
          <p:nvSpPr>
            <p:cNvPr id="232471" name="Text Box 23"/>
            <p:cNvSpPr txBox="1">
              <a:spLocks noChangeArrowheads="1"/>
            </p:cNvSpPr>
            <p:nvPr/>
          </p:nvSpPr>
          <p:spPr bwMode="auto">
            <a:xfrm>
              <a:off x="2414" y="2633"/>
              <a:ext cx="334" cy="144"/>
            </a:xfrm>
            <a:prstGeom prst="rect">
              <a:avLst/>
            </a:prstGeom>
            <a:noFill/>
            <a:ln w="9525">
              <a:noFill/>
              <a:miter lim="800000"/>
              <a:headEnd/>
              <a:tailEnd/>
            </a:ln>
            <a:effectLst/>
          </p:spPr>
          <p:txBody>
            <a:bodyPr wrap="none">
              <a:spAutoFit/>
            </a:bodyPr>
            <a:lstStyle/>
            <a:p>
              <a:r>
                <a:rPr lang="en-US" sz="900" i="1"/>
                <a:t>dsin(</a:t>
              </a:r>
              <a:r>
                <a:rPr lang="en-US" sz="900" i="1">
                  <a:sym typeface="Symbol" pitchFamily="18" charset="2"/>
                </a:rPr>
                <a:t></a:t>
              </a:r>
              <a:r>
                <a:rPr lang="en-US" sz="900" i="1"/>
                <a:t>)</a:t>
              </a:r>
            </a:p>
          </p:txBody>
        </p:sp>
        <p:sp>
          <p:nvSpPr>
            <p:cNvPr id="232472" name="Line 24"/>
            <p:cNvSpPr>
              <a:spLocks noChangeShapeType="1"/>
            </p:cNvSpPr>
            <p:nvPr/>
          </p:nvSpPr>
          <p:spPr bwMode="auto">
            <a:xfrm>
              <a:off x="2732" y="2660"/>
              <a:ext cx="8" cy="648"/>
            </a:xfrm>
            <a:prstGeom prst="line">
              <a:avLst/>
            </a:prstGeom>
            <a:noFill/>
            <a:ln w="38100">
              <a:solidFill>
                <a:srgbClr val="3366FF"/>
              </a:solidFill>
              <a:round/>
              <a:headEnd/>
              <a:tailEnd type="triangle" w="med" len="med"/>
            </a:ln>
            <a:effectLst/>
          </p:spPr>
          <p:txBody>
            <a:bodyPr/>
            <a:lstStyle/>
            <a:p>
              <a:endParaRPr lang="en-US"/>
            </a:p>
          </p:txBody>
        </p:sp>
        <p:sp>
          <p:nvSpPr>
            <p:cNvPr id="232473" name="Text Box 25"/>
            <p:cNvSpPr txBox="1">
              <a:spLocks noChangeArrowheads="1"/>
            </p:cNvSpPr>
            <p:nvPr/>
          </p:nvSpPr>
          <p:spPr bwMode="auto">
            <a:xfrm>
              <a:off x="2338" y="1963"/>
              <a:ext cx="196" cy="231"/>
            </a:xfrm>
            <a:prstGeom prst="rect">
              <a:avLst/>
            </a:prstGeom>
            <a:noFill/>
            <a:ln w="9525">
              <a:noFill/>
              <a:miter lim="800000"/>
              <a:headEnd/>
              <a:tailEnd/>
            </a:ln>
            <a:effectLst/>
          </p:spPr>
          <p:txBody>
            <a:bodyPr wrap="none">
              <a:spAutoFit/>
            </a:bodyPr>
            <a:lstStyle/>
            <a:p>
              <a:r>
                <a:rPr lang="en-US"/>
                <a:t>o</a:t>
              </a:r>
            </a:p>
          </p:txBody>
        </p:sp>
        <p:sp>
          <p:nvSpPr>
            <p:cNvPr id="232474" name="Text Box 26"/>
            <p:cNvSpPr txBox="1">
              <a:spLocks noChangeArrowheads="1"/>
            </p:cNvSpPr>
            <p:nvPr/>
          </p:nvSpPr>
          <p:spPr bwMode="auto">
            <a:xfrm>
              <a:off x="2730" y="3143"/>
              <a:ext cx="257" cy="231"/>
            </a:xfrm>
            <a:prstGeom prst="rect">
              <a:avLst/>
            </a:prstGeom>
            <a:noFill/>
            <a:ln w="9525">
              <a:noFill/>
              <a:miter lim="800000"/>
              <a:headEnd/>
              <a:tailEnd/>
            </a:ln>
            <a:effectLst/>
          </p:spPr>
          <p:txBody>
            <a:bodyPr wrap="none">
              <a:spAutoFit/>
            </a:bodyPr>
            <a:lstStyle/>
            <a:p>
              <a:r>
                <a:rPr lang="en-US">
                  <a:solidFill>
                    <a:srgbClr val="3366FF"/>
                  </a:solidFill>
                </a:rPr>
                <a:t>F</a:t>
              </a:r>
              <a:r>
                <a:rPr lang="en-US" baseline="-25000">
                  <a:solidFill>
                    <a:srgbClr val="3366FF"/>
                  </a:solidFill>
                </a:rPr>
                <a:t>g</a:t>
              </a:r>
            </a:p>
          </p:txBody>
        </p:sp>
        <p:sp>
          <p:nvSpPr>
            <p:cNvPr id="232475" name="Arc 27"/>
            <p:cNvSpPr>
              <a:spLocks/>
            </p:cNvSpPr>
            <p:nvPr/>
          </p:nvSpPr>
          <p:spPr bwMode="auto">
            <a:xfrm>
              <a:off x="2102" y="2202"/>
              <a:ext cx="666" cy="534"/>
            </a:xfrm>
            <a:custGeom>
              <a:avLst/>
              <a:gdLst>
                <a:gd name="G0" fmla="+- 14928 0 0"/>
                <a:gd name="G1" fmla="+- 0 0 0"/>
                <a:gd name="G2" fmla="+- 21600 0 0"/>
                <a:gd name="T0" fmla="*/ 27446 w 27446"/>
                <a:gd name="T1" fmla="*/ 17603 h 21600"/>
                <a:gd name="T2" fmla="*/ 0 w 27446"/>
                <a:gd name="T3" fmla="*/ 15611 h 21600"/>
                <a:gd name="T4" fmla="*/ 14928 w 27446"/>
                <a:gd name="T5" fmla="*/ 0 h 21600"/>
              </a:gdLst>
              <a:ahLst/>
              <a:cxnLst>
                <a:cxn ang="0">
                  <a:pos x="T0" y="T1"/>
                </a:cxn>
                <a:cxn ang="0">
                  <a:pos x="T2" y="T3"/>
                </a:cxn>
                <a:cxn ang="0">
                  <a:pos x="T4" y="T5"/>
                </a:cxn>
              </a:cxnLst>
              <a:rect l="0" t="0" r="r" b="b"/>
              <a:pathLst>
                <a:path w="27446" h="21600" fill="none" extrusionOk="0">
                  <a:moveTo>
                    <a:pt x="27445" y="17602"/>
                  </a:moveTo>
                  <a:cubicBezTo>
                    <a:pt x="23789" y="20202"/>
                    <a:pt x="19414" y="21599"/>
                    <a:pt x="14928" y="21600"/>
                  </a:cubicBezTo>
                  <a:cubicBezTo>
                    <a:pt x="9366" y="21600"/>
                    <a:pt x="4019" y="19454"/>
                    <a:pt x="-1" y="15611"/>
                  </a:cubicBezTo>
                </a:path>
                <a:path w="27446" h="21600" stroke="0" extrusionOk="0">
                  <a:moveTo>
                    <a:pt x="27445" y="17602"/>
                  </a:moveTo>
                  <a:cubicBezTo>
                    <a:pt x="23789" y="20202"/>
                    <a:pt x="19414" y="21599"/>
                    <a:pt x="14928" y="21600"/>
                  </a:cubicBezTo>
                  <a:cubicBezTo>
                    <a:pt x="9366" y="21600"/>
                    <a:pt x="4019" y="19454"/>
                    <a:pt x="-1" y="15611"/>
                  </a:cubicBezTo>
                  <a:lnTo>
                    <a:pt x="14928" y="0"/>
                  </a:lnTo>
                  <a:close/>
                </a:path>
              </a:pathLst>
            </a:custGeom>
            <a:noFill/>
            <a:ln w="9525">
              <a:solidFill>
                <a:schemeClr val="bg2"/>
              </a:solidFill>
              <a:prstDash val="dash"/>
              <a:round/>
              <a:headEnd/>
              <a:tailEnd/>
            </a:ln>
            <a:effectLst/>
          </p:spPr>
          <p:txBody>
            <a:bodyPr wrap="none" anchor="ctr"/>
            <a:lstStyle/>
            <a:p>
              <a:endParaRPr lang="en-US"/>
            </a:p>
          </p:txBody>
        </p:sp>
      </p:grpSp>
      <p:sp>
        <p:nvSpPr>
          <p:cNvPr id="232476" name="Rectangle 28"/>
          <p:cNvSpPr>
            <a:spLocks noChangeArrowheads="1"/>
          </p:cNvSpPr>
          <p:nvPr/>
        </p:nvSpPr>
        <p:spPr bwMode="auto">
          <a:xfrm>
            <a:off x="0" y="0"/>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32477" name="Object 29"/>
          <p:cNvGraphicFramePr>
            <a:graphicFrameLocks noChangeAspect="1"/>
          </p:cNvGraphicFramePr>
          <p:nvPr/>
        </p:nvGraphicFramePr>
        <p:xfrm>
          <a:off x="2016125" y="3517900"/>
          <a:ext cx="1341438" cy="1330325"/>
        </p:xfrm>
        <a:graphic>
          <a:graphicData uri="http://schemas.openxmlformats.org/presentationml/2006/ole">
            <mc:AlternateContent xmlns:mc="http://schemas.openxmlformats.org/markup-compatibility/2006">
              <mc:Choice xmlns:v="urn:schemas-microsoft-com:vml" Requires="v">
                <p:oleObj name="Equation" r:id="rId2" imgW="952200" imgH="939600" progId="Equation.3">
                  <p:embed/>
                </p:oleObj>
              </mc:Choice>
              <mc:Fallback>
                <p:oleObj name="Equation" r:id="rId2" imgW="952200" imgH="939600" progId="Equation.3">
                  <p:embed/>
                  <p:pic>
                    <p:nvPicPr>
                      <p:cNvPr id="232477" name="Object 2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16125" y="3517900"/>
                        <a:ext cx="1341438" cy="13303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32478" name="Rectangle 30"/>
          <p:cNvSpPr>
            <a:spLocks noChangeArrowheads="1"/>
          </p:cNvSpPr>
          <p:nvPr/>
        </p:nvSpPr>
        <p:spPr bwMode="auto">
          <a:xfrm>
            <a:off x="0" y="3219450"/>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32479" name="Object 31"/>
          <p:cNvGraphicFramePr>
            <a:graphicFrameLocks noChangeAspect="1"/>
          </p:cNvGraphicFramePr>
          <p:nvPr/>
        </p:nvGraphicFramePr>
        <p:xfrm>
          <a:off x="1203325" y="5586413"/>
          <a:ext cx="1146175" cy="525462"/>
        </p:xfrm>
        <a:graphic>
          <a:graphicData uri="http://schemas.openxmlformats.org/presentationml/2006/ole">
            <mc:AlternateContent xmlns:mc="http://schemas.openxmlformats.org/markup-compatibility/2006">
              <mc:Choice xmlns:v="urn:schemas-microsoft-com:vml" Requires="v">
                <p:oleObj name="Equation" r:id="rId4" imgW="914400" imgH="419100" progId="Equation.3">
                  <p:embed/>
                </p:oleObj>
              </mc:Choice>
              <mc:Fallback>
                <p:oleObj name="Equation" r:id="rId4" imgW="914400" imgH="419100" progId="Equation.3">
                  <p:embed/>
                  <p:pic>
                    <p:nvPicPr>
                      <p:cNvPr id="232479" name="Object 3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03325" y="5586413"/>
                        <a:ext cx="1146175" cy="5254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32480" name="Rectangle 32"/>
          <p:cNvSpPr>
            <a:spLocks noChangeArrowheads="1"/>
          </p:cNvSpPr>
          <p:nvPr/>
        </p:nvSpPr>
        <p:spPr bwMode="auto">
          <a:xfrm>
            <a:off x="0" y="3338513"/>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32481" name="Object 33"/>
          <p:cNvGraphicFramePr>
            <a:graphicFrameLocks noChangeAspect="1"/>
          </p:cNvGraphicFramePr>
          <p:nvPr/>
        </p:nvGraphicFramePr>
        <p:xfrm>
          <a:off x="5922963" y="3644900"/>
          <a:ext cx="1055687" cy="339725"/>
        </p:xfrm>
        <a:graphic>
          <a:graphicData uri="http://schemas.openxmlformats.org/presentationml/2006/ole">
            <mc:AlternateContent xmlns:mc="http://schemas.openxmlformats.org/markup-compatibility/2006">
              <mc:Choice xmlns:v="urn:schemas-microsoft-com:vml" Requires="v">
                <p:oleObj name="Equation" r:id="rId6" imgW="558558" imgH="177723" progId="Equation.3">
                  <p:embed/>
                </p:oleObj>
              </mc:Choice>
              <mc:Fallback>
                <p:oleObj name="Equation" r:id="rId6" imgW="558558" imgH="177723" progId="Equation.3">
                  <p:embed/>
                  <p:pic>
                    <p:nvPicPr>
                      <p:cNvPr id="232481" name="Object 3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922963" y="3644900"/>
                        <a:ext cx="1055687" cy="3397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32482" name="Rectangle 34"/>
          <p:cNvSpPr>
            <a:spLocks noChangeArrowheads="1"/>
          </p:cNvSpPr>
          <p:nvPr/>
        </p:nvSpPr>
        <p:spPr bwMode="auto">
          <a:xfrm>
            <a:off x="0" y="3133725"/>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32483" name="Object 35"/>
          <p:cNvGraphicFramePr>
            <a:graphicFrameLocks noChangeAspect="1"/>
          </p:cNvGraphicFramePr>
          <p:nvPr/>
        </p:nvGraphicFramePr>
        <p:xfrm>
          <a:off x="6088063" y="4281488"/>
          <a:ext cx="1319212" cy="447675"/>
        </p:xfrm>
        <a:graphic>
          <a:graphicData uri="http://schemas.openxmlformats.org/presentationml/2006/ole">
            <mc:AlternateContent xmlns:mc="http://schemas.openxmlformats.org/markup-compatibility/2006">
              <mc:Choice xmlns:v="urn:schemas-microsoft-com:vml" Requires="v">
                <p:oleObj name="Equation" r:id="rId8" imgW="1244520" imgH="419040" progId="Equation.3">
                  <p:embed/>
                </p:oleObj>
              </mc:Choice>
              <mc:Fallback>
                <p:oleObj name="Equation" r:id="rId8" imgW="1244520" imgH="419040" progId="Equation.3">
                  <p:embed/>
                  <p:pic>
                    <p:nvPicPr>
                      <p:cNvPr id="232483" name="Object 35"/>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088063" y="4281488"/>
                        <a:ext cx="1319212" cy="4476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32484" name="Rectangle 36"/>
          <p:cNvSpPr>
            <a:spLocks noChangeArrowheads="1"/>
          </p:cNvSpPr>
          <p:nvPr/>
        </p:nvSpPr>
        <p:spPr bwMode="auto">
          <a:xfrm>
            <a:off x="0" y="3219450"/>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32485" name="Object 37"/>
          <p:cNvGraphicFramePr>
            <a:graphicFrameLocks noChangeAspect="1"/>
          </p:cNvGraphicFramePr>
          <p:nvPr/>
        </p:nvGraphicFramePr>
        <p:xfrm>
          <a:off x="5905500" y="5162550"/>
          <a:ext cx="1358900" cy="581025"/>
        </p:xfrm>
        <a:graphic>
          <a:graphicData uri="http://schemas.openxmlformats.org/presentationml/2006/ole">
            <mc:AlternateContent xmlns:mc="http://schemas.openxmlformats.org/markup-compatibility/2006">
              <mc:Choice xmlns:v="urn:schemas-microsoft-com:vml" Requires="v">
                <p:oleObj name="Equation" r:id="rId10" imgW="977900" imgH="419100" progId="Equation.3">
                  <p:embed/>
                </p:oleObj>
              </mc:Choice>
              <mc:Fallback>
                <p:oleObj name="Equation" r:id="rId10" imgW="977900" imgH="419100" progId="Equation.3">
                  <p:embed/>
                  <p:pic>
                    <p:nvPicPr>
                      <p:cNvPr id="232485" name="Object 37"/>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5905500" y="5162550"/>
                        <a:ext cx="1358900" cy="5810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474" name="Rectangle 2"/>
          <p:cNvSpPr>
            <a:spLocks noGrp="1" noChangeArrowheads="1"/>
          </p:cNvSpPr>
          <p:nvPr>
            <p:ph type="title"/>
          </p:nvPr>
        </p:nvSpPr>
        <p:spPr/>
        <p:txBody>
          <a:bodyPr/>
          <a:lstStyle/>
          <a:p>
            <a:r>
              <a:rPr lang="en-US"/>
              <a:t>Physical Pendulum</a:t>
            </a:r>
          </a:p>
        </p:txBody>
      </p:sp>
      <p:sp>
        <p:nvSpPr>
          <p:cNvPr id="233475" name="Rectangle 3"/>
          <p:cNvSpPr>
            <a:spLocks noGrp="1" noChangeArrowheads="1"/>
          </p:cNvSpPr>
          <p:nvPr>
            <p:ph type="body" sz="half" idx="1"/>
          </p:nvPr>
        </p:nvSpPr>
        <p:spPr>
          <a:xfrm>
            <a:off x="457200" y="1730375"/>
            <a:ext cx="4038600" cy="4395788"/>
          </a:xfrm>
        </p:spPr>
        <p:txBody>
          <a:bodyPr/>
          <a:lstStyle/>
          <a:p>
            <a:r>
              <a:rPr lang="en-US"/>
              <a:t>SHM Problem</a:t>
            </a:r>
          </a:p>
        </p:txBody>
      </p:sp>
      <p:sp>
        <p:nvSpPr>
          <p:cNvPr id="233476" name="Rectangle 4"/>
          <p:cNvSpPr>
            <a:spLocks noGrp="1" noChangeArrowheads="1"/>
          </p:cNvSpPr>
          <p:nvPr>
            <p:ph type="body" sz="half" idx="2"/>
          </p:nvPr>
        </p:nvSpPr>
        <p:spPr>
          <a:xfrm>
            <a:off x="4648200" y="4243388"/>
            <a:ext cx="4038600" cy="1882775"/>
          </a:xfrm>
        </p:spPr>
        <p:txBody>
          <a:bodyPr/>
          <a:lstStyle/>
          <a:p>
            <a:r>
              <a:rPr lang="en-US"/>
              <a:t>Solution</a:t>
            </a:r>
          </a:p>
        </p:txBody>
      </p:sp>
      <p:graphicFrame>
        <p:nvGraphicFramePr>
          <p:cNvPr id="233477" name="Object 5"/>
          <p:cNvGraphicFramePr>
            <a:graphicFrameLocks noChangeAspect="1"/>
          </p:cNvGraphicFramePr>
          <p:nvPr/>
        </p:nvGraphicFramePr>
        <p:xfrm>
          <a:off x="5100638" y="5037138"/>
          <a:ext cx="2109787" cy="360362"/>
        </p:xfrm>
        <a:graphic>
          <a:graphicData uri="http://schemas.openxmlformats.org/presentationml/2006/ole">
            <mc:AlternateContent xmlns:mc="http://schemas.openxmlformats.org/markup-compatibility/2006">
              <mc:Choice xmlns:v="urn:schemas-microsoft-com:vml" Requires="v">
                <p:oleObj name="Equation" r:id="rId2" imgW="1346040" imgH="228600" progId="Equation.3">
                  <p:embed/>
                </p:oleObj>
              </mc:Choice>
              <mc:Fallback>
                <p:oleObj name="Equation" r:id="rId2" imgW="1346040" imgH="228600" progId="Equation.3">
                  <p:embed/>
                  <p:pic>
                    <p:nvPicPr>
                      <p:cNvPr id="233477"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0638" y="5037138"/>
                        <a:ext cx="2109787" cy="3603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6"/>
          <p:cNvGrpSpPr>
            <a:grpSpLocks/>
          </p:cNvGrpSpPr>
          <p:nvPr/>
        </p:nvGrpSpPr>
        <p:grpSpPr bwMode="auto">
          <a:xfrm>
            <a:off x="6202363" y="1635125"/>
            <a:ext cx="1828800" cy="2239963"/>
            <a:chOff x="2061" y="1963"/>
            <a:chExt cx="1152" cy="1411"/>
          </a:xfrm>
        </p:grpSpPr>
        <p:grpSp>
          <p:nvGrpSpPr>
            <p:cNvPr id="3" name="Group 7"/>
            <p:cNvGrpSpPr>
              <a:grpSpLocks/>
            </p:cNvGrpSpPr>
            <p:nvPr/>
          </p:nvGrpSpPr>
          <p:grpSpPr bwMode="auto">
            <a:xfrm>
              <a:off x="2061" y="2160"/>
              <a:ext cx="1152" cy="659"/>
              <a:chOff x="1066" y="2340"/>
              <a:chExt cx="1152" cy="659"/>
            </a:xfrm>
          </p:grpSpPr>
          <p:sp>
            <p:nvSpPr>
              <p:cNvPr id="233480" name="AutoShape 8"/>
              <p:cNvSpPr>
                <a:spLocks noChangeArrowheads="1"/>
              </p:cNvSpPr>
              <p:nvPr/>
            </p:nvSpPr>
            <p:spPr bwMode="auto">
              <a:xfrm rot="-2923845">
                <a:off x="1372" y="2154"/>
                <a:ext cx="539" cy="1152"/>
              </a:xfrm>
              <a:prstGeom prst="flowChartManualInput">
                <a:avLst/>
              </a:prstGeom>
              <a:solidFill>
                <a:schemeClr val="accent1"/>
              </a:solidFill>
              <a:ln w="9525">
                <a:solidFill>
                  <a:schemeClr val="tx1"/>
                </a:solidFill>
                <a:miter lim="800000"/>
                <a:headEnd/>
                <a:tailEnd/>
              </a:ln>
              <a:effectLst/>
            </p:spPr>
            <p:txBody>
              <a:bodyPr wrap="none" anchor="ctr"/>
              <a:lstStyle/>
              <a:p>
                <a:endParaRPr lang="en-US"/>
              </a:p>
            </p:txBody>
          </p:sp>
          <p:sp>
            <p:nvSpPr>
              <p:cNvPr id="233481" name="Oval 9"/>
              <p:cNvSpPr>
                <a:spLocks noChangeArrowheads="1"/>
              </p:cNvSpPr>
              <p:nvPr/>
            </p:nvSpPr>
            <p:spPr bwMode="auto">
              <a:xfrm rot="-1708541">
                <a:off x="1708" y="2808"/>
                <a:ext cx="56" cy="56"/>
              </a:xfrm>
              <a:prstGeom prst="ellipse">
                <a:avLst/>
              </a:prstGeom>
              <a:solidFill>
                <a:schemeClr val="tx1"/>
              </a:solidFill>
              <a:ln w="9525">
                <a:solidFill>
                  <a:schemeClr val="tx1"/>
                </a:solidFill>
                <a:round/>
                <a:headEnd/>
                <a:tailEnd/>
              </a:ln>
              <a:effectLst/>
            </p:spPr>
            <p:txBody>
              <a:bodyPr wrap="none" anchor="ctr"/>
              <a:lstStyle/>
              <a:p>
                <a:endParaRPr lang="en-US"/>
              </a:p>
            </p:txBody>
          </p:sp>
          <p:sp>
            <p:nvSpPr>
              <p:cNvPr id="233482" name="Oval 10"/>
              <p:cNvSpPr>
                <a:spLocks noChangeArrowheads="1"/>
              </p:cNvSpPr>
              <p:nvPr/>
            </p:nvSpPr>
            <p:spPr bwMode="auto">
              <a:xfrm rot="-1708541">
                <a:off x="1448" y="2340"/>
                <a:ext cx="56" cy="56"/>
              </a:xfrm>
              <a:prstGeom prst="ellipse">
                <a:avLst/>
              </a:prstGeom>
              <a:solidFill>
                <a:schemeClr val="tx1"/>
              </a:solidFill>
              <a:ln w="9525">
                <a:solidFill>
                  <a:schemeClr val="tx1"/>
                </a:solidFill>
                <a:round/>
                <a:headEnd/>
                <a:tailEnd/>
              </a:ln>
              <a:effectLst/>
            </p:spPr>
            <p:txBody>
              <a:bodyPr wrap="none" anchor="ctr"/>
              <a:lstStyle/>
              <a:p>
                <a:endParaRPr lang="en-US"/>
              </a:p>
            </p:txBody>
          </p:sp>
        </p:grpSp>
        <p:sp>
          <p:nvSpPr>
            <p:cNvPr id="233483" name="Text Box 11"/>
            <p:cNvSpPr txBox="1">
              <a:spLocks noChangeArrowheads="1"/>
            </p:cNvSpPr>
            <p:nvPr/>
          </p:nvSpPr>
          <p:spPr bwMode="auto">
            <a:xfrm>
              <a:off x="2772" y="2546"/>
              <a:ext cx="290" cy="192"/>
            </a:xfrm>
            <a:prstGeom prst="rect">
              <a:avLst/>
            </a:prstGeom>
            <a:noFill/>
            <a:ln w="9525">
              <a:noFill/>
              <a:miter lim="800000"/>
              <a:headEnd/>
              <a:tailEnd/>
            </a:ln>
            <a:effectLst/>
          </p:spPr>
          <p:txBody>
            <a:bodyPr wrap="none">
              <a:spAutoFit/>
            </a:bodyPr>
            <a:lstStyle/>
            <a:p>
              <a:r>
                <a:rPr lang="en-US" sz="1400"/>
                <a:t>CM</a:t>
              </a:r>
            </a:p>
          </p:txBody>
        </p:sp>
        <p:sp>
          <p:nvSpPr>
            <p:cNvPr id="233484" name="Text Box 12"/>
            <p:cNvSpPr txBox="1">
              <a:spLocks noChangeArrowheads="1"/>
            </p:cNvSpPr>
            <p:nvPr/>
          </p:nvSpPr>
          <p:spPr bwMode="auto">
            <a:xfrm>
              <a:off x="2593" y="1974"/>
              <a:ext cx="365" cy="192"/>
            </a:xfrm>
            <a:prstGeom prst="rect">
              <a:avLst/>
            </a:prstGeom>
            <a:noFill/>
            <a:ln w="9525">
              <a:noFill/>
              <a:miter lim="800000"/>
              <a:headEnd/>
              <a:tailEnd/>
            </a:ln>
            <a:effectLst/>
          </p:spPr>
          <p:txBody>
            <a:bodyPr wrap="none">
              <a:spAutoFit/>
            </a:bodyPr>
            <a:lstStyle/>
            <a:p>
              <a:r>
                <a:rPr lang="en-US" sz="1400"/>
                <a:t>Pivot</a:t>
              </a:r>
            </a:p>
          </p:txBody>
        </p:sp>
        <p:sp>
          <p:nvSpPr>
            <p:cNvPr id="233485" name="Line 13"/>
            <p:cNvSpPr>
              <a:spLocks noChangeShapeType="1"/>
            </p:cNvSpPr>
            <p:nvPr/>
          </p:nvSpPr>
          <p:spPr bwMode="auto">
            <a:xfrm>
              <a:off x="2479" y="2652"/>
              <a:ext cx="247" cy="0"/>
            </a:xfrm>
            <a:prstGeom prst="line">
              <a:avLst/>
            </a:prstGeom>
            <a:noFill/>
            <a:ln w="9525">
              <a:solidFill>
                <a:schemeClr val="tx1"/>
              </a:solidFill>
              <a:prstDash val="dash"/>
              <a:round/>
              <a:headEnd/>
              <a:tailEnd/>
            </a:ln>
            <a:effectLst/>
          </p:spPr>
          <p:txBody>
            <a:bodyPr/>
            <a:lstStyle/>
            <a:p>
              <a:endParaRPr lang="en-US"/>
            </a:p>
          </p:txBody>
        </p:sp>
        <p:sp>
          <p:nvSpPr>
            <p:cNvPr id="233486" name="Line 14"/>
            <p:cNvSpPr>
              <a:spLocks noChangeShapeType="1"/>
            </p:cNvSpPr>
            <p:nvPr/>
          </p:nvSpPr>
          <p:spPr bwMode="auto">
            <a:xfrm flipV="1">
              <a:off x="2469" y="2182"/>
              <a:ext cx="0" cy="466"/>
            </a:xfrm>
            <a:prstGeom prst="line">
              <a:avLst/>
            </a:prstGeom>
            <a:noFill/>
            <a:ln w="9525">
              <a:solidFill>
                <a:schemeClr val="tx1"/>
              </a:solidFill>
              <a:prstDash val="dash"/>
              <a:round/>
              <a:headEnd/>
              <a:tailEnd/>
            </a:ln>
            <a:effectLst/>
          </p:spPr>
          <p:txBody>
            <a:bodyPr/>
            <a:lstStyle/>
            <a:p>
              <a:endParaRPr lang="en-US"/>
            </a:p>
          </p:txBody>
        </p:sp>
        <p:sp>
          <p:nvSpPr>
            <p:cNvPr id="233487" name="Text Box 15"/>
            <p:cNvSpPr txBox="1">
              <a:spLocks noChangeArrowheads="1"/>
            </p:cNvSpPr>
            <p:nvPr/>
          </p:nvSpPr>
          <p:spPr bwMode="auto">
            <a:xfrm>
              <a:off x="2429" y="2260"/>
              <a:ext cx="154" cy="144"/>
            </a:xfrm>
            <a:prstGeom prst="rect">
              <a:avLst/>
            </a:prstGeom>
            <a:noFill/>
            <a:ln w="9525">
              <a:noFill/>
              <a:miter lim="800000"/>
              <a:headEnd/>
              <a:tailEnd/>
            </a:ln>
            <a:effectLst/>
          </p:spPr>
          <p:txBody>
            <a:bodyPr wrap="none">
              <a:spAutoFit/>
            </a:bodyPr>
            <a:lstStyle/>
            <a:p>
              <a:r>
                <a:rPr lang="en-US" sz="900">
                  <a:sym typeface="Symbol" pitchFamily="18" charset="2"/>
                </a:rPr>
                <a:t></a:t>
              </a:r>
              <a:endParaRPr lang="en-US" sz="900"/>
            </a:p>
          </p:txBody>
        </p:sp>
        <p:sp>
          <p:nvSpPr>
            <p:cNvPr id="233488" name="Line 16"/>
            <p:cNvSpPr>
              <a:spLocks noChangeShapeType="1"/>
            </p:cNvSpPr>
            <p:nvPr/>
          </p:nvSpPr>
          <p:spPr bwMode="auto">
            <a:xfrm>
              <a:off x="2468" y="2188"/>
              <a:ext cx="264" cy="472"/>
            </a:xfrm>
            <a:prstGeom prst="line">
              <a:avLst/>
            </a:prstGeom>
            <a:noFill/>
            <a:ln w="9525">
              <a:solidFill>
                <a:schemeClr val="tx1"/>
              </a:solidFill>
              <a:prstDash val="dash"/>
              <a:round/>
              <a:headEnd/>
              <a:tailEnd/>
            </a:ln>
            <a:effectLst/>
          </p:spPr>
          <p:txBody>
            <a:bodyPr/>
            <a:lstStyle/>
            <a:p>
              <a:endParaRPr lang="en-US"/>
            </a:p>
          </p:txBody>
        </p:sp>
        <p:sp>
          <p:nvSpPr>
            <p:cNvPr id="233489" name="Text Box 17"/>
            <p:cNvSpPr txBox="1">
              <a:spLocks noChangeArrowheads="1"/>
            </p:cNvSpPr>
            <p:nvPr/>
          </p:nvSpPr>
          <p:spPr bwMode="auto">
            <a:xfrm>
              <a:off x="2586" y="2341"/>
              <a:ext cx="156" cy="144"/>
            </a:xfrm>
            <a:prstGeom prst="rect">
              <a:avLst/>
            </a:prstGeom>
            <a:noFill/>
            <a:ln w="9525">
              <a:noFill/>
              <a:miter lim="800000"/>
              <a:headEnd/>
              <a:tailEnd/>
            </a:ln>
            <a:effectLst/>
          </p:spPr>
          <p:txBody>
            <a:bodyPr wrap="none">
              <a:spAutoFit/>
            </a:bodyPr>
            <a:lstStyle/>
            <a:p>
              <a:r>
                <a:rPr lang="en-US" sz="900" i="1"/>
                <a:t>d</a:t>
              </a:r>
            </a:p>
          </p:txBody>
        </p:sp>
        <p:sp>
          <p:nvSpPr>
            <p:cNvPr id="233490" name="Text Box 18"/>
            <p:cNvSpPr txBox="1">
              <a:spLocks noChangeArrowheads="1"/>
            </p:cNvSpPr>
            <p:nvPr/>
          </p:nvSpPr>
          <p:spPr bwMode="auto">
            <a:xfrm>
              <a:off x="2414" y="2633"/>
              <a:ext cx="334" cy="144"/>
            </a:xfrm>
            <a:prstGeom prst="rect">
              <a:avLst/>
            </a:prstGeom>
            <a:noFill/>
            <a:ln w="9525">
              <a:noFill/>
              <a:miter lim="800000"/>
              <a:headEnd/>
              <a:tailEnd/>
            </a:ln>
            <a:effectLst/>
          </p:spPr>
          <p:txBody>
            <a:bodyPr wrap="none">
              <a:spAutoFit/>
            </a:bodyPr>
            <a:lstStyle/>
            <a:p>
              <a:r>
                <a:rPr lang="en-US" sz="900" i="1"/>
                <a:t>dsin(</a:t>
              </a:r>
              <a:r>
                <a:rPr lang="en-US" sz="900" i="1">
                  <a:sym typeface="Symbol" pitchFamily="18" charset="2"/>
                </a:rPr>
                <a:t></a:t>
              </a:r>
              <a:r>
                <a:rPr lang="en-US" sz="900" i="1"/>
                <a:t>)</a:t>
              </a:r>
            </a:p>
          </p:txBody>
        </p:sp>
        <p:sp>
          <p:nvSpPr>
            <p:cNvPr id="233491" name="Line 19"/>
            <p:cNvSpPr>
              <a:spLocks noChangeShapeType="1"/>
            </p:cNvSpPr>
            <p:nvPr/>
          </p:nvSpPr>
          <p:spPr bwMode="auto">
            <a:xfrm>
              <a:off x="2732" y="2660"/>
              <a:ext cx="8" cy="648"/>
            </a:xfrm>
            <a:prstGeom prst="line">
              <a:avLst/>
            </a:prstGeom>
            <a:noFill/>
            <a:ln w="38100">
              <a:solidFill>
                <a:srgbClr val="3366FF"/>
              </a:solidFill>
              <a:round/>
              <a:headEnd/>
              <a:tailEnd type="triangle" w="med" len="med"/>
            </a:ln>
            <a:effectLst/>
          </p:spPr>
          <p:txBody>
            <a:bodyPr/>
            <a:lstStyle/>
            <a:p>
              <a:endParaRPr lang="en-US"/>
            </a:p>
          </p:txBody>
        </p:sp>
        <p:sp>
          <p:nvSpPr>
            <p:cNvPr id="233492" name="Text Box 20"/>
            <p:cNvSpPr txBox="1">
              <a:spLocks noChangeArrowheads="1"/>
            </p:cNvSpPr>
            <p:nvPr/>
          </p:nvSpPr>
          <p:spPr bwMode="auto">
            <a:xfrm>
              <a:off x="2338" y="1963"/>
              <a:ext cx="196" cy="231"/>
            </a:xfrm>
            <a:prstGeom prst="rect">
              <a:avLst/>
            </a:prstGeom>
            <a:noFill/>
            <a:ln w="9525">
              <a:noFill/>
              <a:miter lim="800000"/>
              <a:headEnd/>
              <a:tailEnd/>
            </a:ln>
            <a:effectLst/>
          </p:spPr>
          <p:txBody>
            <a:bodyPr wrap="none">
              <a:spAutoFit/>
            </a:bodyPr>
            <a:lstStyle/>
            <a:p>
              <a:r>
                <a:rPr lang="en-US"/>
                <a:t>o</a:t>
              </a:r>
            </a:p>
          </p:txBody>
        </p:sp>
        <p:sp>
          <p:nvSpPr>
            <p:cNvPr id="233493" name="Text Box 21"/>
            <p:cNvSpPr txBox="1">
              <a:spLocks noChangeArrowheads="1"/>
            </p:cNvSpPr>
            <p:nvPr/>
          </p:nvSpPr>
          <p:spPr bwMode="auto">
            <a:xfrm>
              <a:off x="2730" y="3143"/>
              <a:ext cx="257" cy="231"/>
            </a:xfrm>
            <a:prstGeom prst="rect">
              <a:avLst/>
            </a:prstGeom>
            <a:noFill/>
            <a:ln w="9525">
              <a:noFill/>
              <a:miter lim="800000"/>
              <a:headEnd/>
              <a:tailEnd/>
            </a:ln>
            <a:effectLst/>
          </p:spPr>
          <p:txBody>
            <a:bodyPr wrap="none">
              <a:spAutoFit/>
            </a:bodyPr>
            <a:lstStyle/>
            <a:p>
              <a:r>
                <a:rPr lang="en-US">
                  <a:solidFill>
                    <a:srgbClr val="3366FF"/>
                  </a:solidFill>
                </a:rPr>
                <a:t>F</a:t>
              </a:r>
              <a:r>
                <a:rPr lang="en-US" baseline="-25000">
                  <a:solidFill>
                    <a:srgbClr val="3366FF"/>
                  </a:solidFill>
                </a:rPr>
                <a:t>g</a:t>
              </a:r>
            </a:p>
          </p:txBody>
        </p:sp>
        <p:sp>
          <p:nvSpPr>
            <p:cNvPr id="233494" name="Arc 22"/>
            <p:cNvSpPr>
              <a:spLocks/>
            </p:cNvSpPr>
            <p:nvPr/>
          </p:nvSpPr>
          <p:spPr bwMode="auto">
            <a:xfrm>
              <a:off x="2102" y="2202"/>
              <a:ext cx="666" cy="534"/>
            </a:xfrm>
            <a:custGeom>
              <a:avLst/>
              <a:gdLst>
                <a:gd name="G0" fmla="+- 14928 0 0"/>
                <a:gd name="G1" fmla="+- 0 0 0"/>
                <a:gd name="G2" fmla="+- 21600 0 0"/>
                <a:gd name="T0" fmla="*/ 27446 w 27446"/>
                <a:gd name="T1" fmla="*/ 17603 h 21600"/>
                <a:gd name="T2" fmla="*/ 0 w 27446"/>
                <a:gd name="T3" fmla="*/ 15611 h 21600"/>
                <a:gd name="T4" fmla="*/ 14928 w 27446"/>
                <a:gd name="T5" fmla="*/ 0 h 21600"/>
              </a:gdLst>
              <a:ahLst/>
              <a:cxnLst>
                <a:cxn ang="0">
                  <a:pos x="T0" y="T1"/>
                </a:cxn>
                <a:cxn ang="0">
                  <a:pos x="T2" y="T3"/>
                </a:cxn>
                <a:cxn ang="0">
                  <a:pos x="T4" y="T5"/>
                </a:cxn>
              </a:cxnLst>
              <a:rect l="0" t="0" r="r" b="b"/>
              <a:pathLst>
                <a:path w="27446" h="21600" fill="none" extrusionOk="0">
                  <a:moveTo>
                    <a:pt x="27445" y="17602"/>
                  </a:moveTo>
                  <a:cubicBezTo>
                    <a:pt x="23789" y="20202"/>
                    <a:pt x="19414" y="21599"/>
                    <a:pt x="14928" y="21600"/>
                  </a:cubicBezTo>
                  <a:cubicBezTo>
                    <a:pt x="9366" y="21600"/>
                    <a:pt x="4019" y="19454"/>
                    <a:pt x="-1" y="15611"/>
                  </a:cubicBezTo>
                </a:path>
                <a:path w="27446" h="21600" stroke="0" extrusionOk="0">
                  <a:moveTo>
                    <a:pt x="27445" y="17602"/>
                  </a:moveTo>
                  <a:cubicBezTo>
                    <a:pt x="23789" y="20202"/>
                    <a:pt x="19414" y="21599"/>
                    <a:pt x="14928" y="21600"/>
                  </a:cubicBezTo>
                  <a:cubicBezTo>
                    <a:pt x="9366" y="21600"/>
                    <a:pt x="4019" y="19454"/>
                    <a:pt x="-1" y="15611"/>
                  </a:cubicBezTo>
                  <a:lnTo>
                    <a:pt x="14928" y="0"/>
                  </a:lnTo>
                  <a:close/>
                </a:path>
              </a:pathLst>
            </a:custGeom>
            <a:noFill/>
            <a:ln w="9525">
              <a:solidFill>
                <a:schemeClr val="bg2"/>
              </a:solidFill>
              <a:prstDash val="dash"/>
              <a:round/>
              <a:headEnd/>
              <a:tailEnd/>
            </a:ln>
            <a:effectLst/>
          </p:spPr>
          <p:txBody>
            <a:bodyPr wrap="none" anchor="ctr"/>
            <a:lstStyle/>
            <a:p>
              <a:endParaRPr lang="en-US"/>
            </a:p>
          </p:txBody>
        </p:sp>
      </p:grpSp>
      <p:graphicFrame>
        <p:nvGraphicFramePr>
          <p:cNvPr id="233495" name="Object 23"/>
          <p:cNvGraphicFramePr>
            <a:graphicFrameLocks noChangeAspect="1"/>
          </p:cNvGraphicFramePr>
          <p:nvPr/>
        </p:nvGraphicFramePr>
        <p:xfrm>
          <a:off x="1189038" y="2405063"/>
          <a:ext cx="1606550" cy="687387"/>
        </p:xfrm>
        <a:graphic>
          <a:graphicData uri="http://schemas.openxmlformats.org/presentationml/2006/ole">
            <mc:AlternateContent xmlns:mc="http://schemas.openxmlformats.org/markup-compatibility/2006">
              <mc:Choice xmlns:v="urn:schemas-microsoft-com:vml" Requires="v">
                <p:oleObj name="Equation" r:id="rId4" imgW="977900" imgH="419100" progId="Equation.3">
                  <p:embed/>
                </p:oleObj>
              </mc:Choice>
              <mc:Fallback>
                <p:oleObj name="Equation" r:id="rId4" imgW="977900" imgH="419100" progId="Equation.3">
                  <p:embed/>
                  <p:pic>
                    <p:nvPicPr>
                      <p:cNvPr id="233495" name="Object 2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89038" y="2405063"/>
                        <a:ext cx="1606550" cy="6873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33496" name="Rectangle 24"/>
          <p:cNvSpPr>
            <a:spLocks noChangeArrowheads="1"/>
          </p:cNvSpPr>
          <p:nvPr/>
        </p:nvSpPr>
        <p:spPr bwMode="auto">
          <a:xfrm>
            <a:off x="0" y="3148013"/>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33497" name="Object 25"/>
          <p:cNvGraphicFramePr>
            <a:graphicFrameLocks noChangeAspect="1"/>
          </p:cNvGraphicFramePr>
          <p:nvPr/>
        </p:nvGraphicFramePr>
        <p:xfrm>
          <a:off x="1397000" y="3538538"/>
          <a:ext cx="1166813" cy="676275"/>
        </p:xfrm>
        <a:graphic>
          <a:graphicData uri="http://schemas.openxmlformats.org/presentationml/2006/ole">
            <mc:AlternateContent xmlns:mc="http://schemas.openxmlformats.org/markup-compatibility/2006">
              <mc:Choice xmlns:v="urn:schemas-microsoft-com:vml" Requires="v">
                <p:oleObj name="Equation" r:id="rId6" imgW="672840" imgH="393480" progId="Equation.3">
                  <p:embed/>
                </p:oleObj>
              </mc:Choice>
              <mc:Fallback>
                <p:oleObj name="Equation" r:id="rId6" imgW="672840" imgH="393480" progId="Equation.3">
                  <p:embed/>
                  <p:pic>
                    <p:nvPicPr>
                      <p:cNvPr id="233497" name="Object 2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97000" y="3538538"/>
                        <a:ext cx="1166813" cy="6762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33498" name="Rectangle 26"/>
          <p:cNvSpPr>
            <a:spLocks noChangeArrowheads="1"/>
          </p:cNvSpPr>
          <p:nvPr/>
        </p:nvSpPr>
        <p:spPr bwMode="auto">
          <a:xfrm>
            <a:off x="0" y="3195638"/>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33499" name="Object 27"/>
          <p:cNvGraphicFramePr>
            <a:graphicFrameLocks noChangeAspect="1"/>
          </p:cNvGraphicFramePr>
          <p:nvPr/>
        </p:nvGraphicFramePr>
        <p:xfrm>
          <a:off x="1247775" y="4589463"/>
          <a:ext cx="1609725" cy="830262"/>
        </p:xfrm>
        <a:graphic>
          <a:graphicData uri="http://schemas.openxmlformats.org/presentationml/2006/ole">
            <mc:AlternateContent xmlns:mc="http://schemas.openxmlformats.org/markup-compatibility/2006">
              <mc:Choice xmlns:v="urn:schemas-microsoft-com:vml" Requires="v">
                <p:oleObj name="Equation" r:id="rId8" imgW="901309" imgH="469696" progId="Equation.3">
                  <p:embed/>
                </p:oleObj>
              </mc:Choice>
              <mc:Fallback>
                <p:oleObj name="Equation" r:id="rId8" imgW="901309" imgH="469696" progId="Equation.3">
                  <p:embed/>
                  <p:pic>
                    <p:nvPicPr>
                      <p:cNvPr id="233499" name="Object 27"/>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247775" y="4589463"/>
                        <a:ext cx="1609725" cy="8302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498" name="Rectangle 2"/>
          <p:cNvSpPr>
            <a:spLocks noGrp="1" noChangeArrowheads="1"/>
          </p:cNvSpPr>
          <p:nvPr>
            <p:ph type="title"/>
          </p:nvPr>
        </p:nvSpPr>
        <p:spPr/>
        <p:txBody>
          <a:bodyPr/>
          <a:lstStyle/>
          <a:p>
            <a:r>
              <a:rPr lang="en-US"/>
              <a:t>Torsional Pendulum</a:t>
            </a:r>
          </a:p>
        </p:txBody>
      </p:sp>
      <p:sp>
        <p:nvSpPr>
          <p:cNvPr id="234499" name="Rectangle 3"/>
          <p:cNvSpPr>
            <a:spLocks noGrp="1" noChangeArrowheads="1"/>
          </p:cNvSpPr>
          <p:nvPr>
            <p:ph type="body" sz="half" idx="1"/>
          </p:nvPr>
        </p:nvSpPr>
        <p:spPr/>
        <p:txBody>
          <a:bodyPr/>
          <a:lstStyle/>
          <a:p>
            <a:pPr>
              <a:lnSpc>
                <a:spcPct val="90000"/>
              </a:lnSpc>
            </a:pPr>
            <a:r>
              <a:rPr lang="en-US" sz="1800"/>
              <a:t>A torsional pendulum is made by suspending a rigid body from a wire. The body rotates. </a:t>
            </a:r>
          </a:p>
          <a:p>
            <a:pPr>
              <a:lnSpc>
                <a:spcPct val="90000"/>
              </a:lnSpc>
            </a:pPr>
            <a:r>
              <a:rPr lang="en-US" sz="1800"/>
              <a:t>twisted wire exerts a restoring torque on the body that is proportional to the angular position (sound familiar) </a:t>
            </a:r>
          </a:p>
          <a:p>
            <a:pPr>
              <a:lnSpc>
                <a:spcPct val="90000"/>
              </a:lnSpc>
            </a:pPr>
            <a:endParaRPr lang="en-US" sz="1800"/>
          </a:p>
          <a:p>
            <a:pPr>
              <a:lnSpc>
                <a:spcPct val="90000"/>
              </a:lnSpc>
            </a:pPr>
            <a:endParaRPr lang="en-US" sz="1800"/>
          </a:p>
          <a:p>
            <a:pPr>
              <a:lnSpc>
                <a:spcPct val="90000"/>
              </a:lnSpc>
            </a:pPr>
            <a:r>
              <a:rPr lang="en-US" sz="1800"/>
              <a:t>Rotational version of Newton’s 2</a:t>
            </a:r>
            <a:r>
              <a:rPr lang="en-US" sz="1800" baseline="30000"/>
              <a:t>nd</a:t>
            </a:r>
            <a:r>
              <a:rPr lang="en-US" sz="1800"/>
              <a:t> Law</a:t>
            </a:r>
          </a:p>
          <a:p>
            <a:pPr>
              <a:lnSpc>
                <a:spcPct val="90000"/>
              </a:lnSpc>
            </a:pPr>
            <a:endParaRPr lang="en-US" sz="1800"/>
          </a:p>
          <a:p>
            <a:pPr>
              <a:lnSpc>
                <a:spcPct val="90000"/>
              </a:lnSpc>
            </a:pPr>
            <a:endParaRPr lang="en-US" sz="1800"/>
          </a:p>
          <a:p>
            <a:pPr>
              <a:lnSpc>
                <a:spcPct val="90000"/>
              </a:lnSpc>
            </a:pPr>
            <a:endParaRPr lang="en-US" sz="1800"/>
          </a:p>
          <a:p>
            <a:pPr>
              <a:lnSpc>
                <a:spcPct val="90000"/>
              </a:lnSpc>
            </a:pPr>
            <a:endParaRPr lang="en-US" sz="1800"/>
          </a:p>
          <a:p>
            <a:pPr>
              <a:lnSpc>
                <a:spcPct val="90000"/>
              </a:lnSpc>
            </a:pPr>
            <a:endParaRPr lang="en-US" sz="1800"/>
          </a:p>
        </p:txBody>
      </p:sp>
      <p:sp>
        <p:nvSpPr>
          <p:cNvPr id="234500" name="Rectangle 4"/>
          <p:cNvSpPr>
            <a:spLocks noGrp="1" noChangeArrowheads="1"/>
          </p:cNvSpPr>
          <p:nvPr>
            <p:ph type="body" sz="half" idx="2"/>
          </p:nvPr>
        </p:nvSpPr>
        <p:spPr>
          <a:xfrm>
            <a:off x="4648200" y="4081463"/>
            <a:ext cx="4038600" cy="2044700"/>
          </a:xfrm>
        </p:spPr>
        <p:txBody>
          <a:bodyPr/>
          <a:lstStyle/>
          <a:p>
            <a:r>
              <a:rPr lang="en-US" sz="1800"/>
              <a:t>Then</a:t>
            </a:r>
          </a:p>
        </p:txBody>
      </p:sp>
      <p:grpSp>
        <p:nvGrpSpPr>
          <p:cNvPr id="2" name="Group 5"/>
          <p:cNvGrpSpPr>
            <a:grpSpLocks/>
          </p:cNvGrpSpPr>
          <p:nvPr/>
        </p:nvGrpSpPr>
        <p:grpSpPr bwMode="auto">
          <a:xfrm>
            <a:off x="6719888" y="1597025"/>
            <a:ext cx="1814512" cy="2770188"/>
            <a:chOff x="1892" y="1398"/>
            <a:chExt cx="1143" cy="1745"/>
          </a:xfrm>
        </p:grpSpPr>
        <p:sp>
          <p:nvSpPr>
            <p:cNvPr id="234502" name="Oval 6"/>
            <p:cNvSpPr>
              <a:spLocks noChangeArrowheads="1"/>
            </p:cNvSpPr>
            <p:nvPr/>
          </p:nvSpPr>
          <p:spPr bwMode="auto">
            <a:xfrm>
              <a:off x="1944" y="2556"/>
              <a:ext cx="1014" cy="318"/>
            </a:xfrm>
            <a:prstGeom prst="ellipse">
              <a:avLst/>
            </a:prstGeom>
            <a:solidFill>
              <a:schemeClr val="accent1"/>
            </a:solidFill>
            <a:ln w="9525" algn="ctr">
              <a:solidFill>
                <a:schemeClr val="tx1"/>
              </a:solidFill>
              <a:round/>
              <a:headEnd/>
              <a:tailEnd/>
            </a:ln>
            <a:effectLst/>
          </p:spPr>
          <p:txBody>
            <a:bodyPr wrap="none" anchor="ctr"/>
            <a:lstStyle/>
            <a:p>
              <a:endParaRPr lang="en-US"/>
            </a:p>
          </p:txBody>
        </p:sp>
        <p:sp>
          <p:nvSpPr>
            <p:cNvPr id="234503" name="Oval 7"/>
            <p:cNvSpPr>
              <a:spLocks noChangeArrowheads="1"/>
            </p:cNvSpPr>
            <p:nvPr/>
          </p:nvSpPr>
          <p:spPr bwMode="auto">
            <a:xfrm>
              <a:off x="1944" y="2535"/>
              <a:ext cx="1014" cy="318"/>
            </a:xfrm>
            <a:prstGeom prst="ellipse">
              <a:avLst/>
            </a:prstGeom>
            <a:solidFill>
              <a:schemeClr val="accent1"/>
            </a:solidFill>
            <a:ln w="9525" algn="ctr">
              <a:solidFill>
                <a:schemeClr val="tx1"/>
              </a:solidFill>
              <a:round/>
              <a:headEnd/>
              <a:tailEnd/>
            </a:ln>
            <a:effectLst/>
          </p:spPr>
          <p:txBody>
            <a:bodyPr wrap="none" anchor="ctr"/>
            <a:lstStyle/>
            <a:p>
              <a:endParaRPr lang="en-US"/>
            </a:p>
          </p:txBody>
        </p:sp>
        <p:sp>
          <p:nvSpPr>
            <p:cNvPr id="234504" name="Line 8"/>
            <p:cNvSpPr>
              <a:spLocks noChangeShapeType="1"/>
            </p:cNvSpPr>
            <p:nvPr/>
          </p:nvSpPr>
          <p:spPr bwMode="auto">
            <a:xfrm flipV="1">
              <a:off x="2448" y="1431"/>
              <a:ext cx="0" cy="1233"/>
            </a:xfrm>
            <a:prstGeom prst="line">
              <a:avLst/>
            </a:prstGeom>
            <a:noFill/>
            <a:ln w="9525">
              <a:solidFill>
                <a:schemeClr val="tx1"/>
              </a:solidFill>
              <a:round/>
              <a:headEnd/>
              <a:tailEnd/>
            </a:ln>
            <a:effectLst/>
          </p:spPr>
          <p:txBody>
            <a:bodyPr/>
            <a:lstStyle/>
            <a:p>
              <a:endParaRPr lang="en-US"/>
            </a:p>
          </p:txBody>
        </p:sp>
        <p:sp>
          <p:nvSpPr>
            <p:cNvPr id="234505" name="Line 9"/>
            <p:cNvSpPr>
              <a:spLocks noChangeShapeType="1"/>
            </p:cNvSpPr>
            <p:nvPr/>
          </p:nvSpPr>
          <p:spPr bwMode="auto">
            <a:xfrm>
              <a:off x="2448" y="2664"/>
              <a:ext cx="3" cy="186"/>
            </a:xfrm>
            <a:prstGeom prst="line">
              <a:avLst/>
            </a:prstGeom>
            <a:noFill/>
            <a:ln w="9525">
              <a:solidFill>
                <a:schemeClr val="tx1"/>
              </a:solidFill>
              <a:prstDash val="dash"/>
              <a:round/>
              <a:headEnd/>
              <a:tailEnd/>
            </a:ln>
            <a:effectLst/>
          </p:spPr>
          <p:txBody>
            <a:bodyPr wrap="none" anchor="ctr"/>
            <a:lstStyle/>
            <a:p>
              <a:endParaRPr lang="en-US"/>
            </a:p>
          </p:txBody>
        </p:sp>
        <p:sp>
          <p:nvSpPr>
            <p:cNvPr id="234506" name="Text Box 10"/>
            <p:cNvSpPr txBox="1">
              <a:spLocks noChangeArrowheads="1"/>
            </p:cNvSpPr>
            <p:nvPr/>
          </p:nvSpPr>
          <p:spPr bwMode="auto">
            <a:xfrm>
              <a:off x="2354" y="2912"/>
              <a:ext cx="212" cy="231"/>
            </a:xfrm>
            <a:prstGeom prst="rect">
              <a:avLst/>
            </a:prstGeom>
            <a:noFill/>
            <a:ln w="9525" algn="ctr">
              <a:noFill/>
              <a:miter lim="800000"/>
              <a:headEnd/>
              <a:tailEnd/>
            </a:ln>
            <a:effectLst/>
          </p:spPr>
          <p:txBody>
            <a:bodyPr wrap="none">
              <a:spAutoFit/>
            </a:bodyPr>
            <a:lstStyle/>
            <a:p>
              <a:pPr algn="ctr"/>
              <a:r>
                <a:rPr lang="en-US"/>
                <a:t>P</a:t>
              </a:r>
            </a:p>
          </p:txBody>
        </p:sp>
        <p:sp>
          <p:nvSpPr>
            <p:cNvPr id="234507" name="Oval 11"/>
            <p:cNvSpPr>
              <a:spLocks noChangeArrowheads="1"/>
            </p:cNvSpPr>
            <p:nvPr/>
          </p:nvSpPr>
          <p:spPr bwMode="auto">
            <a:xfrm>
              <a:off x="2436" y="2832"/>
              <a:ext cx="27" cy="27"/>
            </a:xfrm>
            <a:prstGeom prst="ellipse">
              <a:avLst/>
            </a:prstGeom>
            <a:solidFill>
              <a:schemeClr val="tx1"/>
            </a:solidFill>
            <a:ln w="9525" algn="ctr">
              <a:solidFill>
                <a:schemeClr val="tx1"/>
              </a:solidFill>
              <a:round/>
              <a:headEnd/>
              <a:tailEnd/>
            </a:ln>
            <a:effectLst/>
          </p:spPr>
          <p:txBody>
            <a:bodyPr wrap="none" anchor="ctr"/>
            <a:lstStyle/>
            <a:p>
              <a:endParaRPr lang="en-US"/>
            </a:p>
          </p:txBody>
        </p:sp>
        <p:sp>
          <p:nvSpPr>
            <p:cNvPr id="234508" name="Line 12"/>
            <p:cNvSpPr>
              <a:spLocks noChangeShapeType="1"/>
            </p:cNvSpPr>
            <p:nvPr/>
          </p:nvSpPr>
          <p:spPr bwMode="auto">
            <a:xfrm>
              <a:off x="2448" y="2664"/>
              <a:ext cx="228" cy="174"/>
            </a:xfrm>
            <a:prstGeom prst="line">
              <a:avLst/>
            </a:prstGeom>
            <a:noFill/>
            <a:ln w="9525">
              <a:solidFill>
                <a:schemeClr val="tx1"/>
              </a:solidFill>
              <a:prstDash val="dash"/>
              <a:round/>
              <a:headEnd/>
              <a:tailEnd/>
            </a:ln>
            <a:effectLst/>
          </p:spPr>
          <p:txBody>
            <a:bodyPr wrap="none" anchor="ctr"/>
            <a:lstStyle/>
            <a:p>
              <a:endParaRPr lang="en-US"/>
            </a:p>
          </p:txBody>
        </p:sp>
        <p:sp>
          <p:nvSpPr>
            <p:cNvPr id="234509" name="Line 13"/>
            <p:cNvSpPr>
              <a:spLocks noChangeShapeType="1"/>
            </p:cNvSpPr>
            <p:nvPr/>
          </p:nvSpPr>
          <p:spPr bwMode="auto">
            <a:xfrm flipH="1">
              <a:off x="2214" y="2667"/>
              <a:ext cx="228" cy="174"/>
            </a:xfrm>
            <a:prstGeom prst="line">
              <a:avLst/>
            </a:prstGeom>
            <a:noFill/>
            <a:ln w="9525">
              <a:solidFill>
                <a:schemeClr val="tx1"/>
              </a:solidFill>
              <a:prstDash val="dash"/>
              <a:round/>
              <a:headEnd/>
              <a:tailEnd/>
            </a:ln>
            <a:effectLst/>
          </p:spPr>
          <p:txBody>
            <a:bodyPr wrap="none" anchor="ctr"/>
            <a:lstStyle/>
            <a:p>
              <a:endParaRPr lang="en-US"/>
            </a:p>
          </p:txBody>
        </p:sp>
        <p:sp>
          <p:nvSpPr>
            <p:cNvPr id="234510" name="Rectangle 14"/>
            <p:cNvSpPr>
              <a:spLocks noChangeArrowheads="1"/>
            </p:cNvSpPr>
            <p:nvPr/>
          </p:nvSpPr>
          <p:spPr bwMode="auto">
            <a:xfrm>
              <a:off x="1892" y="1398"/>
              <a:ext cx="1143" cy="64"/>
            </a:xfrm>
            <a:prstGeom prst="rect">
              <a:avLst/>
            </a:prstGeom>
            <a:gradFill rotWithShape="1">
              <a:gsLst>
                <a:gs pos="0">
                  <a:srgbClr val="993300"/>
                </a:gs>
                <a:gs pos="100000">
                  <a:srgbClr val="993300">
                    <a:gamma/>
                    <a:shade val="46275"/>
                    <a:invGamma/>
                  </a:srgbClr>
                </a:gs>
              </a:gsLst>
              <a:lin ang="5400000" scaled="1"/>
            </a:gradFill>
            <a:ln w="9525">
              <a:solidFill>
                <a:schemeClr val="tx1"/>
              </a:solidFill>
              <a:miter lim="800000"/>
              <a:headEnd/>
              <a:tailEnd/>
            </a:ln>
            <a:effectLst/>
          </p:spPr>
          <p:txBody>
            <a:bodyPr wrap="none" anchor="ctr"/>
            <a:lstStyle/>
            <a:p>
              <a:endParaRPr lang="en-US"/>
            </a:p>
          </p:txBody>
        </p:sp>
      </p:grpSp>
      <p:sp>
        <p:nvSpPr>
          <p:cNvPr id="234511" name="Rectangle 15"/>
          <p:cNvSpPr>
            <a:spLocks noChangeArrowheads="1"/>
          </p:cNvSpPr>
          <p:nvPr/>
        </p:nvSpPr>
        <p:spPr bwMode="auto">
          <a:xfrm>
            <a:off x="0" y="3338513"/>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34512" name="Object 16"/>
          <p:cNvGraphicFramePr>
            <a:graphicFrameLocks noChangeAspect="1"/>
          </p:cNvGraphicFramePr>
          <p:nvPr/>
        </p:nvGraphicFramePr>
        <p:xfrm>
          <a:off x="2265363" y="3513138"/>
          <a:ext cx="1114425" cy="377825"/>
        </p:xfrm>
        <a:graphic>
          <a:graphicData uri="http://schemas.openxmlformats.org/presentationml/2006/ole">
            <mc:AlternateContent xmlns:mc="http://schemas.openxmlformats.org/markup-compatibility/2006">
              <mc:Choice xmlns:v="urn:schemas-microsoft-com:vml" Requires="v">
                <p:oleObj name="Equation" r:id="rId2" imgW="532937" imgH="177646" progId="Equation.3">
                  <p:embed/>
                </p:oleObj>
              </mc:Choice>
              <mc:Fallback>
                <p:oleObj name="Equation" r:id="rId2" imgW="532937" imgH="177646" progId="Equation.3">
                  <p:embed/>
                  <p:pic>
                    <p:nvPicPr>
                      <p:cNvPr id="234512" name="Object 1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65363" y="3513138"/>
                        <a:ext cx="1114425" cy="3778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34513" name="Rectangle 17"/>
          <p:cNvSpPr>
            <a:spLocks noChangeArrowheads="1"/>
          </p:cNvSpPr>
          <p:nvPr/>
        </p:nvSpPr>
        <p:spPr bwMode="auto">
          <a:xfrm>
            <a:off x="0" y="3109913"/>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34514" name="Object 18"/>
          <p:cNvGraphicFramePr>
            <a:graphicFrameLocks noChangeAspect="1"/>
          </p:cNvGraphicFramePr>
          <p:nvPr/>
        </p:nvGraphicFramePr>
        <p:xfrm>
          <a:off x="2249488" y="4460875"/>
          <a:ext cx="1390650" cy="1179513"/>
        </p:xfrm>
        <a:graphic>
          <a:graphicData uri="http://schemas.openxmlformats.org/presentationml/2006/ole">
            <mc:AlternateContent xmlns:mc="http://schemas.openxmlformats.org/markup-compatibility/2006">
              <mc:Choice xmlns:v="urn:schemas-microsoft-com:vml" Requires="v">
                <p:oleObj r:id="rId4" imgW="748975" imgH="634725" progId="Equation.3">
                  <p:embed/>
                </p:oleObj>
              </mc:Choice>
              <mc:Fallback>
                <p:oleObj r:id="rId4" imgW="748975" imgH="634725" progId="Equation.3">
                  <p:embed/>
                  <p:pic>
                    <p:nvPicPr>
                      <p:cNvPr id="234514" name="Object 1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49488" y="4460875"/>
                        <a:ext cx="1390650" cy="11795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34515" name="Rectangle 19"/>
          <p:cNvSpPr>
            <a:spLocks noChangeArrowheads="1"/>
          </p:cNvSpPr>
          <p:nvPr/>
        </p:nvSpPr>
        <p:spPr bwMode="auto">
          <a:xfrm>
            <a:off x="433388" y="6010275"/>
            <a:ext cx="8334375" cy="284163"/>
          </a:xfrm>
          <a:prstGeom prst="rect">
            <a:avLst/>
          </a:prstGeom>
          <a:noFill/>
          <a:ln w="9525" algn="ctr">
            <a:noFill/>
            <a:miter lim="800000"/>
            <a:headEnd/>
            <a:tailEnd/>
          </a:ln>
          <a:effectLst/>
        </p:spPr>
        <p:txBody>
          <a:bodyPr>
            <a:spAutoFit/>
          </a:bodyPr>
          <a:lstStyle/>
          <a:p>
            <a:pPr algn="ctr">
              <a:lnSpc>
                <a:spcPct val="90000"/>
              </a:lnSpc>
              <a:spcBef>
                <a:spcPct val="20000"/>
              </a:spcBef>
            </a:pPr>
            <a:r>
              <a:rPr lang="en-US" sz="1400"/>
              <a:t>Physics majors and those taking PH 220 in the future, you will see a torsional pendulum again!</a:t>
            </a:r>
          </a:p>
        </p:txBody>
      </p:sp>
      <p:sp>
        <p:nvSpPr>
          <p:cNvPr id="234516" name="Rectangle 20"/>
          <p:cNvSpPr>
            <a:spLocks noChangeArrowheads="1"/>
          </p:cNvSpPr>
          <p:nvPr/>
        </p:nvSpPr>
        <p:spPr bwMode="auto">
          <a:xfrm>
            <a:off x="0" y="3009900"/>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34517" name="Object 21"/>
          <p:cNvGraphicFramePr>
            <a:graphicFrameLocks noChangeAspect="1"/>
          </p:cNvGraphicFramePr>
          <p:nvPr/>
        </p:nvGraphicFramePr>
        <p:xfrm>
          <a:off x="6065838" y="4360863"/>
          <a:ext cx="904875" cy="838200"/>
        </p:xfrm>
        <a:graphic>
          <a:graphicData uri="http://schemas.openxmlformats.org/presentationml/2006/ole">
            <mc:AlternateContent xmlns:mc="http://schemas.openxmlformats.org/markup-compatibility/2006">
              <mc:Choice xmlns:v="urn:schemas-microsoft-com:vml" Requires="v">
                <p:oleObj name="Equation" r:id="rId6" imgW="901309" imgH="837836" progId="Equation.3">
                  <p:embed/>
                </p:oleObj>
              </mc:Choice>
              <mc:Fallback>
                <p:oleObj name="Equation" r:id="rId6" imgW="901309" imgH="837836" progId="Equation.3">
                  <p:embed/>
                  <p:pic>
                    <p:nvPicPr>
                      <p:cNvPr id="234517" name="Object 2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65838" y="4360863"/>
                        <a:ext cx="904875" cy="838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22" name="Rectangle 2"/>
          <p:cNvSpPr>
            <a:spLocks noGrp="1" noChangeArrowheads="1"/>
          </p:cNvSpPr>
          <p:nvPr>
            <p:ph type="title"/>
          </p:nvPr>
        </p:nvSpPr>
        <p:spPr/>
        <p:txBody>
          <a:bodyPr/>
          <a:lstStyle/>
          <a:p>
            <a:r>
              <a:rPr lang="en-US" sz="3200"/>
              <a:t>Motion of a Torsional Pendulum</a:t>
            </a:r>
          </a:p>
        </p:txBody>
      </p:sp>
      <p:grpSp>
        <p:nvGrpSpPr>
          <p:cNvPr id="2" name="Group 4"/>
          <p:cNvGrpSpPr>
            <a:grpSpLocks/>
          </p:cNvGrpSpPr>
          <p:nvPr/>
        </p:nvGrpSpPr>
        <p:grpSpPr bwMode="auto">
          <a:xfrm>
            <a:off x="838200" y="1905000"/>
            <a:ext cx="7529512" cy="2973387"/>
            <a:chOff x="187" y="808"/>
            <a:chExt cx="4743" cy="1873"/>
          </a:xfrm>
        </p:grpSpPr>
        <p:sp>
          <p:nvSpPr>
            <p:cNvPr id="235525" name="Oval 5"/>
            <p:cNvSpPr>
              <a:spLocks noChangeArrowheads="1"/>
            </p:cNvSpPr>
            <p:nvPr/>
          </p:nvSpPr>
          <p:spPr bwMode="auto">
            <a:xfrm>
              <a:off x="239" y="1966"/>
              <a:ext cx="1014" cy="318"/>
            </a:xfrm>
            <a:prstGeom prst="ellipse">
              <a:avLst/>
            </a:prstGeom>
            <a:solidFill>
              <a:schemeClr val="accent1"/>
            </a:solidFill>
            <a:ln w="9525" algn="ctr">
              <a:solidFill>
                <a:schemeClr val="tx1"/>
              </a:solidFill>
              <a:round/>
              <a:headEnd/>
              <a:tailEnd/>
            </a:ln>
            <a:effectLst/>
          </p:spPr>
          <p:txBody>
            <a:bodyPr wrap="none" anchor="ctr"/>
            <a:lstStyle/>
            <a:p>
              <a:endParaRPr lang="en-US"/>
            </a:p>
          </p:txBody>
        </p:sp>
        <p:sp>
          <p:nvSpPr>
            <p:cNvPr id="235526" name="Oval 6"/>
            <p:cNvSpPr>
              <a:spLocks noChangeArrowheads="1"/>
            </p:cNvSpPr>
            <p:nvPr/>
          </p:nvSpPr>
          <p:spPr bwMode="auto">
            <a:xfrm>
              <a:off x="239" y="1945"/>
              <a:ext cx="1014" cy="318"/>
            </a:xfrm>
            <a:prstGeom prst="ellipse">
              <a:avLst/>
            </a:prstGeom>
            <a:solidFill>
              <a:schemeClr val="accent1"/>
            </a:solidFill>
            <a:ln w="9525" algn="ctr">
              <a:solidFill>
                <a:schemeClr val="tx1"/>
              </a:solidFill>
              <a:round/>
              <a:headEnd/>
              <a:tailEnd/>
            </a:ln>
            <a:effectLst/>
          </p:spPr>
          <p:txBody>
            <a:bodyPr wrap="none" anchor="ctr"/>
            <a:lstStyle/>
            <a:p>
              <a:endParaRPr lang="en-US"/>
            </a:p>
          </p:txBody>
        </p:sp>
        <p:sp>
          <p:nvSpPr>
            <p:cNvPr id="235527" name="Line 7"/>
            <p:cNvSpPr>
              <a:spLocks noChangeShapeType="1"/>
            </p:cNvSpPr>
            <p:nvPr/>
          </p:nvSpPr>
          <p:spPr bwMode="auto">
            <a:xfrm flipV="1">
              <a:off x="743" y="841"/>
              <a:ext cx="0" cy="1233"/>
            </a:xfrm>
            <a:prstGeom prst="line">
              <a:avLst/>
            </a:prstGeom>
            <a:noFill/>
            <a:ln w="9525">
              <a:solidFill>
                <a:schemeClr val="tx1"/>
              </a:solidFill>
              <a:round/>
              <a:headEnd/>
              <a:tailEnd/>
            </a:ln>
            <a:effectLst/>
          </p:spPr>
          <p:txBody>
            <a:bodyPr/>
            <a:lstStyle/>
            <a:p>
              <a:endParaRPr lang="en-US"/>
            </a:p>
          </p:txBody>
        </p:sp>
        <p:sp>
          <p:nvSpPr>
            <p:cNvPr id="235528" name="Line 8"/>
            <p:cNvSpPr>
              <a:spLocks noChangeShapeType="1"/>
            </p:cNvSpPr>
            <p:nvPr/>
          </p:nvSpPr>
          <p:spPr bwMode="auto">
            <a:xfrm>
              <a:off x="743" y="2074"/>
              <a:ext cx="3" cy="186"/>
            </a:xfrm>
            <a:prstGeom prst="line">
              <a:avLst/>
            </a:prstGeom>
            <a:noFill/>
            <a:ln w="9525">
              <a:solidFill>
                <a:schemeClr val="tx1"/>
              </a:solidFill>
              <a:prstDash val="dash"/>
              <a:round/>
              <a:headEnd/>
              <a:tailEnd/>
            </a:ln>
            <a:effectLst/>
          </p:spPr>
          <p:txBody>
            <a:bodyPr wrap="none" anchor="ctr"/>
            <a:lstStyle/>
            <a:p>
              <a:endParaRPr lang="en-US"/>
            </a:p>
          </p:txBody>
        </p:sp>
        <p:sp>
          <p:nvSpPr>
            <p:cNvPr id="235529" name="Text Box 9"/>
            <p:cNvSpPr txBox="1">
              <a:spLocks noChangeArrowheads="1"/>
            </p:cNvSpPr>
            <p:nvPr/>
          </p:nvSpPr>
          <p:spPr bwMode="auto">
            <a:xfrm>
              <a:off x="577" y="2450"/>
              <a:ext cx="355" cy="231"/>
            </a:xfrm>
            <a:prstGeom prst="rect">
              <a:avLst/>
            </a:prstGeom>
            <a:noFill/>
            <a:ln w="9525" algn="ctr">
              <a:noFill/>
              <a:miter lim="800000"/>
              <a:headEnd/>
              <a:tailEnd/>
            </a:ln>
            <a:effectLst/>
          </p:spPr>
          <p:txBody>
            <a:bodyPr wrap="none">
              <a:spAutoFit/>
            </a:bodyPr>
            <a:lstStyle/>
            <a:p>
              <a:pPr algn="ctr"/>
              <a:r>
                <a:rPr lang="en-US">
                  <a:sym typeface="Symbol" pitchFamily="18" charset="2"/>
                </a:rPr>
                <a:t>=0</a:t>
              </a:r>
            </a:p>
          </p:txBody>
        </p:sp>
        <p:sp>
          <p:nvSpPr>
            <p:cNvPr id="235530" name="Oval 10"/>
            <p:cNvSpPr>
              <a:spLocks noChangeArrowheads="1"/>
            </p:cNvSpPr>
            <p:nvPr/>
          </p:nvSpPr>
          <p:spPr bwMode="auto">
            <a:xfrm>
              <a:off x="731" y="2242"/>
              <a:ext cx="27" cy="27"/>
            </a:xfrm>
            <a:prstGeom prst="ellipse">
              <a:avLst/>
            </a:prstGeom>
            <a:solidFill>
              <a:schemeClr val="tx1"/>
            </a:solidFill>
            <a:ln w="9525" algn="ctr">
              <a:solidFill>
                <a:schemeClr val="tx1"/>
              </a:solidFill>
              <a:round/>
              <a:headEnd/>
              <a:tailEnd/>
            </a:ln>
            <a:effectLst/>
          </p:spPr>
          <p:txBody>
            <a:bodyPr wrap="none" anchor="ctr"/>
            <a:lstStyle/>
            <a:p>
              <a:endParaRPr lang="en-US"/>
            </a:p>
          </p:txBody>
        </p:sp>
        <p:sp>
          <p:nvSpPr>
            <p:cNvPr id="235531" name="Line 11"/>
            <p:cNvSpPr>
              <a:spLocks noChangeShapeType="1"/>
            </p:cNvSpPr>
            <p:nvPr/>
          </p:nvSpPr>
          <p:spPr bwMode="auto">
            <a:xfrm>
              <a:off x="743" y="2074"/>
              <a:ext cx="228" cy="174"/>
            </a:xfrm>
            <a:prstGeom prst="line">
              <a:avLst/>
            </a:prstGeom>
            <a:noFill/>
            <a:ln w="9525">
              <a:solidFill>
                <a:schemeClr val="tx1"/>
              </a:solidFill>
              <a:prstDash val="dash"/>
              <a:round/>
              <a:headEnd/>
              <a:tailEnd/>
            </a:ln>
            <a:effectLst/>
          </p:spPr>
          <p:txBody>
            <a:bodyPr wrap="none" anchor="ctr"/>
            <a:lstStyle/>
            <a:p>
              <a:endParaRPr lang="en-US"/>
            </a:p>
          </p:txBody>
        </p:sp>
        <p:sp>
          <p:nvSpPr>
            <p:cNvPr id="235532" name="Line 12"/>
            <p:cNvSpPr>
              <a:spLocks noChangeShapeType="1"/>
            </p:cNvSpPr>
            <p:nvPr/>
          </p:nvSpPr>
          <p:spPr bwMode="auto">
            <a:xfrm flipH="1">
              <a:off x="509" y="2077"/>
              <a:ext cx="228" cy="174"/>
            </a:xfrm>
            <a:prstGeom prst="line">
              <a:avLst/>
            </a:prstGeom>
            <a:noFill/>
            <a:ln w="9525">
              <a:solidFill>
                <a:schemeClr val="tx1"/>
              </a:solidFill>
              <a:prstDash val="dash"/>
              <a:round/>
              <a:headEnd/>
              <a:tailEnd/>
            </a:ln>
            <a:effectLst/>
          </p:spPr>
          <p:txBody>
            <a:bodyPr wrap="none" anchor="ctr"/>
            <a:lstStyle/>
            <a:p>
              <a:endParaRPr lang="en-US"/>
            </a:p>
          </p:txBody>
        </p:sp>
        <p:sp>
          <p:nvSpPr>
            <p:cNvPr id="235533" name="Rectangle 13"/>
            <p:cNvSpPr>
              <a:spLocks noChangeArrowheads="1"/>
            </p:cNvSpPr>
            <p:nvPr/>
          </p:nvSpPr>
          <p:spPr bwMode="auto">
            <a:xfrm>
              <a:off x="187" y="808"/>
              <a:ext cx="1143" cy="64"/>
            </a:xfrm>
            <a:prstGeom prst="rect">
              <a:avLst/>
            </a:prstGeom>
            <a:gradFill rotWithShape="1">
              <a:gsLst>
                <a:gs pos="0">
                  <a:srgbClr val="993300"/>
                </a:gs>
                <a:gs pos="100000">
                  <a:srgbClr val="993300">
                    <a:gamma/>
                    <a:shade val="46275"/>
                    <a:invGamma/>
                  </a:srgbClr>
                </a:gs>
              </a:gsLst>
              <a:lin ang="5400000" scaled="1"/>
            </a:gradFill>
            <a:ln w="9525">
              <a:solidFill>
                <a:schemeClr val="tx1"/>
              </a:solidFill>
              <a:miter lim="800000"/>
              <a:headEnd/>
              <a:tailEnd/>
            </a:ln>
            <a:effectLst/>
          </p:spPr>
          <p:txBody>
            <a:bodyPr wrap="none" anchor="ctr"/>
            <a:lstStyle/>
            <a:p>
              <a:endParaRPr lang="en-US"/>
            </a:p>
          </p:txBody>
        </p:sp>
        <p:sp>
          <p:nvSpPr>
            <p:cNvPr id="235534" name="Arc 14"/>
            <p:cNvSpPr>
              <a:spLocks/>
            </p:cNvSpPr>
            <p:nvPr/>
          </p:nvSpPr>
          <p:spPr bwMode="auto">
            <a:xfrm>
              <a:off x="343" y="1290"/>
              <a:ext cx="804" cy="270"/>
            </a:xfrm>
            <a:custGeom>
              <a:avLst/>
              <a:gdLst>
                <a:gd name="G0" fmla="+- 21600 0 0"/>
                <a:gd name="G1" fmla="+- 21600 0 0"/>
                <a:gd name="G2" fmla="+- 21600 0 0"/>
                <a:gd name="T0" fmla="*/ 390 w 43200"/>
                <a:gd name="T1" fmla="*/ 25689 h 42287"/>
                <a:gd name="T2" fmla="*/ 27814 w 43200"/>
                <a:gd name="T3" fmla="*/ 42287 h 42287"/>
                <a:gd name="T4" fmla="*/ 21600 w 43200"/>
                <a:gd name="T5" fmla="*/ 21600 h 42287"/>
              </a:gdLst>
              <a:ahLst/>
              <a:cxnLst>
                <a:cxn ang="0">
                  <a:pos x="T0" y="T1"/>
                </a:cxn>
                <a:cxn ang="0">
                  <a:pos x="T2" y="T3"/>
                </a:cxn>
                <a:cxn ang="0">
                  <a:pos x="T4" y="T5"/>
                </a:cxn>
              </a:cxnLst>
              <a:rect l="0" t="0" r="r" b="b"/>
              <a:pathLst>
                <a:path w="43200" h="42287" fill="none" extrusionOk="0">
                  <a:moveTo>
                    <a:pt x="390" y="25688"/>
                  </a:moveTo>
                  <a:cubicBezTo>
                    <a:pt x="130" y="24341"/>
                    <a:pt x="0" y="22972"/>
                    <a:pt x="0" y="21600"/>
                  </a:cubicBezTo>
                  <a:cubicBezTo>
                    <a:pt x="0" y="9670"/>
                    <a:pt x="9670" y="0"/>
                    <a:pt x="21600" y="0"/>
                  </a:cubicBezTo>
                  <a:cubicBezTo>
                    <a:pt x="33529" y="0"/>
                    <a:pt x="43200" y="9670"/>
                    <a:pt x="43200" y="21600"/>
                  </a:cubicBezTo>
                  <a:cubicBezTo>
                    <a:pt x="43200" y="31135"/>
                    <a:pt x="36946" y="39543"/>
                    <a:pt x="27813" y="42286"/>
                  </a:cubicBezTo>
                </a:path>
                <a:path w="43200" h="42287" stroke="0" extrusionOk="0">
                  <a:moveTo>
                    <a:pt x="390" y="25688"/>
                  </a:moveTo>
                  <a:cubicBezTo>
                    <a:pt x="130" y="24341"/>
                    <a:pt x="0" y="22972"/>
                    <a:pt x="0" y="21600"/>
                  </a:cubicBezTo>
                  <a:cubicBezTo>
                    <a:pt x="0" y="9670"/>
                    <a:pt x="9670" y="0"/>
                    <a:pt x="21600" y="0"/>
                  </a:cubicBezTo>
                  <a:cubicBezTo>
                    <a:pt x="33529" y="0"/>
                    <a:pt x="43200" y="9670"/>
                    <a:pt x="43200" y="21600"/>
                  </a:cubicBezTo>
                  <a:cubicBezTo>
                    <a:pt x="43200" y="31135"/>
                    <a:pt x="36946" y="39543"/>
                    <a:pt x="27813" y="42286"/>
                  </a:cubicBezTo>
                  <a:lnTo>
                    <a:pt x="21600" y="21600"/>
                  </a:lnTo>
                  <a:close/>
                </a:path>
              </a:pathLst>
            </a:custGeom>
            <a:noFill/>
            <a:ln w="9525">
              <a:solidFill>
                <a:schemeClr val="tx1"/>
              </a:solidFill>
              <a:round/>
              <a:headEnd/>
              <a:tailEnd type="triangle" w="med" len="med"/>
            </a:ln>
            <a:effectLst/>
          </p:spPr>
          <p:txBody>
            <a:bodyPr wrap="none" anchor="ctr"/>
            <a:lstStyle/>
            <a:p>
              <a:endParaRPr lang="en-US"/>
            </a:p>
          </p:txBody>
        </p:sp>
        <p:sp>
          <p:nvSpPr>
            <p:cNvPr id="235535" name="Oval 15"/>
            <p:cNvSpPr>
              <a:spLocks noChangeArrowheads="1"/>
            </p:cNvSpPr>
            <p:nvPr/>
          </p:nvSpPr>
          <p:spPr bwMode="auto">
            <a:xfrm>
              <a:off x="1438" y="1979"/>
              <a:ext cx="1014" cy="318"/>
            </a:xfrm>
            <a:prstGeom prst="ellipse">
              <a:avLst/>
            </a:prstGeom>
            <a:solidFill>
              <a:schemeClr val="accent1"/>
            </a:solidFill>
            <a:ln w="9525" algn="ctr">
              <a:solidFill>
                <a:schemeClr val="tx1"/>
              </a:solidFill>
              <a:round/>
              <a:headEnd/>
              <a:tailEnd/>
            </a:ln>
            <a:effectLst/>
          </p:spPr>
          <p:txBody>
            <a:bodyPr wrap="none" anchor="ctr"/>
            <a:lstStyle/>
            <a:p>
              <a:endParaRPr lang="en-US"/>
            </a:p>
          </p:txBody>
        </p:sp>
        <p:sp>
          <p:nvSpPr>
            <p:cNvPr id="235536" name="Oval 16"/>
            <p:cNvSpPr>
              <a:spLocks noChangeArrowheads="1"/>
            </p:cNvSpPr>
            <p:nvPr/>
          </p:nvSpPr>
          <p:spPr bwMode="auto">
            <a:xfrm>
              <a:off x="1438" y="1958"/>
              <a:ext cx="1014" cy="318"/>
            </a:xfrm>
            <a:prstGeom prst="ellipse">
              <a:avLst/>
            </a:prstGeom>
            <a:solidFill>
              <a:schemeClr val="accent1"/>
            </a:solidFill>
            <a:ln w="9525" algn="ctr">
              <a:solidFill>
                <a:schemeClr val="tx1"/>
              </a:solidFill>
              <a:round/>
              <a:headEnd/>
              <a:tailEnd/>
            </a:ln>
            <a:effectLst/>
          </p:spPr>
          <p:txBody>
            <a:bodyPr wrap="none" anchor="ctr"/>
            <a:lstStyle/>
            <a:p>
              <a:endParaRPr lang="en-US"/>
            </a:p>
          </p:txBody>
        </p:sp>
        <p:sp>
          <p:nvSpPr>
            <p:cNvPr id="235537" name="Line 17"/>
            <p:cNvSpPr>
              <a:spLocks noChangeShapeType="1"/>
            </p:cNvSpPr>
            <p:nvPr/>
          </p:nvSpPr>
          <p:spPr bwMode="auto">
            <a:xfrm flipV="1">
              <a:off x="1942" y="854"/>
              <a:ext cx="0" cy="1233"/>
            </a:xfrm>
            <a:prstGeom prst="line">
              <a:avLst/>
            </a:prstGeom>
            <a:noFill/>
            <a:ln w="9525">
              <a:solidFill>
                <a:schemeClr val="tx1"/>
              </a:solidFill>
              <a:round/>
              <a:headEnd/>
              <a:tailEnd/>
            </a:ln>
            <a:effectLst/>
          </p:spPr>
          <p:txBody>
            <a:bodyPr/>
            <a:lstStyle/>
            <a:p>
              <a:endParaRPr lang="en-US"/>
            </a:p>
          </p:txBody>
        </p:sp>
        <p:sp>
          <p:nvSpPr>
            <p:cNvPr id="235538" name="Line 18"/>
            <p:cNvSpPr>
              <a:spLocks noChangeShapeType="1"/>
            </p:cNvSpPr>
            <p:nvPr/>
          </p:nvSpPr>
          <p:spPr bwMode="auto">
            <a:xfrm>
              <a:off x="1942" y="2087"/>
              <a:ext cx="3" cy="186"/>
            </a:xfrm>
            <a:prstGeom prst="line">
              <a:avLst/>
            </a:prstGeom>
            <a:noFill/>
            <a:ln w="9525">
              <a:solidFill>
                <a:schemeClr val="tx1"/>
              </a:solidFill>
              <a:prstDash val="dash"/>
              <a:round/>
              <a:headEnd/>
              <a:tailEnd/>
            </a:ln>
            <a:effectLst/>
          </p:spPr>
          <p:txBody>
            <a:bodyPr wrap="none" anchor="ctr"/>
            <a:lstStyle/>
            <a:p>
              <a:endParaRPr lang="en-US"/>
            </a:p>
          </p:txBody>
        </p:sp>
        <p:sp>
          <p:nvSpPr>
            <p:cNvPr id="235539" name="Text Box 19"/>
            <p:cNvSpPr txBox="1">
              <a:spLocks noChangeArrowheads="1"/>
            </p:cNvSpPr>
            <p:nvPr/>
          </p:nvSpPr>
          <p:spPr bwMode="auto">
            <a:xfrm>
              <a:off x="1750" y="2450"/>
              <a:ext cx="531" cy="231"/>
            </a:xfrm>
            <a:prstGeom prst="rect">
              <a:avLst/>
            </a:prstGeom>
            <a:noFill/>
            <a:ln w="9525" algn="ctr">
              <a:noFill/>
              <a:miter lim="800000"/>
              <a:headEnd/>
              <a:tailEnd/>
            </a:ln>
            <a:effectLst/>
          </p:spPr>
          <p:txBody>
            <a:bodyPr>
              <a:spAutoFit/>
            </a:bodyPr>
            <a:lstStyle/>
            <a:p>
              <a:pPr algn="ctr"/>
              <a:r>
                <a:rPr lang="en-US">
                  <a:sym typeface="Symbol" pitchFamily="18" charset="2"/>
                </a:rPr>
                <a:t>=</a:t>
              </a:r>
              <a:r>
                <a:rPr lang="en-US" baseline="-25000">
                  <a:sym typeface="Symbol" pitchFamily="18" charset="2"/>
                </a:rPr>
                <a:t>max</a:t>
              </a:r>
            </a:p>
          </p:txBody>
        </p:sp>
        <p:sp>
          <p:nvSpPr>
            <p:cNvPr id="235540" name="Oval 20"/>
            <p:cNvSpPr>
              <a:spLocks noChangeArrowheads="1"/>
            </p:cNvSpPr>
            <p:nvPr/>
          </p:nvSpPr>
          <p:spPr bwMode="auto">
            <a:xfrm>
              <a:off x="1608" y="2202"/>
              <a:ext cx="27" cy="27"/>
            </a:xfrm>
            <a:prstGeom prst="ellipse">
              <a:avLst/>
            </a:prstGeom>
            <a:solidFill>
              <a:schemeClr val="tx1"/>
            </a:solidFill>
            <a:ln w="9525" algn="ctr">
              <a:solidFill>
                <a:schemeClr val="tx1"/>
              </a:solidFill>
              <a:round/>
              <a:headEnd/>
              <a:tailEnd/>
            </a:ln>
            <a:effectLst/>
          </p:spPr>
          <p:txBody>
            <a:bodyPr wrap="none" anchor="ctr"/>
            <a:lstStyle/>
            <a:p>
              <a:endParaRPr lang="en-US"/>
            </a:p>
          </p:txBody>
        </p:sp>
        <p:sp>
          <p:nvSpPr>
            <p:cNvPr id="235541" name="Line 21"/>
            <p:cNvSpPr>
              <a:spLocks noChangeShapeType="1"/>
            </p:cNvSpPr>
            <p:nvPr/>
          </p:nvSpPr>
          <p:spPr bwMode="auto">
            <a:xfrm flipH="1">
              <a:off x="1438" y="2087"/>
              <a:ext cx="504" cy="18"/>
            </a:xfrm>
            <a:prstGeom prst="line">
              <a:avLst/>
            </a:prstGeom>
            <a:noFill/>
            <a:ln w="9525">
              <a:solidFill>
                <a:schemeClr val="tx1"/>
              </a:solidFill>
              <a:prstDash val="dash"/>
              <a:round/>
              <a:headEnd/>
              <a:tailEnd/>
            </a:ln>
            <a:effectLst/>
          </p:spPr>
          <p:txBody>
            <a:bodyPr wrap="none" anchor="ctr"/>
            <a:lstStyle/>
            <a:p>
              <a:endParaRPr lang="en-US"/>
            </a:p>
          </p:txBody>
        </p:sp>
        <p:sp>
          <p:nvSpPr>
            <p:cNvPr id="235542" name="Line 22"/>
            <p:cNvSpPr>
              <a:spLocks noChangeShapeType="1"/>
            </p:cNvSpPr>
            <p:nvPr/>
          </p:nvSpPr>
          <p:spPr bwMode="auto">
            <a:xfrm flipH="1">
              <a:off x="1618" y="2090"/>
              <a:ext cx="318" cy="145"/>
            </a:xfrm>
            <a:prstGeom prst="line">
              <a:avLst/>
            </a:prstGeom>
            <a:noFill/>
            <a:ln w="9525">
              <a:solidFill>
                <a:schemeClr val="tx1"/>
              </a:solidFill>
              <a:prstDash val="dash"/>
              <a:round/>
              <a:headEnd/>
              <a:tailEnd/>
            </a:ln>
            <a:effectLst/>
          </p:spPr>
          <p:txBody>
            <a:bodyPr wrap="none" anchor="ctr"/>
            <a:lstStyle/>
            <a:p>
              <a:endParaRPr lang="en-US"/>
            </a:p>
          </p:txBody>
        </p:sp>
        <p:sp>
          <p:nvSpPr>
            <p:cNvPr id="235543" name="Rectangle 23"/>
            <p:cNvSpPr>
              <a:spLocks noChangeArrowheads="1"/>
            </p:cNvSpPr>
            <p:nvPr/>
          </p:nvSpPr>
          <p:spPr bwMode="auto">
            <a:xfrm>
              <a:off x="1386" y="821"/>
              <a:ext cx="1143" cy="64"/>
            </a:xfrm>
            <a:prstGeom prst="rect">
              <a:avLst/>
            </a:prstGeom>
            <a:gradFill rotWithShape="1">
              <a:gsLst>
                <a:gs pos="0">
                  <a:srgbClr val="993300"/>
                </a:gs>
                <a:gs pos="100000">
                  <a:srgbClr val="993300">
                    <a:gamma/>
                    <a:shade val="46275"/>
                    <a:invGamma/>
                  </a:srgbClr>
                </a:gs>
              </a:gsLst>
              <a:lin ang="5400000" scaled="1"/>
            </a:gradFill>
            <a:ln w="9525">
              <a:solidFill>
                <a:schemeClr val="tx1"/>
              </a:solidFill>
              <a:miter lim="800000"/>
              <a:headEnd/>
              <a:tailEnd/>
            </a:ln>
            <a:effectLst/>
          </p:spPr>
          <p:txBody>
            <a:bodyPr wrap="none" anchor="ctr"/>
            <a:lstStyle/>
            <a:p>
              <a:endParaRPr lang="en-US"/>
            </a:p>
          </p:txBody>
        </p:sp>
        <p:sp>
          <p:nvSpPr>
            <p:cNvPr id="235544" name="Rectangle 24"/>
            <p:cNvSpPr>
              <a:spLocks noChangeArrowheads="1"/>
            </p:cNvSpPr>
            <p:nvPr/>
          </p:nvSpPr>
          <p:spPr bwMode="auto">
            <a:xfrm>
              <a:off x="1385" y="2200"/>
              <a:ext cx="212" cy="231"/>
            </a:xfrm>
            <a:prstGeom prst="rect">
              <a:avLst/>
            </a:prstGeom>
            <a:noFill/>
            <a:ln w="9525" algn="ctr">
              <a:noFill/>
              <a:miter lim="800000"/>
              <a:headEnd/>
              <a:tailEnd/>
            </a:ln>
            <a:effectLst/>
          </p:spPr>
          <p:txBody>
            <a:bodyPr wrap="none">
              <a:spAutoFit/>
            </a:bodyPr>
            <a:lstStyle/>
            <a:p>
              <a:pPr algn="ctr"/>
              <a:r>
                <a:rPr lang="en-US"/>
                <a:t>P</a:t>
              </a:r>
            </a:p>
          </p:txBody>
        </p:sp>
        <p:sp>
          <p:nvSpPr>
            <p:cNvPr id="235545" name="Text Box 25"/>
            <p:cNvSpPr txBox="1">
              <a:spLocks noChangeArrowheads="1"/>
            </p:cNvSpPr>
            <p:nvPr/>
          </p:nvSpPr>
          <p:spPr bwMode="auto">
            <a:xfrm>
              <a:off x="4096" y="2450"/>
              <a:ext cx="714" cy="231"/>
            </a:xfrm>
            <a:prstGeom prst="rect">
              <a:avLst/>
            </a:prstGeom>
            <a:noFill/>
            <a:ln w="9525" algn="ctr">
              <a:noFill/>
              <a:miter lim="800000"/>
              <a:headEnd/>
              <a:tailEnd/>
            </a:ln>
            <a:effectLst/>
          </p:spPr>
          <p:txBody>
            <a:bodyPr>
              <a:spAutoFit/>
            </a:bodyPr>
            <a:lstStyle/>
            <a:p>
              <a:pPr algn="ctr"/>
              <a:r>
                <a:rPr lang="en-US">
                  <a:sym typeface="Symbol" pitchFamily="18" charset="2"/>
                </a:rPr>
                <a:t> = -</a:t>
              </a:r>
              <a:r>
                <a:rPr lang="en-US" baseline="-25000">
                  <a:sym typeface="Symbol" pitchFamily="18" charset="2"/>
                </a:rPr>
                <a:t>max</a:t>
              </a:r>
            </a:p>
          </p:txBody>
        </p:sp>
        <p:sp>
          <p:nvSpPr>
            <p:cNvPr id="235546" name="Oval 26"/>
            <p:cNvSpPr>
              <a:spLocks noChangeArrowheads="1"/>
            </p:cNvSpPr>
            <p:nvPr/>
          </p:nvSpPr>
          <p:spPr bwMode="auto">
            <a:xfrm flipH="1">
              <a:off x="3845" y="1984"/>
              <a:ext cx="1014" cy="318"/>
            </a:xfrm>
            <a:prstGeom prst="ellipse">
              <a:avLst/>
            </a:prstGeom>
            <a:solidFill>
              <a:schemeClr val="accent1"/>
            </a:solidFill>
            <a:ln w="9525" algn="ctr">
              <a:solidFill>
                <a:schemeClr val="tx1"/>
              </a:solidFill>
              <a:round/>
              <a:headEnd/>
              <a:tailEnd/>
            </a:ln>
            <a:effectLst/>
          </p:spPr>
          <p:txBody>
            <a:bodyPr wrap="none" anchor="ctr"/>
            <a:lstStyle/>
            <a:p>
              <a:endParaRPr lang="en-US"/>
            </a:p>
          </p:txBody>
        </p:sp>
        <p:sp>
          <p:nvSpPr>
            <p:cNvPr id="235547" name="Oval 27"/>
            <p:cNvSpPr>
              <a:spLocks noChangeArrowheads="1"/>
            </p:cNvSpPr>
            <p:nvPr/>
          </p:nvSpPr>
          <p:spPr bwMode="auto">
            <a:xfrm flipH="1">
              <a:off x="3845" y="1963"/>
              <a:ext cx="1014" cy="318"/>
            </a:xfrm>
            <a:prstGeom prst="ellipse">
              <a:avLst/>
            </a:prstGeom>
            <a:solidFill>
              <a:schemeClr val="accent1"/>
            </a:solidFill>
            <a:ln w="9525" algn="ctr">
              <a:solidFill>
                <a:schemeClr val="tx1"/>
              </a:solidFill>
              <a:round/>
              <a:headEnd/>
              <a:tailEnd/>
            </a:ln>
            <a:effectLst/>
          </p:spPr>
          <p:txBody>
            <a:bodyPr wrap="none" anchor="ctr"/>
            <a:lstStyle/>
            <a:p>
              <a:endParaRPr lang="en-US"/>
            </a:p>
          </p:txBody>
        </p:sp>
        <p:sp>
          <p:nvSpPr>
            <p:cNvPr id="235548" name="Line 28"/>
            <p:cNvSpPr>
              <a:spLocks noChangeShapeType="1"/>
            </p:cNvSpPr>
            <p:nvPr/>
          </p:nvSpPr>
          <p:spPr bwMode="auto">
            <a:xfrm flipH="1" flipV="1">
              <a:off x="4355" y="859"/>
              <a:ext cx="0" cy="1233"/>
            </a:xfrm>
            <a:prstGeom prst="line">
              <a:avLst/>
            </a:prstGeom>
            <a:noFill/>
            <a:ln w="9525">
              <a:solidFill>
                <a:schemeClr val="tx1"/>
              </a:solidFill>
              <a:round/>
              <a:headEnd/>
              <a:tailEnd/>
            </a:ln>
            <a:effectLst/>
          </p:spPr>
          <p:txBody>
            <a:bodyPr/>
            <a:lstStyle/>
            <a:p>
              <a:endParaRPr lang="en-US"/>
            </a:p>
          </p:txBody>
        </p:sp>
        <p:sp>
          <p:nvSpPr>
            <p:cNvPr id="235549" name="Line 29"/>
            <p:cNvSpPr>
              <a:spLocks noChangeShapeType="1"/>
            </p:cNvSpPr>
            <p:nvPr/>
          </p:nvSpPr>
          <p:spPr bwMode="auto">
            <a:xfrm flipH="1">
              <a:off x="4352" y="2092"/>
              <a:ext cx="3" cy="186"/>
            </a:xfrm>
            <a:prstGeom prst="line">
              <a:avLst/>
            </a:prstGeom>
            <a:noFill/>
            <a:ln w="9525">
              <a:solidFill>
                <a:schemeClr val="tx1"/>
              </a:solidFill>
              <a:prstDash val="dash"/>
              <a:round/>
              <a:headEnd/>
              <a:tailEnd/>
            </a:ln>
            <a:effectLst/>
          </p:spPr>
          <p:txBody>
            <a:bodyPr wrap="none" anchor="ctr"/>
            <a:lstStyle/>
            <a:p>
              <a:endParaRPr lang="en-US"/>
            </a:p>
          </p:txBody>
        </p:sp>
        <p:sp>
          <p:nvSpPr>
            <p:cNvPr id="235550" name="Oval 30"/>
            <p:cNvSpPr>
              <a:spLocks noChangeArrowheads="1"/>
            </p:cNvSpPr>
            <p:nvPr/>
          </p:nvSpPr>
          <p:spPr bwMode="auto">
            <a:xfrm flipH="1">
              <a:off x="4662" y="2207"/>
              <a:ext cx="27" cy="27"/>
            </a:xfrm>
            <a:prstGeom prst="ellipse">
              <a:avLst/>
            </a:prstGeom>
            <a:solidFill>
              <a:schemeClr val="tx1"/>
            </a:solidFill>
            <a:ln w="9525" algn="ctr">
              <a:solidFill>
                <a:schemeClr val="tx1"/>
              </a:solidFill>
              <a:round/>
              <a:headEnd/>
              <a:tailEnd/>
            </a:ln>
            <a:effectLst/>
          </p:spPr>
          <p:txBody>
            <a:bodyPr wrap="none" anchor="ctr"/>
            <a:lstStyle/>
            <a:p>
              <a:endParaRPr lang="en-US"/>
            </a:p>
          </p:txBody>
        </p:sp>
        <p:sp>
          <p:nvSpPr>
            <p:cNvPr id="235551" name="Line 31"/>
            <p:cNvSpPr>
              <a:spLocks noChangeShapeType="1"/>
            </p:cNvSpPr>
            <p:nvPr/>
          </p:nvSpPr>
          <p:spPr bwMode="auto">
            <a:xfrm>
              <a:off x="4355" y="2092"/>
              <a:ext cx="504" cy="18"/>
            </a:xfrm>
            <a:prstGeom prst="line">
              <a:avLst/>
            </a:prstGeom>
            <a:noFill/>
            <a:ln w="9525">
              <a:solidFill>
                <a:schemeClr val="tx1"/>
              </a:solidFill>
              <a:prstDash val="dash"/>
              <a:round/>
              <a:headEnd/>
              <a:tailEnd/>
            </a:ln>
            <a:effectLst/>
          </p:spPr>
          <p:txBody>
            <a:bodyPr wrap="none" anchor="ctr"/>
            <a:lstStyle/>
            <a:p>
              <a:endParaRPr lang="en-US"/>
            </a:p>
          </p:txBody>
        </p:sp>
        <p:sp>
          <p:nvSpPr>
            <p:cNvPr id="235552" name="Line 32"/>
            <p:cNvSpPr>
              <a:spLocks noChangeShapeType="1"/>
            </p:cNvSpPr>
            <p:nvPr/>
          </p:nvSpPr>
          <p:spPr bwMode="auto">
            <a:xfrm>
              <a:off x="4361" y="2095"/>
              <a:ext cx="318" cy="145"/>
            </a:xfrm>
            <a:prstGeom prst="line">
              <a:avLst/>
            </a:prstGeom>
            <a:noFill/>
            <a:ln w="9525">
              <a:solidFill>
                <a:schemeClr val="tx1"/>
              </a:solidFill>
              <a:prstDash val="dash"/>
              <a:round/>
              <a:headEnd/>
              <a:tailEnd/>
            </a:ln>
            <a:effectLst/>
          </p:spPr>
          <p:txBody>
            <a:bodyPr wrap="none" anchor="ctr"/>
            <a:lstStyle/>
            <a:p>
              <a:endParaRPr lang="en-US"/>
            </a:p>
          </p:txBody>
        </p:sp>
        <p:sp>
          <p:nvSpPr>
            <p:cNvPr id="235553" name="Rectangle 33"/>
            <p:cNvSpPr>
              <a:spLocks noChangeArrowheads="1"/>
            </p:cNvSpPr>
            <p:nvPr/>
          </p:nvSpPr>
          <p:spPr bwMode="auto">
            <a:xfrm flipH="1">
              <a:off x="3768" y="826"/>
              <a:ext cx="1143" cy="64"/>
            </a:xfrm>
            <a:prstGeom prst="rect">
              <a:avLst/>
            </a:prstGeom>
            <a:gradFill rotWithShape="1">
              <a:gsLst>
                <a:gs pos="0">
                  <a:srgbClr val="993300"/>
                </a:gs>
                <a:gs pos="100000">
                  <a:srgbClr val="993300">
                    <a:gamma/>
                    <a:shade val="46275"/>
                    <a:invGamma/>
                  </a:srgbClr>
                </a:gs>
              </a:gsLst>
              <a:lin ang="5400000" scaled="1"/>
            </a:gradFill>
            <a:ln w="9525">
              <a:solidFill>
                <a:schemeClr val="tx1"/>
              </a:solidFill>
              <a:miter lim="800000"/>
              <a:headEnd/>
              <a:tailEnd/>
            </a:ln>
            <a:effectLst/>
          </p:spPr>
          <p:txBody>
            <a:bodyPr wrap="none" anchor="ctr"/>
            <a:lstStyle/>
            <a:p>
              <a:endParaRPr lang="en-US"/>
            </a:p>
          </p:txBody>
        </p:sp>
        <p:sp>
          <p:nvSpPr>
            <p:cNvPr id="235554" name="Rectangle 34"/>
            <p:cNvSpPr>
              <a:spLocks noChangeArrowheads="1"/>
            </p:cNvSpPr>
            <p:nvPr/>
          </p:nvSpPr>
          <p:spPr bwMode="auto">
            <a:xfrm>
              <a:off x="4718" y="2260"/>
              <a:ext cx="212" cy="231"/>
            </a:xfrm>
            <a:prstGeom prst="rect">
              <a:avLst/>
            </a:prstGeom>
            <a:noFill/>
            <a:ln w="9525" algn="ctr">
              <a:noFill/>
              <a:miter lim="800000"/>
              <a:headEnd/>
              <a:tailEnd/>
            </a:ln>
            <a:effectLst/>
          </p:spPr>
          <p:txBody>
            <a:bodyPr wrap="none">
              <a:spAutoFit/>
            </a:bodyPr>
            <a:lstStyle/>
            <a:p>
              <a:pPr algn="ctr"/>
              <a:r>
                <a:rPr lang="en-US"/>
                <a:t>P</a:t>
              </a:r>
            </a:p>
          </p:txBody>
        </p:sp>
        <p:sp>
          <p:nvSpPr>
            <p:cNvPr id="235555" name="Oval 35"/>
            <p:cNvSpPr>
              <a:spLocks noChangeArrowheads="1"/>
            </p:cNvSpPr>
            <p:nvPr/>
          </p:nvSpPr>
          <p:spPr bwMode="auto">
            <a:xfrm>
              <a:off x="2630" y="1979"/>
              <a:ext cx="1014" cy="318"/>
            </a:xfrm>
            <a:prstGeom prst="ellipse">
              <a:avLst/>
            </a:prstGeom>
            <a:solidFill>
              <a:schemeClr val="accent1"/>
            </a:solidFill>
            <a:ln w="9525" algn="ctr">
              <a:solidFill>
                <a:schemeClr val="tx1"/>
              </a:solidFill>
              <a:round/>
              <a:headEnd/>
              <a:tailEnd/>
            </a:ln>
            <a:effectLst/>
          </p:spPr>
          <p:txBody>
            <a:bodyPr wrap="none" anchor="ctr"/>
            <a:lstStyle/>
            <a:p>
              <a:endParaRPr lang="en-US"/>
            </a:p>
          </p:txBody>
        </p:sp>
        <p:sp>
          <p:nvSpPr>
            <p:cNvPr id="235556" name="Oval 36"/>
            <p:cNvSpPr>
              <a:spLocks noChangeArrowheads="1"/>
            </p:cNvSpPr>
            <p:nvPr/>
          </p:nvSpPr>
          <p:spPr bwMode="auto">
            <a:xfrm>
              <a:off x="2630" y="1958"/>
              <a:ext cx="1014" cy="318"/>
            </a:xfrm>
            <a:prstGeom prst="ellipse">
              <a:avLst/>
            </a:prstGeom>
            <a:solidFill>
              <a:schemeClr val="accent1"/>
            </a:solidFill>
            <a:ln w="9525" algn="ctr">
              <a:solidFill>
                <a:schemeClr val="tx1"/>
              </a:solidFill>
              <a:round/>
              <a:headEnd/>
              <a:tailEnd/>
            </a:ln>
            <a:effectLst/>
          </p:spPr>
          <p:txBody>
            <a:bodyPr wrap="none" anchor="ctr"/>
            <a:lstStyle/>
            <a:p>
              <a:endParaRPr lang="en-US"/>
            </a:p>
          </p:txBody>
        </p:sp>
        <p:sp>
          <p:nvSpPr>
            <p:cNvPr id="235557" name="Line 37"/>
            <p:cNvSpPr>
              <a:spLocks noChangeShapeType="1"/>
            </p:cNvSpPr>
            <p:nvPr/>
          </p:nvSpPr>
          <p:spPr bwMode="auto">
            <a:xfrm flipV="1">
              <a:off x="3134" y="854"/>
              <a:ext cx="0" cy="1233"/>
            </a:xfrm>
            <a:prstGeom prst="line">
              <a:avLst/>
            </a:prstGeom>
            <a:noFill/>
            <a:ln w="9525">
              <a:solidFill>
                <a:schemeClr val="tx1"/>
              </a:solidFill>
              <a:round/>
              <a:headEnd/>
              <a:tailEnd/>
            </a:ln>
            <a:effectLst/>
          </p:spPr>
          <p:txBody>
            <a:bodyPr/>
            <a:lstStyle/>
            <a:p>
              <a:endParaRPr lang="en-US"/>
            </a:p>
          </p:txBody>
        </p:sp>
        <p:sp>
          <p:nvSpPr>
            <p:cNvPr id="235558" name="Line 38"/>
            <p:cNvSpPr>
              <a:spLocks noChangeShapeType="1"/>
            </p:cNvSpPr>
            <p:nvPr/>
          </p:nvSpPr>
          <p:spPr bwMode="auto">
            <a:xfrm>
              <a:off x="3134" y="2087"/>
              <a:ext cx="3" cy="186"/>
            </a:xfrm>
            <a:prstGeom prst="line">
              <a:avLst/>
            </a:prstGeom>
            <a:noFill/>
            <a:ln w="9525">
              <a:solidFill>
                <a:schemeClr val="tx1"/>
              </a:solidFill>
              <a:prstDash val="dash"/>
              <a:round/>
              <a:headEnd/>
              <a:tailEnd/>
            </a:ln>
            <a:effectLst/>
          </p:spPr>
          <p:txBody>
            <a:bodyPr wrap="none" anchor="ctr"/>
            <a:lstStyle/>
            <a:p>
              <a:endParaRPr lang="en-US"/>
            </a:p>
          </p:txBody>
        </p:sp>
        <p:sp>
          <p:nvSpPr>
            <p:cNvPr id="235559" name="Text Box 39"/>
            <p:cNvSpPr txBox="1">
              <a:spLocks noChangeArrowheads="1"/>
            </p:cNvSpPr>
            <p:nvPr/>
          </p:nvSpPr>
          <p:spPr bwMode="auto">
            <a:xfrm>
              <a:off x="2968" y="2450"/>
              <a:ext cx="355" cy="231"/>
            </a:xfrm>
            <a:prstGeom prst="rect">
              <a:avLst/>
            </a:prstGeom>
            <a:noFill/>
            <a:ln w="9525" algn="ctr">
              <a:noFill/>
              <a:miter lim="800000"/>
              <a:headEnd/>
              <a:tailEnd/>
            </a:ln>
            <a:effectLst/>
          </p:spPr>
          <p:txBody>
            <a:bodyPr wrap="none">
              <a:spAutoFit/>
            </a:bodyPr>
            <a:lstStyle/>
            <a:p>
              <a:pPr algn="ctr"/>
              <a:r>
                <a:rPr lang="en-US">
                  <a:sym typeface="Symbol" pitchFamily="18" charset="2"/>
                </a:rPr>
                <a:t>=0</a:t>
              </a:r>
            </a:p>
          </p:txBody>
        </p:sp>
        <p:sp>
          <p:nvSpPr>
            <p:cNvPr id="235560" name="Oval 40"/>
            <p:cNvSpPr>
              <a:spLocks noChangeArrowheads="1"/>
            </p:cNvSpPr>
            <p:nvPr/>
          </p:nvSpPr>
          <p:spPr bwMode="auto">
            <a:xfrm>
              <a:off x="3122" y="2255"/>
              <a:ext cx="27" cy="27"/>
            </a:xfrm>
            <a:prstGeom prst="ellipse">
              <a:avLst/>
            </a:prstGeom>
            <a:solidFill>
              <a:schemeClr val="tx1"/>
            </a:solidFill>
            <a:ln w="9525" algn="ctr">
              <a:solidFill>
                <a:schemeClr val="tx1"/>
              </a:solidFill>
              <a:round/>
              <a:headEnd/>
              <a:tailEnd/>
            </a:ln>
            <a:effectLst/>
          </p:spPr>
          <p:txBody>
            <a:bodyPr wrap="none" anchor="ctr"/>
            <a:lstStyle/>
            <a:p>
              <a:endParaRPr lang="en-US"/>
            </a:p>
          </p:txBody>
        </p:sp>
        <p:sp>
          <p:nvSpPr>
            <p:cNvPr id="235561" name="Line 41"/>
            <p:cNvSpPr>
              <a:spLocks noChangeShapeType="1"/>
            </p:cNvSpPr>
            <p:nvPr/>
          </p:nvSpPr>
          <p:spPr bwMode="auto">
            <a:xfrm>
              <a:off x="3134" y="2087"/>
              <a:ext cx="228" cy="174"/>
            </a:xfrm>
            <a:prstGeom prst="line">
              <a:avLst/>
            </a:prstGeom>
            <a:noFill/>
            <a:ln w="9525">
              <a:solidFill>
                <a:schemeClr val="tx1"/>
              </a:solidFill>
              <a:prstDash val="dash"/>
              <a:round/>
              <a:headEnd/>
              <a:tailEnd/>
            </a:ln>
            <a:effectLst/>
          </p:spPr>
          <p:txBody>
            <a:bodyPr wrap="none" anchor="ctr"/>
            <a:lstStyle/>
            <a:p>
              <a:endParaRPr lang="en-US"/>
            </a:p>
          </p:txBody>
        </p:sp>
        <p:sp>
          <p:nvSpPr>
            <p:cNvPr id="235562" name="Line 42"/>
            <p:cNvSpPr>
              <a:spLocks noChangeShapeType="1"/>
            </p:cNvSpPr>
            <p:nvPr/>
          </p:nvSpPr>
          <p:spPr bwMode="auto">
            <a:xfrm flipH="1">
              <a:off x="2900" y="2090"/>
              <a:ext cx="228" cy="174"/>
            </a:xfrm>
            <a:prstGeom prst="line">
              <a:avLst/>
            </a:prstGeom>
            <a:noFill/>
            <a:ln w="9525">
              <a:solidFill>
                <a:schemeClr val="tx1"/>
              </a:solidFill>
              <a:prstDash val="dash"/>
              <a:round/>
              <a:headEnd/>
              <a:tailEnd/>
            </a:ln>
            <a:effectLst/>
          </p:spPr>
          <p:txBody>
            <a:bodyPr wrap="none" anchor="ctr"/>
            <a:lstStyle/>
            <a:p>
              <a:endParaRPr lang="en-US"/>
            </a:p>
          </p:txBody>
        </p:sp>
        <p:sp>
          <p:nvSpPr>
            <p:cNvPr id="235563" name="Rectangle 43"/>
            <p:cNvSpPr>
              <a:spLocks noChangeArrowheads="1"/>
            </p:cNvSpPr>
            <p:nvPr/>
          </p:nvSpPr>
          <p:spPr bwMode="auto">
            <a:xfrm>
              <a:off x="2578" y="821"/>
              <a:ext cx="1143" cy="64"/>
            </a:xfrm>
            <a:prstGeom prst="rect">
              <a:avLst/>
            </a:prstGeom>
            <a:gradFill rotWithShape="1">
              <a:gsLst>
                <a:gs pos="0">
                  <a:srgbClr val="993300"/>
                </a:gs>
                <a:gs pos="100000">
                  <a:srgbClr val="993300">
                    <a:gamma/>
                    <a:shade val="46275"/>
                    <a:invGamma/>
                  </a:srgbClr>
                </a:gs>
              </a:gsLst>
              <a:lin ang="5400000" scaled="1"/>
            </a:gradFill>
            <a:ln w="9525">
              <a:solidFill>
                <a:schemeClr val="tx1"/>
              </a:solidFill>
              <a:miter lim="800000"/>
              <a:headEnd/>
              <a:tailEnd/>
            </a:ln>
            <a:effectLst/>
          </p:spPr>
          <p:txBody>
            <a:bodyPr wrap="none" anchor="ctr"/>
            <a:lstStyle/>
            <a:p>
              <a:endParaRPr lang="en-US"/>
            </a:p>
          </p:txBody>
        </p:sp>
        <p:sp>
          <p:nvSpPr>
            <p:cNvPr id="235564" name="Arc 44"/>
            <p:cNvSpPr>
              <a:spLocks/>
            </p:cNvSpPr>
            <p:nvPr/>
          </p:nvSpPr>
          <p:spPr bwMode="auto">
            <a:xfrm flipH="1">
              <a:off x="2761" y="1322"/>
              <a:ext cx="804" cy="270"/>
            </a:xfrm>
            <a:custGeom>
              <a:avLst/>
              <a:gdLst>
                <a:gd name="G0" fmla="+- 21600 0 0"/>
                <a:gd name="G1" fmla="+- 21600 0 0"/>
                <a:gd name="G2" fmla="+- 21600 0 0"/>
                <a:gd name="T0" fmla="*/ 390 w 43200"/>
                <a:gd name="T1" fmla="*/ 25689 h 42287"/>
                <a:gd name="T2" fmla="*/ 27814 w 43200"/>
                <a:gd name="T3" fmla="*/ 42287 h 42287"/>
                <a:gd name="T4" fmla="*/ 21600 w 43200"/>
                <a:gd name="T5" fmla="*/ 21600 h 42287"/>
              </a:gdLst>
              <a:ahLst/>
              <a:cxnLst>
                <a:cxn ang="0">
                  <a:pos x="T0" y="T1"/>
                </a:cxn>
                <a:cxn ang="0">
                  <a:pos x="T2" y="T3"/>
                </a:cxn>
                <a:cxn ang="0">
                  <a:pos x="T4" y="T5"/>
                </a:cxn>
              </a:cxnLst>
              <a:rect l="0" t="0" r="r" b="b"/>
              <a:pathLst>
                <a:path w="43200" h="42287" fill="none" extrusionOk="0">
                  <a:moveTo>
                    <a:pt x="390" y="25688"/>
                  </a:moveTo>
                  <a:cubicBezTo>
                    <a:pt x="130" y="24341"/>
                    <a:pt x="0" y="22972"/>
                    <a:pt x="0" y="21600"/>
                  </a:cubicBezTo>
                  <a:cubicBezTo>
                    <a:pt x="0" y="9670"/>
                    <a:pt x="9670" y="0"/>
                    <a:pt x="21600" y="0"/>
                  </a:cubicBezTo>
                  <a:cubicBezTo>
                    <a:pt x="33529" y="0"/>
                    <a:pt x="43200" y="9670"/>
                    <a:pt x="43200" y="21600"/>
                  </a:cubicBezTo>
                  <a:cubicBezTo>
                    <a:pt x="43200" y="31135"/>
                    <a:pt x="36946" y="39543"/>
                    <a:pt x="27813" y="42286"/>
                  </a:cubicBezTo>
                </a:path>
                <a:path w="43200" h="42287" stroke="0" extrusionOk="0">
                  <a:moveTo>
                    <a:pt x="390" y="25688"/>
                  </a:moveTo>
                  <a:cubicBezTo>
                    <a:pt x="130" y="24341"/>
                    <a:pt x="0" y="22972"/>
                    <a:pt x="0" y="21600"/>
                  </a:cubicBezTo>
                  <a:cubicBezTo>
                    <a:pt x="0" y="9670"/>
                    <a:pt x="9670" y="0"/>
                    <a:pt x="21600" y="0"/>
                  </a:cubicBezTo>
                  <a:cubicBezTo>
                    <a:pt x="33529" y="0"/>
                    <a:pt x="43200" y="9670"/>
                    <a:pt x="43200" y="21600"/>
                  </a:cubicBezTo>
                  <a:cubicBezTo>
                    <a:pt x="43200" y="31135"/>
                    <a:pt x="36946" y="39543"/>
                    <a:pt x="27813" y="42286"/>
                  </a:cubicBezTo>
                  <a:lnTo>
                    <a:pt x="21600" y="21600"/>
                  </a:lnTo>
                  <a:close/>
                </a:path>
              </a:pathLst>
            </a:custGeom>
            <a:noFill/>
            <a:ln w="9525">
              <a:solidFill>
                <a:schemeClr val="tx1"/>
              </a:solidFill>
              <a:round/>
              <a:headEnd/>
              <a:tailEnd type="triangle" w="med" len="med"/>
            </a:ln>
            <a:effectLst/>
          </p:spPr>
          <p:txBody>
            <a:bodyPr wrap="none" anchor="ctr"/>
            <a:lstStyle/>
            <a:p>
              <a:endParaRPr lang="en-US"/>
            </a:p>
          </p:txBody>
        </p:sp>
        <p:sp>
          <p:nvSpPr>
            <p:cNvPr id="235565" name="Line 45"/>
            <p:cNvSpPr>
              <a:spLocks noChangeShapeType="1"/>
            </p:cNvSpPr>
            <p:nvPr/>
          </p:nvSpPr>
          <p:spPr bwMode="auto">
            <a:xfrm flipV="1">
              <a:off x="748" y="2334"/>
              <a:ext cx="0" cy="156"/>
            </a:xfrm>
            <a:prstGeom prst="line">
              <a:avLst/>
            </a:prstGeom>
            <a:noFill/>
            <a:ln w="9525">
              <a:solidFill>
                <a:schemeClr val="tx1"/>
              </a:solidFill>
              <a:round/>
              <a:headEnd/>
              <a:tailEnd type="triangle" w="med" len="med"/>
            </a:ln>
            <a:effectLst/>
          </p:spPr>
          <p:txBody>
            <a:bodyPr wrap="none" anchor="ctr"/>
            <a:lstStyle/>
            <a:p>
              <a:endParaRPr lang="en-US"/>
            </a:p>
          </p:txBody>
        </p:sp>
        <p:sp>
          <p:nvSpPr>
            <p:cNvPr id="235566" name="Line 46"/>
            <p:cNvSpPr>
              <a:spLocks noChangeShapeType="1"/>
            </p:cNvSpPr>
            <p:nvPr/>
          </p:nvSpPr>
          <p:spPr bwMode="auto">
            <a:xfrm flipV="1">
              <a:off x="1942" y="2334"/>
              <a:ext cx="0" cy="156"/>
            </a:xfrm>
            <a:prstGeom prst="line">
              <a:avLst/>
            </a:prstGeom>
            <a:noFill/>
            <a:ln w="9525">
              <a:solidFill>
                <a:schemeClr val="tx1"/>
              </a:solidFill>
              <a:round/>
              <a:headEnd/>
              <a:tailEnd type="triangle" w="med" len="med"/>
            </a:ln>
            <a:effectLst/>
          </p:spPr>
          <p:txBody>
            <a:bodyPr wrap="none" anchor="ctr"/>
            <a:lstStyle/>
            <a:p>
              <a:endParaRPr lang="en-US"/>
            </a:p>
          </p:txBody>
        </p:sp>
        <p:sp>
          <p:nvSpPr>
            <p:cNvPr id="235567" name="Line 47"/>
            <p:cNvSpPr>
              <a:spLocks noChangeShapeType="1"/>
            </p:cNvSpPr>
            <p:nvPr/>
          </p:nvSpPr>
          <p:spPr bwMode="auto">
            <a:xfrm flipV="1">
              <a:off x="3140" y="2334"/>
              <a:ext cx="0" cy="156"/>
            </a:xfrm>
            <a:prstGeom prst="line">
              <a:avLst/>
            </a:prstGeom>
            <a:noFill/>
            <a:ln w="9525">
              <a:solidFill>
                <a:schemeClr val="tx1"/>
              </a:solidFill>
              <a:round/>
              <a:headEnd/>
              <a:tailEnd type="triangle" w="med" len="med"/>
            </a:ln>
            <a:effectLst/>
          </p:spPr>
          <p:txBody>
            <a:bodyPr wrap="none" anchor="ctr"/>
            <a:lstStyle/>
            <a:p>
              <a:endParaRPr lang="en-US"/>
            </a:p>
          </p:txBody>
        </p:sp>
        <p:sp>
          <p:nvSpPr>
            <p:cNvPr id="235568" name="Line 48"/>
            <p:cNvSpPr>
              <a:spLocks noChangeShapeType="1"/>
            </p:cNvSpPr>
            <p:nvPr/>
          </p:nvSpPr>
          <p:spPr bwMode="auto">
            <a:xfrm flipV="1">
              <a:off x="4372" y="2334"/>
              <a:ext cx="0" cy="156"/>
            </a:xfrm>
            <a:prstGeom prst="line">
              <a:avLst/>
            </a:prstGeom>
            <a:noFill/>
            <a:ln w="9525">
              <a:solidFill>
                <a:schemeClr val="tx1"/>
              </a:solidFill>
              <a:round/>
              <a:headEnd/>
              <a:tailEnd type="triangle" w="med" len="med"/>
            </a:ln>
            <a:effectLst/>
          </p:spPr>
          <p:txBody>
            <a:bodyPr wrap="none" anchor="ctr"/>
            <a:lstStyle/>
            <a:p>
              <a:endParaRPr lang="en-US"/>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546" name="Rectangle 2"/>
          <p:cNvSpPr>
            <a:spLocks noGrp="1" noChangeArrowheads="1"/>
          </p:cNvSpPr>
          <p:nvPr>
            <p:ph type="title"/>
          </p:nvPr>
        </p:nvSpPr>
        <p:spPr/>
        <p:txBody>
          <a:bodyPr/>
          <a:lstStyle/>
          <a:p>
            <a:r>
              <a:rPr lang="en-US"/>
              <a:t>Torsional Pendulum</a:t>
            </a:r>
          </a:p>
        </p:txBody>
      </p:sp>
      <p:sp>
        <p:nvSpPr>
          <p:cNvPr id="236547" name="Rectangle 3"/>
          <p:cNvSpPr>
            <a:spLocks noGrp="1" noChangeArrowheads="1"/>
          </p:cNvSpPr>
          <p:nvPr>
            <p:ph type="body" sz="half" idx="1"/>
          </p:nvPr>
        </p:nvSpPr>
        <p:spPr>
          <a:xfrm>
            <a:off x="457200" y="1730375"/>
            <a:ext cx="4038600" cy="4395788"/>
          </a:xfrm>
        </p:spPr>
        <p:txBody>
          <a:bodyPr/>
          <a:lstStyle/>
          <a:p>
            <a:r>
              <a:rPr lang="en-US"/>
              <a:t>SHM Problem</a:t>
            </a:r>
          </a:p>
        </p:txBody>
      </p:sp>
      <p:sp>
        <p:nvSpPr>
          <p:cNvPr id="236548" name="Rectangle 4"/>
          <p:cNvSpPr>
            <a:spLocks noGrp="1" noChangeArrowheads="1"/>
          </p:cNvSpPr>
          <p:nvPr>
            <p:ph type="body" sz="half" idx="2"/>
          </p:nvPr>
        </p:nvSpPr>
        <p:spPr>
          <a:xfrm>
            <a:off x="4648200" y="4243388"/>
            <a:ext cx="4038600" cy="1882775"/>
          </a:xfrm>
        </p:spPr>
        <p:txBody>
          <a:bodyPr/>
          <a:lstStyle/>
          <a:p>
            <a:r>
              <a:rPr lang="en-US"/>
              <a:t>Solution</a:t>
            </a:r>
          </a:p>
        </p:txBody>
      </p:sp>
      <p:graphicFrame>
        <p:nvGraphicFramePr>
          <p:cNvPr id="236549" name="Object 5"/>
          <p:cNvGraphicFramePr>
            <a:graphicFrameLocks noChangeAspect="1"/>
          </p:cNvGraphicFramePr>
          <p:nvPr/>
        </p:nvGraphicFramePr>
        <p:xfrm>
          <a:off x="5100638" y="5037138"/>
          <a:ext cx="2109787" cy="360362"/>
        </p:xfrm>
        <a:graphic>
          <a:graphicData uri="http://schemas.openxmlformats.org/presentationml/2006/ole">
            <mc:AlternateContent xmlns:mc="http://schemas.openxmlformats.org/markup-compatibility/2006">
              <mc:Choice xmlns:v="urn:schemas-microsoft-com:vml" Requires="v">
                <p:oleObj name="Equation" r:id="rId2" imgW="1346040" imgH="228600" progId="Equation.3">
                  <p:embed/>
                </p:oleObj>
              </mc:Choice>
              <mc:Fallback>
                <p:oleObj name="Equation" r:id="rId2" imgW="1346040" imgH="228600" progId="Equation.3">
                  <p:embed/>
                  <p:pic>
                    <p:nvPicPr>
                      <p:cNvPr id="236549"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0638" y="5037138"/>
                        <a:ext cx="2109787" cy="3603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36550" name="Rectangle 6"/>
          <p:cNvSpPr>
            <a:spLocks noChangeArrowheads="1"/>
          </p:cNvSpPr>
          <p:nvPr/>
        </p:nvSpPr>
        <p:spPr bwMode="auto">
          <a:xfrm>
            <a:off x="0" y="3167063"/>
            <a:ext cx="9144000" cy="0"/>
          </a:xfrm>
          <a:prstGeom prst="rect">
            <a:avLst/>
          </a:prstGeom>
          <a:noFill/>
          <a:ln w="9525" algn="ctr">
            <a:noFill/>
            <a:miter lim="800000"/>
            <a:headEnd/>
            <a:tailEnd/>
          </a:ln>
          <a:effectLst/>
        </p:spPr>
        <p:txBody>
          <a:bodyPr wrap="none" anchor="ctr">
            <a:spAutoFit/>
          </a:bodyPr>
          <a:lstStyle/>
          <a:p>
            <a:endParaRPr lang="en-US"/>
          </a:p>
        </p:txBody>
      </p:sp>
      <p:grpSp>
        <p:nvGrpSpPr>
          <p:cNvPr id="2" name="Group 7"/>
          <p:cNvGrpSpPr>
            <a:grpSpLocks/>
          </p:cNvGrpSpPr>
          <p:nvPr/>
        </p:nvGrpSpPr>
        <p:grpSpPr bwMode="auto">
          <a:xfrm>
            <a:off x="6719888" y="1597025"/>
            <a:ext cx="1814512" cy="2770188"/>
            <a:chOff x="1892" y="1398"/>
            <a:chExt cx="1143" cy="1745"/>
          </a:xfrm>
        </p:grpSpPr>
        <p:sp>
          <p:nvSpPr>
            <p:cNvPr id="236552" name="Oval 8"/>
            <p:cNvSpPr>
              <a:spLocks noChangeArrowheads="1"/>
            </p:cNvSpPr>
            <p:nvPr/>
          </p:nvSpPr>
          <p:spPr bwMode="auto">
            <a:xfrm>
              <a:off x="1944" y="2556"/>
              <a:ext cx="1014" cy="318"/>
            </a:xfrm>
            <a:prstGeom prst="ellipse">
              <a:avLst/>
            </a:prstGeom>
            <a:solidFill>
              <a:schemeClr val="accent1"/>
            </a:solidFill>
            <a:ln w="9525" algn="ctr">
              <a:solidFill>
                <a:schemeClr val="tx1"/>
              </a:solidFill>
              <a:round/>
              <a:headEnd/>
              <a:tailEnd/>
            </a:ln>
            <a:effectLst/>
          </p:spPr>
          <p:txBody>
            <a:bodyPr wrap="none" anchor="ctr"/>
            <a:lstStyle/>
            <a:p>
              <a:endParaRPr lang="en-US"/>
            </a:p>
          </p:txBody>
        </p:sp>
        <p:sp>
          <p:nvSpPr>
            <p:cNvPr id="236553" name="Oval 9"/>
            <p:cNvSpPr>
              <a:spLocks noChangeArrowheads="1"/>
            </p:cNvSpPr>
            <p:nvPr/>
          </p:nvSpPr>
          <p:spPr bwMode="auto">
            <a:xfrm>
              <a:off x="1944" y="2535"/>
              <a:ext cx="1014" cy="318"/>
            </a:xfrm>
            <a:prstGeom prst="ellipse">
              <a:avLst/>
            </a:prstGeom>
            <a:solidFill>
              <a:schemeClr val="accent1"/>
            </a:solidFill>
            <a:ln w="9525" algn="ctr">
              <a:solidFill>
                <a:schemeClr val="tx1"/>
              </a:solidFill>
              <a:round/>
              <a:headEnd/>
              <a:tailEnd/>
            </a:ln>
            <a:effectLst/>
          </p:spPr>
          <p:txBody>
            <a:bodyPr wrap="none" anchor="ctr"/>
            <a:lstStyle/>
            <a:p>
              <a:endParaRPr lang="en-US"/>
            </a:p>
          </p:txBody>
        </p:sp>
        <p:sp>
          <p:nvSpPr>
            <p:cNvPr id="236554" name="Line 10"/>
            <p:cNvSpPr>
              <a:spLocks noChangeShapeType="1"/>
            </p:cNvSpPr>
            <p:nvPr/>
          </p:nvSpPr>
          <p:spPr bwMode="auto">
            <a:xfrm flipV="1">
              <a:off x="2448" y="1431"/>
              <a:ext cx="0" cy="1233"/>
            </a:xfrm>
            <a:prstGeom prst="line">
              <a:avLst/>
            </a:prstGeom>
            <a:noFill/>
            <a:ln w="9525">
              <a:solidFill>
                <a:schemeClr val="tx1"/>
              </a:solidFill>
              <a:round/>
              <a:headEnd/>
              <a:tailEnd/>
            </a:ln>
            <a:effectLst/>
          </p:spPr>
          <p:txBody>
            <a:bodyPr/>
            <a:lstStyle/>
            <a:p>
              <a:endParaRPr lang="en-US"/>
            </a:p>
          </p:txBody>
        </p:sp>
        <p:sp>
          <p:nvSpPr>
            <p:cNvPr id="236555" name="Line 11"/>
            <p:cNvSpPr>
              <a:spLocks noChangeShapeType="1"/>
            </p:cNvSpPr>
            <p:nvPr/>
          </p:nvSpPr>
          <p:spPr bwMode="auto">
            <a:xfrm>
              <a:off x="2448" y="2664"/>
              <a:ext cx="3" cy="186"/>
            </a:xfrm>
            <a:prstGeom prst="line">
              <a:avLst/>
            </a:prstGeom>
            <a:noFill/>
            <a:ln w="9525">
              <a:solidFill>
                <a:schemeClr val="tx1"/>
              </a:solidFill>
              <a:prstDash val="dash"/>
              <a:round/>
              <a:headEnd/>
              <a:tailEnd/>
            </a:ln>
            <a:effectLst/>
          </p:spPr>
          <p:txBody>
            <a:bodyPr wrap="none" anchor="ctr"/>
            <a:lstStyle/>
            <a:p>
              <a:endParaRPr lang="en-US"/>
            </a:p>
          </p:txBody>
        </p:sp>
        <p:sp>
          <p:nvSpPr>
            <p:cNvPr id="236556" name="Text Box 12"/>
            <p:cNvSpPr txBox="1">
              <a:spLocks noChangeArrowheads="1"/>
            </p:cNvSpPr>
            <p:nvPr/>
          </p:nvSpPr>
          <p:spPr bwMode="auto">
            <a:xfrm>
              <a:off x="2354" y="2912"/>
              <a:ext cx="212" cy="231"/>
            </a:xfrm>
            <a:prstGeom prst="rect">
              <a:avLst/>
            </a:prstGeom>
            <a:noFill/>
            <a:ln w="9525" algn="ctr">
              <a:noFill/>
              <a:miter lim="800000"/>
              <a:headEnd/>
              <a:tailEnd/>
            </a:ln>
            <a:effectLst/>
          </p:spPr>
          <p:txBody>
            <a:bodyPr wrap="none">
              <a:spAutoFit/>
            </a:bodyPr>
            <a:lstStyle/>
            <a:p>
              <a:pPr algn="ctr"/>
              <a:r>
                <a:rPr lang="en-US"/>
                <a:t>P</a:t>
              </a:r>
            </a:p>
          </p:txBody>
        </p:sp>
        <p:sp>
          <p:nvSpPr>
            <p:cNvPr id="236557" name="Oval 13"/>
            <p:cNvSpPr>
              <a:spLocks noChangeArrowheads="1"/>
            </p:cNvSpPr>
            <p:nvPr/>
          </p:nvSpPr>
          <p:spPr bwMode="auto">
            <a:xfrm>
              <a:off x="2436" y="2832"/>
              <a:ext cx="27" cy="27"/>
            </a:xfrm>
            <a:prstGeom prst="ellipse">
              <a:avLst/>
            </a:prstGeom>
            <a:solidFill>
              <a:schemeClr val="tx1"/>
            </a:solidFill>
            <a:ln w="9525" algn="ctr">
              <a:solidFill>
                <a:schemeClr val="tx1"/>
              </a:solidFill>
              <a:round/>
              <a:headEnd/>
              <a:tailEnd/>
            </a:ln>
            <a:effectLst/>
          </p:spPr>
          <p:txBody>
            <a:bodyPr wrap="none" anchor="ctr"/>
            <a:lstStyle/>
            <a:p>
              <a:endParaRPr lang="en-US"/>
            </a:p>
          </p:txBody>
        </p:sp>
        <p:sp>
          <p:nvSpPr>
            <p:cNvPr id="236558" name="Line 14"/>
            <p:cNvSpPr>
              <a:spLocks noChangeShapeType="1"/>
            </p:cNvSpPr>
            <p:nvPr/>
          </p:nvSpPr>
          <p:spPr bwMode="auto">
            <a:xfrm>
              <a:off x="2448" y="2664"/>
              <a:ext cx="228" cy="174"/>
            </a:xfrm>
            <a:prstGeom prst="line">
              <a:avLst/>
            </a:prstGeom>
            <a:noFill/>
            <a:ln w="9525">
              <a:solidFill>
                <a:schemeClr val="tx1"/>
              </a:solidFill>
              <a:prstDash val="dash"/>
              <a:round/>
              <a:headEnd/>
              <a:tailEnd/>
            </a:ln>
            <a:effectLst/>
          </p:spPr>
          <p:txBody>
            <a:bodyPr wrap="none" anchor="ctr"/>
            <a:lstStyle/>
            <a:p>
              <a:endParaRPr lang="en-US"/>
            </a:p>
          </p:txBody>
        </p:sp>
        <p:sp>
          <p:nvSpPr>
            <p:cNvPr id="236559" name="Line 15"/>
            <p:cNvSpPr>
              <a:spLocks noChangeShapeType="1"/>
            </p:cNvSpPr>
            <p:nvPr/>
          </p:nvSpPr>
          <p:spPr bwMode="auto">
            <a:xfrm flipH="1">
              <a:off x="2214" y="2667"/>
              <a:ext cx="228" cy="174"/>
            </a:xfrm>
            <a:prstGeom prst="line">
              <a:avLst/>
            </a:prstGeom>
            <a:noFill/>
            <a:ln w="9525">
              <a:solidFill>
                <a:schemeClr val="tx1"/>
              </a:solidFill>
              <a:prstDash val="dash"/>
              <a:round/>
              <a:headEnd/>
              <a:tailEnd/>
            </a:ln>
            <a:effectLst/>
          </p:spPr>
          <p:txBody>
            <a:bodyPr wrap="none" anchor="ctr"/>
            <a:lstStyle/>
            <a:p>
              <a:endParaRPr lang="en-US"/>
            </a:p>
          </p:txBody>
        </p:sp>
        <p:sp>
          <p:nvSpPr>
            <p:cNvPr id="236560" name="Rectangle 16"/>
            <p:cNvSpPr>
              <a:spLocks noChangeArrowheads="1"/>
            </p:cNvSpPr>
            <p:nvPr/>
          </p:nvSpPr>
          <p:spPr bwMode="auto">
            <a:xfrm>
              <a:off x="1892" y="1398"/>
              <a:ext cx="1143" cy="64"/>
            </a:xfrm>
            <a:prstGeom prst="rect">
              <a:avLst/>
            </a:prstGeom>
            <a:gradFill rotWithShape="1">
              <a:gsLst>
                <a:gs pos="0">
                  <a:srgbClr val="993300"/>
                </a:gs>
                <a:gs pos="100000">
                  <a:srgbClr val="993300">
                    <a:gamma/>
                    <a:shade val="46275"/>
                    <a:invGamma/>
                  </a:srgbClr>
                </a:gs>
              </a:gsLst>
              <a:lin ang="5400000" scaled="1"/>
            </a:gradFill>
            <a:ln w="9525">
              <a:solidFill>
                <a:schemeClr val="tx1"/>
              </a:solidFill>
              <a:miter lim="800000"/>
              <a:headEnd/>
              <a:tailEnd/>
            </a:ln>
            <a:effectLst/>
          </p:spPr>
          <p:txBody>
            <a:bodyPr wrap="none" anchor="ctr"/>
            <a:lstStyle/>
            <a:p>
              <a:endParaRPr lang="en-US"/>
            </a:p>
          </p:txBody>
        </p:sp>
      </p:grpSp>
      <p:sp>
        <p:nvSpPr>
          <p:cNvPr id="236561" name="Rectangle 17"/>
          <p:cNvSpPr>
            <a:spLocks noChangeArrowheads="1"/>
          </p:cNvSpPr>
          <p:nvPr/>
        </p:nvSpPr>
        <p:spPr bwMode="auto">
          <a:xfrm>
            <a:off x="0" y="0"/>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36562" name="Object 18"/>
          <p:cNvGraphicFramePr>
            <a:graphicFrameLocks noChangeAspect="1"/>
          </p:cNvGraphicFramePr>
          <p:nvPr/>
        </p:nvGraphicFramePr>
        <p:xfrm>
          <a:off x="1254125" y="2403475"/>
          <a:ext cx="1558925" cy="812800"/>
        </p:xfrm>
        <a:graphic>
          <a:graphicData uri="http://schemas.openxmlformats.org/presentationml/2006/ole">
            <mc:AlternateContent xmlns:mc="http://schemas.openxmlformats.org/markup-compatibility/2006">
              <mc:Choice xmlns:v="urn:schemas-microsoft-com:vml" Requires="v">
                <p:oleObj name="Equation" r:id="rId4" imgW="799920" imgH="419040" progId="Equation.3">
                  <p:embed/>
                </p:oleObj>
              </mc:Choice>
              <mc:Fallback>
                <p:oleObj name="Equation" r:id="rId4" imgW="799920" imgH="419040" progId="Equation.3">
                  <p:embed/>
                  <p:pic>
                    <p:nvPicPr>
                      <p:cNvPr id="236562" name="Object 1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54125" y="2403475"/>
                        <a:ext cx="1558925" cy="812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36563" name="Rectangle 19"/>
          <p:cNvSpPr>
            <a:spLocks noChangeArrowheads="1"/>
          </p:cNvSpPr>
          <p:nvPr/>
        </p:nvSpPr>
        <p:spPr bwMode="auto">
          <a:xfrm>
            <a:off x="0" y="3190875"/>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36564" name="Object 20"/>
          <p:cNvGraphicFramePr>
            <a:graphicFrameLocks noChangeAspect="1"/>
          </p:cNvGraphicFramePr>
          <p:nvPr/>
        </p:nvGraphicFramePr>
        <p:xfrm>
          <a:off x="1550988" y="3665538"/>
          <a:ext cx="1160462" cy="928687"/>
        </p:xfrm>
        <a:graphic>
          <a:graphicData uri="http://schemas.openxmlformats.org/presentationml/2006/ole">
            <mc:AlternateContent xmlns:mc="http://schemas.openxmlformats.org/markup-compatibility/2006">
              <mc:Choice xmlns:v="urn:schemas-microsoft-com:vml" Requires="v">
                <p:oleObj name="Equation" r:id="rId6" imgW="495000" imgH="393480" progId="Equation.3">
                  <p:embed/>
                </p:oleObj>
              </mc:Choice>
              <mc:Fallback>
                <p:oleObj name="Equation" r:id="rId6" imgW="495000" imgH="393480" progId="Equation.3">
                  <p:embed/>
                  <p:pic>
                    <p:nvPicPr>
                      <p:cNvPr id="236564" name="Object 20"/>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50988" y="3665538"/>
                        <a:ext cx="1160462" cy="9286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36565" name="Rectangle 21"/>
          <p:cNvSpPr>
            <a:spLocks noChangeArrowheads="1"/>
          </p:cNvSpPr>
          <p:nvPr/>
        </p:nvSpPr>
        <p:spPr bwMode="auto">
          <a:xfrm>
            <a:off x="0" y="3133725"/>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36566" name="Object 22"/>
          <p:cNvGraphicFramePr>
            <a:graphicFrameLocks noChangeAspect="1"/>
          </p:cNvGraphicFramePr>
          <p:nvPr/>
        </p:nvGraphicFramePr>
        <p:xfrm>
          <a:off x="1511300" y="4930775"/>
          <a:ext cx="1046163" cy="658813"/>
        </p:xfrm>
        <a:graphic>
          <a:graphicData uri="http://schemas.openxmlformats.org/presentationml/2006/ole">
            <mc:AlternateContent xmlns:mc="http://schemas.openxmlformats.org/markup-compatibility/2006">
              <mc:Choice xmlns:v="urn:schemas-microsoft-com:vml" Requires="v">
                <p:oleObj name="Equation" r:id="rId8" imgW="711000" imgH="444240" progId="Equation.3">
                  <p:embed/>
                </p:oleObj>
              </mc:Choice>
              <mc:Fallback>
                <p:oleObj name="Equation" r:id="rId8" imgW="711000" imgH="444240" progId="Equation.3">
                  <p:embed/>
                  <p:pic>
                    <p:nvPicPr>
                      <p:cNvPr id="236566" name="Object 22"/>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511300" y="4930775"/>
                        <a:ext cx="1046163" cy="6588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1666" name="Rectangle 2"/>
          <p:cNvSpPr>
            <a:spLocks noGrp="1" noChangeArrowheads="1"/>
          </p:cNvSpPr>
          <p:nvPr>
            <p:ph type="title"/>
          </p:nvPr>
        </p:nvSpPr>
        <p:spPr/>
        <p:txBody>
          <a:bodyPr/>
          <a:lstStyle/>
          <a:p>
            <a:r>
              <a:rPr lang="en-US"/>
              <a:t>Add a frictional force</a:t>
            </a:r>
          </a:p>
        </p:txBody>
      </p:sp>
      <p:sp>
        <p:nvSpPr>
          <p:cNvPr id="241667" name="Rectangle 3"/>
          <p:cNvSpPr>
            <a:spLocks noGrp="1" noChangeArrowheads="1"/>
          </p:cNvSpPr>
          <p:nvPr>
            <p:ph type="body" idx="1"/>
          </p:nvPr>
        </p:nvSpPr>
        <p:spPr/>
        <p:txBody>
          <a:bodyPr/>
          <a:lstStyle/>
          <a:p>
            <a:r>
              <a:rPr lang="en-US" sz="2400"/>
              <a:t>Suppose we add in a force that is proportional to the velocity </a:t>
            </a:r>
          </a:p>
          <a:p>
            <a:endParaRPr lang="en-US" sz="2400"/>
          </a:p>
          <a:p>
            <a:pPr lvl="1"/>
            <a:r>
              <a:rPr lang="en-US" sz="2000"/>
              <a:t>Viscosity follows this pattern</a:t>
            </a:r>
          </a:p>
          <a:p>
            <a:pPr lvl="1"/>
            <a:r>
              <a:rPr lang="en-US" sz="2000"/>
              <a:t>b is the damping coefficient</a:t>
            </a:r>
          </a:p>
          <a:p>
            <a:r>
              <a:rPr lang="en-US" sz="2400"/>
              <a:t>Newton’s 2</a:t>
            </a:r>
            <a:r>
              <a:rPr lang="en-US" sz="2400" baseline="30000"/>
              <a:t>nd</a:t>
            </a:r>
            <a:r>
              <a:rPr lang="en-US" sz="2400"/>
              <a:t> law gives</a:t>
            </a:r>
          </a:p>
          <a:p>
            <a:endParaRPr lang="en-US" sz="2400"/>
          </a:p>
          <a:p>
            <a:endParaRPr lang="en-US" sz="2400"/>
          </a:p>
          <a:p>
            <a:endParaRPr lang="en-US" sz="2400"/>
          </a:p>
          <a:p>
            <a:endParaRPr lang="en-US" sz="2400"/>
          </a:p>
          <a:p>
            <a:r>
              <a:rPr lang="en-US" sz="2000"/>
              <a:t>This is another differential equation. It is harder to guess its solution</a:t>
            </a:r>
          </a:p>
        </p:txBody>
      </p:sp>
      <p:graphicFrame>
        <p:nvGraphicFramePr>
          <p:cNvPr id="241668" name="Object 4"/>
          <p:cNvGraphicFramePr>
            <a:graphicFrameLocks noChangeAspect="1"/>
          </p:cNvGraphicFramePr>
          <p:nvPr/>
        </p:nvGraphicFramePr>
        <p:xfrm>
          <a:off x="3890963" y="2168525"/>
          <a:ext cx="1325562" cy="504825"/>
        </p:xfrm>
        <a:graphic>
          <a:graphicData uri="http://schemas.openxmlformats.org/presentationml/2006/ole">
            <mc:AlternateContent xmlns:mc="http://schemas.openxmlformats.org/markup-compatibility/2006">
              <mc:Choice xmlns:v="urn:schemas-microsoft-com:vml" Requires="v">
                <p:oleObj name="Equation" r:id="rId2" imgW="596900" imgH="228600" progId="Equation.3">
                  <p:embed/>
                </p:oleObj>
              </mc:Choice>
              <mc:Fallback>
                <p:oleObj name="Equation" r:id="rId2" imgW="596900" imgH="228600" progId="Equation.3">
                  <p:embed/>
                  <p:pic>
                    <p:nvPicPr>
                      <p:cNvPr id="241668"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90963" y="2168525"/>
                        <a:ext cx="1325562" cy="5048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1669" name="Rectangle 5"/>
          <p:cNvSpPr>
            <a:spLocks noChangeArrowheads="1"/>
          </p:cNvSpPr>
          <p:nvPr/>
        </p:nvSpPr>
        <p:spPr bwMode="auto">
          <a:xfrm>
            <a:off x="0" y="3214688"/>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41670" name="Object 6"/>
          <p:cNvGraphicFramePr>
            <a:graphicFrameLocks noChangeAspect="1"/>
          </p:cNvGraphicFramePr>
          <p:nvPr/>
        </p:nvGraphicFramePr>
        <p:xfrm>
          <a:off x="3429000" y="3962400"/>
          <a:ext cx="2308225" cy="403225"/>
        </p:xfrm>
        <a:graphic>
          <a:graphicData uri="http://schemas.openxmlformats.org/presentationml/2006/ole">
            <mc:AlternateContent xmlns:mc="http://schemas.openxmlformats.org/markup-compatibility/2006">
              <mc:Choice xmlns:v="urn:schemas-microsoft-com:vml" Requires="v">
                <p:oleObj name="Equation" r:id="rId4" imgW="1307880" imgH="228600" progId="Equation.3">
                  <p:embed/>
                </p:oleObj>
              </mc:Choice>
              <mc:Fallback>
                <p:oleObj name="Equation" r:id="rId4" imgW="1307880" imgH="228600" progId="Equation.3">
                  <p:embed/>
                  <p:pic>
                    <p:nvPicPr>
                      <p:cNvPr id="241670"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29000" y="3962400"/>
                        <a:ext cx="2308225" cy="4032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1671" name="Object 7"/>
          <p:cNvGraphicFramePr>
            <a:graphicFrameLocks noChangeAspect="1"/>
          </p:cNvGraphicFramePr>
          <p:nvPr/>
        </p:nvGraphicFramePr>
        <p:xfrm>
          <a:off x="3581400" y="4648200"/>
          <a:ext cx="2076450" cy="708025"/>
        </p:xfrm>
        <a:graphic>
          <a:graphicData uri="http://schemas.openxmlformats.org/presentationml/2006/ole">
            <mc:AlternateContent xmlns:mc="http://schemas.openxmlformats.org/markup-compatibility/2006">
              <mc:Choice xmlns:v="urn:schemas-microsoft-com:vml" Requires="v">
                <p:oleObj name="Equation" r:id="rId6" imgW="1231366" imgH="418918" progId="Equation.3">
                  <p:embed/>
                </p:oleObj>
              </mc:Choice>
              <mc:Fallback>
                <p:oleObj name="Equation" r:id="rId6" imgW="1231366" imgH="418918" progId="Equation.3">
                  <p:embed/>
                  <p:pic>
                    <p:nvPicPr>
                      <p:cNvPr id="241671" name="Object 7"/>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581400" y="4648200"/>
                        <a:ext cx="2076450" cy="7080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p:txBody>
          <a:bodyPr/>
          <a:lstStyle/>
          <a:p>
            <a:r>
              <a:rPr lang="en-US"/>
              <a:t>Solution</a:t>
            </a:r>
          </a:p>
        </p:txBody>
      </p:sp>
      <p:sp>
        <p:nvSpPr>
          <p:cNvPr id="242691" name="Rectangle 3"/>
          <p:cNvSpPr>
            <a:spLocks noGrp="1" noChangeArrowheads="1"/>
          </p:cNvSpPr>
          <p:nvPr>
            <p:ph type="body" idx="1"/>
          </p:nvPr>
        </p:nvSpPr>
        <p:spPr/>
        <p:txBody>
          <a:bodyPr/>
          <a:lstStyle/>
          <a:p>
            <a:pPr marL="623888" indent="-319088">
              <a:lnSpc>
                <a:spcPct val="90000"/>
              </a:lnSpc>
            </a:pPr>
            <a:endParaRPr lang="en-US" sz="1800"/>
          </a:p>
          <a:p>
            <a:pPr marL="623888" indent="-319088">
              <a:lnSpc>
                <a:spcPct val="90000"/>
              </a:lnSpc>
            </a:pPr>
            <a:endParaRPr lang="en-US" sz="1800"/>
          </a:p>
          <a:p>
            <a:pPr marL="623888" indent="-319088">
              <a:lnSpc>
                <a:spcPct val="90000"/>
              </a:lnSpc>
            </a:pPr>
            <a:r>
              <a:rPr lang="en-US" sz="1800"/>
              <a:t>Where</a:t>
            </a:r>
          </a:p>
          <a:p>
            <a:pPr marL="623888" indent="-319088">
              <a:lnSpc>
                <a:spcPct val="90000"/>
              </a:lnSpc>
            </a:pPr>
            <a:endParaRPr lang="en-US" sz="1800"/>
          </a:p>
          <a:p>
            <a:pPr marL="623888" indent="-319088">
              <a:lnSpc>
                <a:spcPct val="90000"/>
              </a:lnSpc>
            </a:pPr>
            <a:endParaRPr lang="en-US" sz="1800"/>
          </a:p>
          <a:p>
            <a:pPr marL="623888" indent="-319088">
              <a:lnSpc>
                <a:spcPct val="90000"/>
              </a:lnSpc>
            </a:pPr>
            <a:r>
              <a:rPr lang="en-US" sz="1800"/>
              <a:t>Three Cases</a:t>
            </a:r>
          </a:p>
          <a:p>
            <a:pPr marL="914400" lvl="1" indent="-176213">
              <a:lnSpc>
                <a:spcPct val="90000"/>
              </a:lnSpc>
              <a:buFontTx/>
              <a:buAutoNum type="arabicPeriod"/>
            </a:pPr>
            <a:r>
              <a:rPr lang="en-US" sz="1800"/>
              <a:t>The retarding force is small: (bv</a:t>
            </a:r>
            <a:r>
              <a:rPr lang="en-US" sz="1800" baseline="-25000"/>
              <a:t>max</a:t>
            </a:r>
            <a:r>
              <a:rPr lang="en-US" sz="1800"/>
              <a:t>&lt; kA), the system oscillates, but the amplitude is smaller as as time goes on. We call this "underdamped"</a:t>
            </a:r>
          </a:p>
          <a:p>
            <a:pPr marL="914400" lvl="1" indent="-176213">
              <a:lnSpc>
                <a:spcPct val="90000"/>
              </a:lnSpc>
              <a:buFontTx/>
              <a:buAutoNum type="arabicPeriod"/>
            </a:pPr>
            <a:r>
              <a:rPr lang="en-US" sz="1800"/>
              <a:t> The retarding force is large: (bv</a:t>
            </a:r>
            <a:r>
              <a:rPr lang="en-US" sz="1800" baseline="-25000"/>
              <a:t>max</a:t>
            </a:r>
            <a:r>
              <a:rPr lang="en-US" sz="1800"/>
              <a:t>&gt; kA), The system does not oscillate. we call this "overdamped." We can also say that             (after we define </a:t>
            </a:r>
            <a:r>
              <a:rPr lang="en-US" sz="1800">
                <a:sym typeface="Symbol" pitchFamily="18" charset="2"/>
              </a:rPr>
              <a:t></a:t>
            </a:r>
            <a:r>
              <a:rPr lang="en-US" sz="1800" baseline="-25000">
                <a:sym typeface="Symbol" pitchFamily="18" charset="2"/>
              </a:rPr>
              <a:t>o</a:t>
            </a:r>
            <a:r>
              <a:rPr lang="en-US" sz="1800"/>
              <a:t> below)</a:t>
            </a:r>
          </a:p>
          <a:p>
            <a:pPr marL="914400" lvl="1" indent="-176213">
              <a:lnSpc>
                <a:spcPct val="90000"/>
              </a:lnSpc>
              <a:buFontTx/>
              <a:buAutoNum type="arabicPeriod"/>
            </a:pPr>
            <a:r>
              <a:rPr lang="en-US" sz="1800"/>
              <a:t> Case The system is critically damped (see below)</a:t>
            </a:r>
          </a:p>
        </p:txBody>
      </p:sp>
      <p:sp>
        <p:nvSpPr>
          <p:cNvPr id="242692" name="Rectangle 4"/>
          <p:cNvSpPr>
            <a:spLocks noChangeArrowheads="1"/>
          </p:cNvSpPr>
          <p:nvPr/>
        </p:nvSpPr>
        <p:spPr bwMode="auto">
          <a:xfrm>
            <a:off x="0" y="3295650"/>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42693" name="Object 5"/>
          <p:cNvGraphicFramePr>
            <a:graphicFrameLocks noChangeAspect="1"/>
          </p:cNvGraphicFramePr>
          <p:nvPr/>
        </p:nvGraphicFramePr>
        <p:xfrm>
          <a:off x="3279775" y="1685925"/>
          <a:ext cx="3416300" cy="573088"/>
        </p:xfrm>
        <a:graphic>
          <a:graphicData uri="http://schemas.openxmlformats.org/presentationml/2006/ole">
            <mc:AlternateContent xmlns:mc="http://schemas.openxmlformats.org/markup-compatibility/2006">
              <mc:Choice xmlns:v="urn:schemas-microsoft-com:vml" Requires="v">
                <p:oleObj name="Equation" r:id="rId2" imgW="1511280" imgH="253800" progId="Equation.3">
                  <p:embed/>
                </p:oleObj>
              </mc:Choice>
              <mc:Fallback>
                <p:oleObj name="Equation" r:id="rId2" imgW="1511280" imgH="253800" progId="Equation.3">
                  <p:embed/>
                  <p:pic>
                    <p:nvPicPr>
                      <p:cNvPr id="242693"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79775" y="1685925"/>
                        <a:ext cx="3416300" cy="5730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2694" name="Rectangle 6"/>
          <p:cNvSpPr>
            <a:spLocks noChangeArrowheads="1"/>
          </p:cNvSpPr>
          <p:nvPr/>
        </p:nvSpPr>
        <p:spPr bwMode="auto">
          <a:xfrm>
            <a:off x="0" y="3100388"/>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42695" name="Object 7"/>
          <p:cNvGraphicFramePr>
            <a:graphicFrameLocks noChangeAspect="1"/>
          </p:cNvGraphicFramePr>
          <p:nvPr/>
        </p:nvGraphicFramePr>
        <p:xfrm>
          <a:off x="4298950" y="2479675"/>
          <a:ext cx="1117600" cy="508000"/>
        </p:xfrm>
        <a:graphic>
          <a:graphicData uri="http://schemas.openxmlformats.org/presentationml/2006/ole">
            <mc:AlternateContent xmlns:mc="http://schemas.openxmlformats.org/markup-compatibility/2006">
              <mc:Choice xmlns:v="urn:schemas-microsoft-com:vml" Requires="v">
                <p:oleObj name="Equation" r:id="rId4" imgW="1117440" imgH="507960" progId="Equation.3">
                  <p:embed/>
                </p:oleObj>
              </mc:Choice>
              <mc:Fallback>
                <p:oleObj name="Equation" r:id="rId4" imgW="1117440" imgH="507960" progId="Equation.3">
                  <p:embed/>
                  <p:pic>
                    <p:nvPicPr>
                      <p:cNvPr id="242695"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98950" y="2479675"/>
                        <a:ext cx="1117600" cy="508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2696" name="Rectangle 8"/>
          <p:cNvSpPr>
            <a:spLocks noChangeArrowheads="1"/>
          </p:cNvSpPr>
          <p:nvPr/>
        </p:nvSpPr>
        <p:spPr bwMode="auto">
          <a:xfrm>
            <a:off x="0" y="0"/>
            <a:ext cx="9144000" cy="0"/>
          </a:xfrm>
          <a:prstGeom prst="rect">
            <a:avLst/>
          </a:prstGeom>
          <a:noFill/>
          <a:ln w="9525" algn="ctr">
            <a:noFill/>
            <a:miter lim="800000"/>
            <a:headEnd/>
            <a:tailEnd/>
          </a:ln>
          <a:effectLst/>
        </p:spPr>
        <p:txBody>
          <a:bodyPr wrap="none" anchor="ctr">
            <a:spAutoFit/>
          </a:bodyPr>
          <a:lstStyle/>
          <a:p>
            <a:endParaRPr lang="en-US"/>
          </a:p>
        </p:txBody>
      </p:sp>
      <p:sp>
        <p:nvSpPr>
          <p:cNvPr id="242697" name="Rectangle 9"/>
          <p:cNvSpPr>
            <a:spLocks noChangeArrowheads="1"/>
          </p:cNvSpPr>
          <p:nvPr/>
        </p:nvSpPr>
        <p:spPr bwMode="auto">
          <a:xfrm>
            <a:off x="0" y="0"/>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42698" name="Object 10"/>
          <p:cNvGraphicFramePr>
            <a:graphicFrameLocks noChangeAspect="1"/>
          </p:cNvGraphicFramePr>
          <p:nvPr/>
        </p:nvGraphicFramePr>
        <p:xfrm>
          <a:off x="7445375" y="4281488"/>
          <a:ext cx="741363" cy="338137"/>
        </p:xfrm>
        <a:graphic>
          <a:graphicData uri="http://schemas.openxmlformats.org/presentationml/2006/ole">
            <mc:AlternateContent xmlns:mc="http://schemas.openxmlformats.org/markup-compatibility/2006">
              <mc:Choice xmlns:v="urn:schemas-microsoft-com:vml" Requires="v">
                <p:oleObj name="Equation" r:id="rId6" imgW="495000" imgH="228600" progId="Equation.3">
                  <p:embed/>
                </p:oleObj>
              </mc:Choice>
              <mc:Fallback>
                <p:oleObj name="Equation" r:id="rId6" imgW="495000" imgH="228600" progId="Equation.3">
                  <p:embed/>
                  <p:pic>
                    <p:nvPicPr>
                      <p:cNvPr id="242698" name="Object 10"/>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445375" y="4281488"/>
                        <a:ext cx="741363" cy="3381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3714" name="Rectangle 2"/>
          <p:cNvSpPr>
            <a:spLocks noGrp="1" noChangeArrowheads="1"/>
          </p:cNvSpPr>
          <p:nvPr>
            <p:ph type="title"/>
          </p:nvPr>
        </p:nvSpPr>
        <p:spPr/>
        <p:txBody>
          <a:bodyPr/>
          <a:lstStyle/>
          <a:p>
            <a:r>
              <a:rPr lang="en-US"/>
              <a:t>Example</a:t>
            </a:r>
          </a:p>
        </p:txBody>
      </p:sp>
      <p:sp>
        <p:nvSpPr>
          <p:cNvPr id="243715" name="Rectangle 3"/>
          <p:cNvSpPr>
            <a:spLocks noGrp="1" noChangeArrowheads="1"/>
          </p:cNvSpPr>
          <p:nvPr>
            <p:ph type="body" idx="1"/>
          </p:nvPr>
        </p:nvSpPr>
        <p:spPr>
          <a:xfrm>
            <a:off x="457200" y="5461000"/>
            <a:ext cx="8229600" cy="665163"/>
          </a:xfrm>
        </p:spPr>
        <p:txBody>
          <a:bodyPr/>
          <a:lstStyle/>
          <a:p>
            <a:pPr>
              <a:lnSpc>
                <a:spcPct val="80000"/>
              </a:lnSpc>
            </a:pPr>
            <a:r>
              <a:rPr lang="en-US" sz="2000"/>
              <a:t>The gray lines are the “envelope” function</a:t>
            </a:r>
          </a:p>
          <a:p>
            <a:pPr lvl="1">
              <a:lnSpc>
                <a:spcPct val="80000"/>
              </a:lnSpc>
            </a:pPr>
            <a:r>
              <a:rPr lang="en-US" sz="1800"/>
              <a:t>They describe how the amplitude changes </a:t>
            </a:r>
          </a:p>
        </p:txBody>
      </p:sp>
      <p:sp>
        <p:nvSpPr>
          <p:cNvPr id="243716" name="Rectangle 4"/>
          <p:cNvSpPr>
            <a:spLocks noChangeArrowheads="1"/>
          </p:cNvSpPr>
          <p:nvPr/>
        </p:nvSpPr>
        <p:spPr bwMode="auto">
          <a:xfrm>
            <a:off x="0" y="0"/>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43717" name="Object 5"/>
          <p:cNvGraphicFramePr>
            <a:graphicFrameLocks noChangeAspect="1"/>
          </p:cNvGraphicFramePr>
          <p:nvPr/>
        </p:nvGraphicFramePr>
        <p:xfrm>
          <a:off x="7194550" y="2784475"/>
          <a:ext cx="750888" cy="887413"/>
        </p:xfrm>
        <a:graphic>
          <a:graphicData uri="http://schemas.openxmlformats.org/presentationml/2006/ole">
            <mc:AlternateContent xmlns:mc="http://schemas.openxmlformats.org/markup-compatibility/2006">
              <mc:Choice xmlns:v="urn:schemas-microsoft-com:vml" Requires="v">
                <p:oleObj name="Equation" r:id="rId2" imgW="749160" imgH="888840" progId="Equation.3">
                  <p:embed/>
                </p:oleObj>
              </mc:Choice>
              <mc:Fallback>
                <p:oleObj name="Equation" r:id="rId2" imgW="749160" imgH="888840" progId="Equation.3">
                  <p:embed/>
                  <p:pic>
                    <p:nvPicPr>
                      <p:cNvPr id="243717"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94550" y="2784475"/>
                        <a:ext cx="750888" cy="8874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3718" name="Object 6"/>
          <p:cNvGraphicFramePr>
            <a:graphicFrameLocks noChangeAspect="1"/>
          </p:cNvGraphicFramePr>
          <p:nvPr/>
        </p:nvGraphicFramePr>
        <p:xfrm>
          <a:off x="6246813" y="5553075"/>
          <a:ext cx="679450" cy="290513"/>
        </p:xfrm>
        <a:graphic>
          <a:graphicData uri="http://schemas.openxmlformats.org/presentationml/2006/ole">
            <mc:AlternateContent xmlns:mc="http://schemas.openxmlformats.org/markup-compatibility/2006">
              <mc:Choice xmlns:v="urn:schemas-microsoft-com:vml" Requires="v">
                <p:oleObj name="Equation" r:id="rId4" imgW="533160" imgH="228600" progId="Equation.3">
                  <p:embed/>
                </p:oleObj>
              </mc:Choice>
              <mc:Fallback>
                <p:oleObj name="Equation" r:id="rId4" imgW="533160" imgH="228600" progId="Equation.3">
                  <p:embed/>
                  <p:pic>
                    <p:nvPicPr>
                      <p:cNvPr id="243718"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46813" y="5553075"/>
                        <a:ext cx="679450" cy="2905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3719" name="Rectangle 7"/>
          <p:cNvSpPr>
            <a:spLocks noChangeArrowheads="1"/>
          </p:cNvSpPr>
          <p:nvPr/>
        </p:nvSpPr>
        <p:spPr bwMode="auto">
          <a:xfrm>
            <a:off x="0" y="2695575"/>
            <a:ext cx="9144000" cy="0"/>
          </a:xfrm>
          <a:prstGeom prst="rect">
            <a:avLst/>
          </a:prstGeom>
          <a:noFill/>
          <a:ln w="9525" algn="ctr">
            <a:noFill/>
            <a:miter lim="800000"/>
            <a:headEnd/>
            <a:tailEnd/>
          </a:ln>
          <a:effectLst/>
        </p:spPr>
        <p:txBody>
          <a:bodyPr wrap="none" anchor="ctr">
            <a:spAutoFit/>
          </a:bodyPr>
          <a:lstStyle/>
          <a:p>
            <a:endParaRPr lang="en-US"/>
          </a:p>
        </p:txBody>
      </p:sp>
      <p:grpSp>
        <p:nvGrpSpPr>
          <p:cNvPr id="2" name="Group 8"/>
          <p:cNvGrpSpPr>
            <a:grpSpLocks/>
          </p:cNvGrpSpPr>
          <p:nvPr/>
        </p:nvGrpSpPr>
        <p:grpSpPr bwMode="auto">
          <a:xfrm>
            <a:off x="615950" y="1466850"/>
            <a:ext cx="5570538" cy="3689350"/>
            <a:chOff x="388" y="924"/>
            <a:chExt cx="3509" cy="2324"/>
          </a:xfrm>
        </p:grpSpPr>
        <p:pic>
          <p:nvPicPr>
            <p:cNvPr id="243721" name="Picture 9"/>
            <p:cNvPicPr>
              <a:picLocks noChangeAspect="1" noChangeArrowheads="1"/>
            </p:cNvPicPr>
            <p:nvPr/>
          </p:nvPicPr>
          <p:blipFill>
            <a:blip r:embed="rId6" cstate="print"/>
            <a:srcRect/>
            <a:stretch>
              <a:fillRect/>
            </a:stretch>
          </p:blipFill>
          <p:spPr bwMode="auto">
            <a:xfrm>
              <a:off x="403" y="924"/>
              <a:ext cx="3494" cy="2324"/>
            </a:xfrm>
            <a:prstGeom prst="rect">
              <a:avLst/>
            </a:prstGeom>
            <a:noFill/>
            <a:ln w="9525">
              <a:noFill/>
              <a:miter lim="800000"/>
              <a:headEnd/>
              <a:tailEnd/>
            </a:ln>
          </p:spPr>
        </p:pic>
        <p:sp>
          <p:nvSpPr>
            <p:cNvPr id="243722" name="Text Box 10"/>
            <p:cNvSpPr txBox="1">
              <a:spLocks noChangeArrowheads="1"/>
            </p:cNvSpPr>
            <p:nvPr/>
          </p:nvSpPr>
          <p:spPr bwMode="auto">
            <a:xfrm>
              <a:off x="3664" y="2225"/>
              <a:ext cx="156" cy="231"/>
            </a:xfrm>
            <a:prstGeom prst="rect">
              <a:avLst/>
            </a:prstGeom>
            <a:solidFill>
              <a:schemeClr val="bg1"/>
            </a:solidFill>
            <a:ln w="9525" algn="ctr">
              <a:noFill/>
              <a:miter lim="800000"/>
              <a:headEnd/>
              <a:tailEnd/>
            </a:ln>
            <a:effectLst/>
          </p:spPr>
          <p:txBody>
            <a:bodyPr wrap="none">
              <a:spAutoFit/>
            </a:bodyPr>
            <a:lstStyle/>
            <a:p>
              <a:pPr algn="ctr"/>
              <a:r>
                <a:rPr lang="en-US"/>
                <a:t>t</a:t>
              </a:r>
            </a:p>
          </p:txBody>
        </p:sp>
        <p:sp>
          <p:nvSpPr>
            <p:cNvPr id="243723" name="Text Box 11"/>
            <p:cNvSpPr txBox="1">
              <a:spLocks noChangeArrowheads="1"/>
            </p:cNvSpPr>
            <p:nvPr/>
          </p:nvSpPr>
          <p:spPr bwMode="auto">
            <a:xfrm>
              <a:off x="388" y="1014"/>
              <a:ext cx="188" cy="231"/>
            </a:xfrm>
            <a:prstGeom prst="rect">
              <a:avLst/>
            </a:prstGeom>
            <a:solidFill>
              <a:schemeClr val="bg1"/>
            </a:solidFill>
            <a:ln w="9525" algn="ctr">
              <a:noFill/>
              <a:miter lim="800000"/>
              <a:headEnd/>
              <a:tailEnd/>
            </a:ln>
            <a:effectLst/>
          </p:spPr>
          <p:txBody>
            <a:bodyPr wrap="none">
              <a:spAutoFit/>
            </a:bodyPr>
            <a:lstStyle/>
            <a:p>
              <a:pPr algn="ctr"/>
              <a:r>
                <a:rPr lang="en-US"/>
                <a:t>x</a:t>
              </a: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738" name="Rectangle 2"/>
          <p:cNvSpPr>
            <a:spLocks noGrp="1" noChangeArrowheads="1"/>
          </p:cNvSpPr>
          <p:nvPr>
            <p:ph type="title"/>
          </p:nvPr>
        </p:nvSpPr>
        <p:spPr/>
        <p:txBody>
          <a:bodyPr/>
          <a:lstStyle/>
          <a:p>
            <a:r>
              <a:rPr lang="en-US"/>
              <a:t>Larger b-value</a:t>
            </a:r>
          </a:p>
        </p:txBody>
      </p:sp>
      <p:graphicFrame>
        <p:nvGraphicFramePr>
          <p:cNvPr id="244740" name="Object 4"/>
          <p:cNvGraphicFramePr>
            <a:graphicFrameLocks noChangeAspect="1"/>
          </p:cNvGraphicFramePr>
          <p:nvPr/>
        </p:nvGraphicFramePr>
        <p:xfrm>
          <a:off x="7394575" y="2840038"/>
          <a:ext cx="671513" cy="887412"/>
        </p:xfrm>
        <a:graphic>
          <a:graphicData uri="http://schemas.openxmlformats.org/presentationml/2006/ole">
            <mc:AlternateContent xmlns:mc="http://schemas.openxmlformats.org/markup-compatibility/2006">
              <mc:Choice xmlns:v="urn:schemas-microsoft-com:vml" Requires="v">
                <p:oleObj name="Equation" r:id="rId2" imgW="672840" imgH="888840" progId="Equation.3">
                  <p:embed/>
                </p:oleObj>
              </mc:Choice>
              <mc:Fallback>
                <p:oleObj name="Equation" r:id="rId2" imgW="672840" imgH="888840" progId="Equation.3">
                  <p:embed/>
                  <p:pic>
                    <p:nvPicPr>
                      <p:cNvPr id="24474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94575" y="2840038"/>
                        <a:ext cx="671513" cy="8874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4741" name="Rectangle 5"/>
          <p:cNvSpPr>
            <a:spLocks noChangeArrowheads="1"/>
          </p:cNvSpPr>
          <p:nvPr/>
        </p:nvSpPr>
        <p:spPr bwMode="auto">
          <a:xfrm>
            <a:off x="0" y="2695575"/>
            <a:ext cx="9144000" cy="0"/>
          </a:xfrm>
          <a:prstGeom prst="rect">
            <a:avLst/>
          </a:prstGeom>
          <a:noFill/>
          <a:ln w="9525" algn="ctr">
            <a:noFill/>
            <a:miter lim="800000"/>
            <a:headEnd/>
            <a:tailEnd/>
          </a:ln>
          <a:effectLst/>
        </p:spPr>
        <p:txBody>
          <a:bodyPr wrap="none" anchor="ctr">
            <a:spAutoFit/>
          </a:bodyPr>
          <a:lstStyle/>
          <a:p>
            <a:endParaRPr lang="en-US"/>
          </a:p>
        </p:txBody>
      </p:sp>
      <p:grpSp>
        <p:nvGrpSpPr>
          <p:cNvPr id="2" name="Group 6"/>
          <p:cNvGrpSpPr>
            <a:grpSpLocks/>
          </p:cNvGrpSpPr>
          <p:nvPr/>
        </p:nvGrpSpPr>
        <p:grpSpPr bwMode="auto">
          <a:xfrm>
            <a:off x="644525" y="1450975"/>
            <a:ext cx="5564188" cy="3695700"/>
            <a:chOff x="406" y="914"/>
            <a:chExt cx="3505" cy="2328"/>
          </a:xfrm>
        </p:grpSpPr>
        <p:pic>
          <p:nvPicPr>
            <p:cNvPr id="244743" name="Picture 7"/>
            <p:cNvPicPr>
              <a:picLocks noChangeAspect="1" noChangeArrowheads="1"/>
            </p:cNvPicPr>
            <p:nvPr/>
          </p:nvPicPr>
          <p:blipFill>
            <a:blip r:embed="rId4" cstate="print"/>
            <a:srcRect/>
            <a:stretch>
              <a:fillRect/>
            </a:stretch>
          </p:blipFill>
          <p:spPr bwMode="auto">
            <a:xfrm>
              <a:off x="411" y="914"/>
              <a:ext cx="3500" cy="2328"/>
            </a:xfrm>
            <a:prstGeom prst="rect">
              <a:avLst/>
            </a:prstGeom>
            <a:noFill/>
            <a:ln w="9525">
              <a:noFill/>
              <a:miter lim="800000"/>
              <a:headEnd/>
              <a:tailEnd/>
            </a:ln>
          </p:spPr>
        </p:pic>
        <p:sp>
          <p:nvSpPr>
            <p:cNvPr id="244744" name="Text Box 8"/>
            <p:cNvSpPr txBox="1">
              <a:spLocks noChangeArrowheads="1"/>
            </p:cNvSpPr>
            <p:nvPr/>
          </p:nvSpPr>
          <p:spPr bwMode="auto">
            <a:xfrm>
              <a:off x="3682" y="2216"/>
              <a:ext cx="156" cy="231"/>
            </a:xfrm>
            <a:prstGeom prst="rect">
              <a:avLst/>
            </a:prstGeom>
            <a:solidFill>
              <a:schemeClr val="bg1"/>
            </a:solidFill>
            <a:ln w="9525" algn="ctr">
              <a:noFill/>
              <a:miter lim="800000"/>
              <a:headEnd/>
              <a:tailEnd/>
            </a:ln>
            <a:effectLst/>
          </p:spPr>
          <p:txBody>
            <a:bodyPr wrap="none">
              <a:spAutoFit/>
            </a:bodyPr>
            <a:lstStyle/>
            <a:p>
              <a:pPr algn="ctr"/>
              <a:r>
                <a:rPr lang="en-US"/>
                <a:t>t</a:t>
              </a:r>
            </a:p>
          </p:txBody>
        </p:sp>
        <p:sp>
          <p:nvSpPr>
            <p:cNvPr id="244745" name="Text Box 9"/>
            <p:cNvSpPr txBox="1">
              <a:spLocks noChangeArrowheads="1"/>
            </p:cNvSpPr>
            <p:nvPr/>
          </p:nvSpPr>
          <p:spPr bwMode="auto">
            <a:xfrm>
              <a:off x="406" y="1005"/>
              <a:ext cx="188" cy="231"/>
            </a:xfrm>
            <a:prstGeom prst="rect">
              <a:avLst/>
            </a:prstGeom>
            <a:solidFill>
              <a:schemeClr val="bg1"/>
            </a:solidFill>
            <a:ln w="9525" algn="ctr">
              <a:noFill/>
              <a:miter lim="800000"/>
              <a:headEnd/>
              <a:tailEnd/>
            </a:ln>
            <a:effectLst/>
          </p:spPr>
          <p:txBody>
            <a:bodyPr wrap="none">
              <a:spAutoFit/>
            </a:bodyPr>
            <a:lstStyle/>
            <a:p>
              <a:pPr algn="ctr"/>
              <a:r>
                <a:rPr lang="en-US"/>
                <a:t>x</a:t>
              </a: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a:grpSpLocks/>
          </p:cNvGrpSpPr>
          <p:nvPr/>
        </p:nvGrpSpPr>
        <p:grpSpPr bwMode="auto">
          <a:xfrm>
            <a:off x="915988" y="1379538"/>
            <a:ext cx="5580062" cy="3627437"/>
            <a:chOff x="577" y="869"/>
            <a:chExt cx="3515" cy="2285"/>
          </a:xfrm>
        </p:grpSpPr>
        <p:pic>
          <p:nvPicPr>
            <p:cNvPr id="245763" name="Picture 3"/>
            <p:cNvPicPr>
              <a:picLocks noChangeAspect="1" noChangeArrowheads="1"/>
            </p:cNvPicPr>
            <p:nvPr/>
          </p:nvPicPr>
          <p:blipFill>
            <a:blip r:embed="rId2" cstate="print"/>
            <a:srcRect/>
            <a:stretch>
              <a:fillRect/>
            </a:stretch>
          </p:blipFill>
          <p:spPr bwMode="auto">
            <a:xfrm>
              <a:off x="603" y="869"/>
              <a:ext cx="3489" cy="2285"/>
            </a:xfrm>
            <a:prstGeom prst="rect">
              <a:avLst/>
            </a:prstGeom>
            <a:noFill/>
            <a:ln w="9525">
              <a:noFill/>
              <a:miter lim="800000"/>
              <a:headEnd/>
              <a:tailEnd/>
            </a:ln>
          </p:spPr>
        </p:pic>
        <p:sp>
          <p:nvSpPr>
            <p:cNvPr id="245764" name="Text Box 4"/>
            <p:cNvSpPr txBox="1">
              <a:spLocks noChangeArrowheads="1"/>
            </p:cNvSpPr>
            <p:nvPr/>
          </p:nvSpPr>
          <p:spPr bwMode="auto">
            <a:xfrm>
              <a:off x="3853" y="2144"/>
              <a:ext cx="156" cy="231"/>
            </a:xfrm>
            <a:prstGeom prst="rect">
              <a:avLst/>
            </a:prstGeom>
            <a:solidFill>
              <a:schemeClr val="bg1"/>
            </a:solidFill>
            <a:ln w="9525" algn="ctr">
              <a:noFill/>
              <a:miter lim="800000"/>
              <a:headEnd/>
              <a:tailEnd/>
            </a:ln>
            <a:effectLst/>
          </p:spPr>
          <p:txBody>
            <a:bodyPr wrap="none">
              <a:spAutoFit/>
            </a:bodyPr>
            <a:lstStyle/>
            <a:p>
              <a:pPr algn="ctr"/>
              <a:r>
                <a:rPr lang="en-US"/>
                <a:t>t</a:t>
              </a:r>
            </a:p>
          </p:txBody>
        </p:sp>
        <p:sp>
          <p:nvSpPr>
            <p:cNvPr id="245765" name="Text Box 5"/>
            <p:cNvSpPr txBox="1">
              <a:spLocks noChangeArrowheads="1"/>
            </p:cNvSpPr>
            <p:nvPr/>
          </p:nvSpPr>
          <p:spPr bwMode="auto">
            <a:xfrm>
              <a:off x="577" y="933"/>
              <a:ext cx="188" cy="231"/>
            </a:xfrm>
            <a:prstGeom prst="rect">
              <a:avLst/>
            </a:prstGeom>
            <a:solidFill>
              <a:schemeClr val="bg1"/>
            </a:solidFill>
            <a:ln w="9525" algn="ctr">
              <a:noFill/>
              <a:miter lim="800000"/>
              <a:headEnd/>
              <a:tailEnd/>
            </a:ln>
            <a:effectLst/>
          </p:spPr>
          <p:txBody>
            <a:bodyPr wrap="none">
              <a:spAutoFit/>
            </a:bodyPr>
            <a:lstStyle/>
            <a:p>
              <a:pPr algn="ctr"/>
              <a:r>
                <a:rPr lang="en-US"/>
                <a:t>x</a:t>
              </a:r>
            </a:p>
          </p:txBody>
        </p:sp>
      </p:grpSp>
      <p:sp>
        <p:nvSpPr>
          <p:cNvPr id="245766" name="Rectangle 6"/>
          <p:cNvSpPr>
            <a:spLocks noGrp="1" noChangeArrowheads="1"/>
          </p:cNvSpPr>
          <p:nvPr>
            <p:ph type="title"/>
          </p:nvPr>
        </p:nvSpPr>
        <p:spPr/>
        <p:txBody>
          <a:bodyPr/>
          <a:lstStyle/>
          <a:p>
            <a:r>
              <a:rPr lang="en-US"/>
              <a:t>Even Larger b-value</a:t>
            </a:r>
          </a:p>
        </p:txBody>
      </p:sp>
      <p:sp>
        <p:nvSpPr>
          <p:cNvPr id="245767" name="Rectangle 7"/>
          <p:cNvSpPr>
            <a:spLocks noGrp="1" noChangeArrowheads="1"/>
          </p:cNvSpPr>
          <p:nvPr>
            <p:ph type="body" idx="1"/>
          </p:nvPr>
        </p:nvSpPr>
        <p:spPr>
          <a:xfrm>
            <a:off x="2982913" y="5127625"/>
            <a:ext cx="5703887" cy="998538"/>
          </a:xfrm>
        </p:spPr>
        <p:txBody>
          <a:bodyPr/>
          <a:lstStyle/>
          <a:p>
            <a:pPr>
              <a:lnSpc>
                <a:spcPct val="80000"/>
              </a:lnSpc>
            </a:pPr>
            <a:r>
              <a:rPr lang="en-US" sz="2000"/>
              <a:t>Oscillation has stopped, </a:t>
            </a:r>
          </a:p>
          <a:p>
            <a:pPr>
              <a:lnSpc>
                <a:spcPct val="80000"/>
              </a:lnSpc>
            </a:pPr>
            <a:r>
              <a:rPr lang="en-US" sz="2000"/>
              <a:t>Only the exponential decay is observed. </a:t>
            </a:r>
          </a:p>
          <a:p>
            <a:pPr>
              <a:lnSpc>
                <a:spcPct val="80000"/>
              </a:lnSpc>
            </a:pPr>
            <a:r>
              <a:rPr lang="en-US" sz="2000"/>
              <a:t>we are critically damped</a:t>
            </a:r>
          </a:p>
        </p:txBody>
      </p:sp>
      <p:graphicFrame>
        <p:nvGraphicFramePr>
          <p:cNvPr id="245768" name="Object 8"/>
          <p:cNvGraphicFramePr>
            <a:graphicFrameLocks noChangeAspect="1"/>
          </p:cNvGraphicFramePr>
          <p:nvPr/>
        </p:nvGraphicFramePr>
        <p:xfrm>
          <a:off x="7339013" y="2882900"/>
          <a:ext cx="584200" cy="887413"/>
        </p:xfrm>
        <a:graphic>
          <a:graphicData uri="http://schemas.openxmlformats.org/presentationml/2006/ole">
            <mc:AlternateContent xmlns:mc="http://schemas.openxmlformats.org/markup-compatibility/2006">
              <mc:Choice xmlns:v="urn:schemas-microsoft-com:vml" Requires="v">
                <p:oleObj name="Equation" r:id="rId3" imgW="583920" imgH="888840" progId="Equation.3">
                  <p:embed/>
                </p:oleObj>
              </mc:Choice>
              <mc:Fallback>
                <p:oleObj name="Equation" r:id="rId3" imgW="583920" imgH="888840" progId="Equation.3">
                  <p:embed/>
                  <p:pic>
                    <p:nvPicPr>
                      <p:cNvPr id="245768" name="Object 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39013" y="2882900"/>
                        <a:ext cx="584200" cy="8874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5769" name="Text Box 9"/>
          <p:cNvSpPr txBox="1">
            <a:spLocks noChangeArrowheads="1"/>
          </p:cNvSpPr>
          <p:nvPr/>
        </p:nvSpPr>
        <p:spPr bwMode="auto">
          <a:xfrm>
            <a:off x="3254375" y="3521075"/>
            <a:ext cx="2228850" cy="366713"/>
          </a:xfrm>
          <a:prstGeom prst="rect">
            <a:avLst/>
          </a:prstGeom>
          <a:noFill/>
          <a:ln w="9525" algn="ctr">
            <a:noFill/>
            <a:miter lim="800000"/>
            <a:headEnd/>
            <a:tailEnd/>
          </a:ln>
          <a:effectLst/>
        </p:spPr>
        <p:txBody>
          <a:bodyPr wrap="none">
            <a:spAutoFit/>
          </a:bodyPr>
          <a:lstStyle/>
          <a:p>
            <a:pPr algn="ctr"/>
            <a:r>
              <a:rPr lang="en-US"/>
              <a:t>Note Scale Change!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6786" name="Rectangle 2"/>
          <p:cNvSpPr>
            <a:spLocks noGrp="1" noChangeArrowheads="1"/>
          </p:cNvSpPr>
          <p:nvPr>
            <p:ph type="title"/>
          </p:nvPr>
        </p:nvSpPr>
        <p:spPr/>
        <p:txBody>
          <a:bodyPr/>
          <a:lstStyle/>
          <a:p>
            <a:r>
              <a:rPr lang="en-US"/>
              <a:t>Critical Damping</a:t>
            </a:r>
          </a:p>
        </p:txBody>
      </p:sp>
      <p:sp>
        <p:nvSpPr>
          <p:cNvPr id="246787" name="Rectangle 3"/>
          <p:cNvSpPr>
            <a:spLocks noGrp="1" noChangeArrowheads="1"/>
          </p:cNvSpPr>
          <p:nvPr>
            <p:ph type="body" idx="1"/>
          </p:nvPr>
        </p:nvSpPr>
        <p:spPr>
          <a:xfrm>
            <a:off x="457200" y="1257300"/>
            <a:ext cx="8229600" cy="4525963"/>
          </a:xfrm>
        </p:spPr>
        <p:txBody>
          <a:bodyPr>
            <a:normAutofit fontScale="92500" lnSpcReduction="10000"/>
          </a:bodyPr>
          <a:lstStyle/>
          <a:p>
            <a:r>
              <a:rPr lang="en-US" sz="2400" dirty="0"/>
              <a:t>Condition for critical damping</a:t>
            </a:r>
          </a:p>
          <a:p>
            <a:endParaRPr lang="en-US" sz="2400" dirty="0"/>
          </a:p>
          <a:p>
            <a:r>
              <a:rPr lang="en-US" sz="2400" dirty="0"/>
              <a:t>Then</a:t>
            </a:r>
          </a:p>
          <a:p>
            <a:endParaRPr lang="en-US" sz="2400" dirty="0"/>
          </a:p>
          <a:p>
            <a:r>
              <a:rPr lang="en-US" sz="2400" dirty="0"/>
              <a:t>Where                    is the </a:t>
            </a:r>
            <a:r>
              <a:rPr lang="en-US" sz="2400" i="1" dirty="0"/>
              <a:t>natural frequency</a:t>
            </a:r>
            <a:r>
              <a:rPr lang="en-US" sz="2400" dirty="0"/>
              <a:t> of the system </a:t>
            </a:r>
          </a:p>
          <a:p>
            <a:endParaRPr lang="en-US" sz="2400" dirty="0"/>
          </a:p>
          <a:p>
            <a:r>
              <a:rPr lang="en-US" sz="2400" dirty="0"/>
              <a:t>We define</a:t>
            </a:r>
          </a:p>
          <a:p>
            <a:endParaRPr lang="en-US" sz="2400" dirty="0"/>
          </a:p>
          <a:p>
            <a:r>
              <a:rPr lang="en-US" sz="2400" dirty="0"/>
              <a:t>Remark </a:t>
            </a:r>
            <a:r>
              <a:rPr lang="en-US" sz="2400" i="1" dirty="0"/>
              <a:t>When            the solution in equation (damped solution) is not valid! </a:t>
            </a:r>
          </a:p>
          <a:p>
            <a:pPr lvl="1"/>
            <a:r>
              <a:rPr lang="en-US" sz="2000" i="1" dirty="0"/>
              <a:t>You will find out more about this situation in your advanced mechanics classes.</a:t>
            </a:r>
            <a:endParaRPr lang="en-US" sz="2000" dirty="0"/>
          </a:p>
        </p:txBody>
      </p:sp>
      <p:sp>
        <p:nvSpPr>
          <p:cNvPr id="246788" name="Rectangle 4"/>
          <p:cNvSpPr>
            <a:spLocks noChangeArrowheads="1"/>
          </p:cNvSpPr>
          <p:nvPr/>
        </p:nvSpPr>
        <p:spPr bwMode="auto">
          <a:xfrm>
            <a:off x="0" y="2838450"/>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46789" name="Object 5"/>
          <p:cNvGraphicFramePr>
            <a:graphicFrameLocks noChangeAspect="1"/>
          </p:cNvGraphicFramePr>
          <p:nvPr/>
        </p:nvGraphicFramePr>
        <p:xfrm>
          <a:off x="4495800" y="1219200"/>
          <a:ext cx="1296987" cy="592137"/>
        </p:xfrm>
        <a:graphic>
          <a:graphicData uri="http://schemas.openxmlformats.org/presentationml/2006/ole">
            <mc:AlternateContent xmlns:mc="http://schemas.openxmlformats.org/markup-compatibility/2006">
              <mc:Choice xmlns:v="urn:schemas-microsoft-com:vml" Requires="v">
                <p:oleObj name="Equation" r:id="rId2" imgW="977760" imgH="444240" progId="Equation.3">
                  <p:embed/>
                </p:oleObj>
              </mc:Choice>
              <mc:Fallback>
                <p:oleObj name="Equation" r:id="rId2" imgW="977760" imgH="444240" progId="Equation.3">
                  <p:embed/>
                  <p:pic>
                    <p:nvPicPr>
                      <p:cNvPr id="246789"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95800" y="1219200"/>
                        <a:ext cx="1296987" cy="5921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6790" name="Rectangle 6"/>
          <p:cNvSpPr>
            <a:spLocks noChangeArrowheads="1"/>
          </p:cNvSpPr>
          <p:nvPr/>
        </p:nvSpPr>
        <p:spPr bwMode="auto">
          <a:xfrm>
            <a:off x="0" y="0"/>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46791" name="Object 7"/>
          <p:cNvGraphicFramePr>
            <a:graphicFrameLocks noChangeAspect="1"/>
          </p:cNvGraphicFramePr>
          <p:nvPr/>
        </p:nvGraphicFramePr>
        <p:xfrm>
          <a:off x="1752600" y="1752600"/>
          <a:ext cx="1841500" cy="682625"/>
        </p:xfrm>
        <a:graphic>
          <a:graphicData uri="http://schemas.openxmlformats.org/presentationml/2006/ole">
            <mc:AlternateContent xmlns:mc="http://schemas.openxmlformats.org/markup-compatibility/2006">
              <mc:Choice xmlns:v="urn:schemas-microsoft-com:vml" Requires="v">
                <p:oleObj name="Equation" r:id="rId4" imgW="1358900" imgH="508000" progId="Equation.3">
                  <p:embed/>
                </p:oleObj>
              </mc:Choice>
              <mc:Fallback>
                <p:oleObj name="Equation" r:id="rId4" imgW="1358900" imgH="508000" progId="Equation.3">
                  <p:embed/>
                  <p:pic>
                    <p:nvPicPr>
                      <p:cNvPr id="246791"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52600" y="1752600"/>
                        <a:ext cx="1841500" cy="6826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6792" name="Rectangle 8"/>
          <p:cNvSpPr>
            <a:spLocks noChangeArrowheads="1"/>
          </p:cNvSpPr>
          <p:nvPr/>
        </p:nvSpPr>
        <p:spPr bwMode="auto">
          <a:xfrm>
            <a:off x="0" y="2838450"/>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46793" name="Object 9"/>
          <p:cNvGraphicFramePr>
            <a:graphicFrameLocks noChangeAspect="1"/>
          </p:cNvGraphicFramePr>
          <p:nvPr/>
        </p:nvGraphicFramePr>
        <p:xfrm>
          <a:off x="1828800" y="2590800"/>
          <a:ext cx="844550" cy="615950"/>
        </p:xfrm>
        <a:graphic>
          <a:graphicData uri="http://schemas.openxmlformats.org/presentationml/2006/ole">
            <mc:AlternateContent xmlns:mc="http://schemas.openxmlformats.org/markup-compatibility/2006">
              <mc:Choice xmlns:v="urn:schemas-microsoft-com:vml" Requires="v">
                <p:oleObj name="Equation" r:id="rId6" imgW="609480" imgH="444240" progId="Equation.3">
                  <p:embed/>
                </p:oleObj>
              </mc:Choice>
              <mc:Fallback>
                <p:oleObj name="Equation" r:id="rId6" imgW="609480" imgH="444240" progId="Equation.3">
                  <p:embed/>
                  <p:pic>
                    <p:nvPicPr>
                      <p:cNvPr id="246793" name="Object 9"/>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828800" y="2590800"/>
                        <a:ext cx="844550" cy="6159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6794" name="Rectangle 10"/>
          <p:cNvSpPr>
            <a:spLocks noChangeArrowheads="1"/>
          </p:cNvSpPr>
          <p:nvPr/>
        </p:nvSpPr>
        <p:spPr bwMode="auto">
          <a:xfrm>
            <a:off x="0" y="2905125"/>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46795" name="Object 11"/>
          <p:cNvGraphicFramePr>
            <a:graphicFrameLocks noChangeAspect="1"/>
          </p:cNvGraphicFramePr>
          <p:nvPr/>
        </p:nvGraphicFramePr>
        <p:xfrm>
          <a:off x="2286000" y="3429000"/>
          <a:ext cx="1243012" cy="423862"/>
        </p:xfrm>
        <a:graphic>
          <a:graphicData uri="http://schemas.openxmlformats.org/presentationml/2006/ole">
            <mc:AlternateContent xmlns:mc="http://schemas.openxmlformats.org/markup-compatibility/2006">
              <mc:Choice xmlns:v="urn:schemas-microsoft-com:vml" Requires="v">
                <p:oleObj name="Equation" r:id="rId8" imgW="672840" imgH="228600" progId="Equation.3">
                  <p:embed/>
                </p:oleObj>
              </mc:Choice>
              <mc:Fallback>
                <p:oleObj name="Equation" r:id="rId8" imgW="672840" imgH="228600" progId="Equation.3">
                  <p:embed/>
                  <p:pic>
                    <p:nvPicPr>
                      <p:cNvPr id="246795" name="Object 11"/>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286000" y="3429000"/>
                        <a:ext cx="1243012" cy="4238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6796" name="Rectangle 12"/>
          <p:cNvSpPr>
            <a:spLocks noChangeArrowheads="1"/>
          </p:cNvSpPr>
          <p:nvPr/>
        </p:nvSpPr>
        <p:spPr bwMode="auto">
          <a:xfrm>
            <a:off x="0" y="2947988"/>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46797" name="Object 13"/>
          <p:cNvGraphicFramePr>
            <a:graphicFrameLocks noChangeAspect="1"/>
          </p:cNvGraphicFramePr>
          <p:nvPr/>
        </p:nvGraphicFramePr>
        <p:xfrm>
          <a:off x="2514600" y="4267200"/>
          <a:ext cx="652462" cy="309884"/>
        </p:xfrm>
        <a:graphic>
          <a:graphicData uri="http://schemas.openxmlformats.org/presentationml/2006/ole">
            <mc:AlternateContent xmlns:mc="http://schemas.openxmlformats.org/markup-compatibility/2006">
              <mc:Choice xmlns:v="urn:schemas-microsoft-com:vml" Requires="v">
                <p:oleObj name="Equation" r:id="rId10" imgW="482400" imgH="228600" progId="Equation.3">
                  <p:embed/>
                </p:oleObj>
              </mc:Choice>
              <mc:Fallback>
                <p:oleObj name="Equation" r:id="rId10" imgW="482400" imgH="228600" progId="Equation.3">
                  <p:embed/>
                  <p:pic>
                    <p:nvPicPr>
                      <p:cNvPr id="246797" name="Object 13"/>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514600" y="4267200"/>
                        <a:ext cx="652462" cy="309884"/>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906" name="Rectangle 2"/>
          <p:cNvSpPr>
            <a:spLocks noGrp="1" noChangeArrowheads="1"/>
          </p:cNvSpPr>
          <p:nvPr>
            <p:ph type="title"/>
          </p:nvPr>
        </p:nvSpPr>
        <p:spPr/>
        <p:txBody>
          <a:bodyPr/>
          <a:lstStyle/>
          <a:p>
            <a:r>
              <a:rPr lang="en-US"/>
              <a:t>Driving Force</a:t>
            </a:r>
          </a:p>
        </p:txBody>
      </p:sp>
      <p:sp>
        <p:nvSpPr>
          <p:cNvPr id="251907" name="Rectangle 3"/>
          <p:cNvSpPr>
            <a:spLocks noGrp="1" noChangeArrowheads="1"/>
          </p:cNvSpPr>
          <p:nvPr>
            <p:ph type="body" idx="1"/>
          </p:nvPr>
        </p:nvSpPr>
        <p:spPr/>
        <p:txBody>
          <a:bodyPr/>
          <a:lstStyle/>
          <a:p>
            <a:r>
              <a:rPr lang="en-US" sz="2000"/>
              <a:t>Last section we added a force              that killed our oscillation</a:t>
            </a:r>
          </a:p>
          <a:p>
            <a:endParaRPr lang="en-US" sz="2000"/>
          </a:p>
          <a:p>
            <a:r>
              <a:rPr lang="en-US" sz="2000"/>
              <a:t>Suppose we want to keep it going</a:t>
            </a:r>
          </a:p>
          <a:p>
            <a:endParaRPr lang="en-US" sz="2000"/>
          </a:p>
          <a:p>
            <a:r>
              <a:rPr lang="en-US" sz="2000"/>
              <a:t>Add a force </a:t>
            </a:r>
          </a:p>
          <a:p>
            <a:endParaRPr lang="en-US" sz="2000"/>
          </a:p>
          <a:p>
            <a:pPr>
              <a:buFontTx/>
              <a:buNone/>
            </a:pPr>
            <a:r>
              <a:rPr lang="en-US" sz="2000"/>
              <a:t>     where F</a:t>
            </a:r>
            <a:r>
              <a:rPr lang="en-US" sz="2000" baseline="-25000"/>
              <a:t>o</a:t>
            </a:r>
            <a:r>
              <a:rPr lang="en-US" sz="2000"/>
              <a:t> is a constant and where </a:t>
            </a:r>
            <a:r>
              <a:rPr lang="en-US" sz="2000">
                <a:sym typeface="Symbol" pitchFamily="18" charset="2"/>
              </a:rPr>
              <a:t></a:t>
            </a:r>
            <a:r>
              <a:rPr lang="en-US" sz="2000" baseline="-25000"/>
              <a:t>f</a:t>
            </a:r>
            <a:r>
              <a:rPr lang="en-US" sz="2000"/>
              <a:t> is the angular frequency of the driving force</a:t>
            </a:r>
          </a:p>
          <a:p>
            <a:pPr>
              <a:buFontTx/>
              <a:buNone/>
            </a:pPr>
            <a:endParaRPr lang="en-US" sz="2000"/>
          </a:p>
          <a:p>
            <a:pPr>
              <a:buFontTx/>
              <a:buNone/>
            </a:pPr>
            <a:endParaRPr lang="en-US" sz="2000"/>
          </a:p>
          <a:p>
            <a:pPr>
              <a:buFontTx/>
              <a:buNone/>
            </a:pPr>
            <a:endParaRPr lang="en-US" sz="2000"/>
          </a:p>
          <a:p>
            <a:r>
              <a:rPr lang="en-US" sz="2000"/>
              <a:t>This one is very hard to solve</a:t>
            </a:r>
          </a:p>
        </p:txBody>
      </p:sp>
      <p:sp>
        <p:nvSpPr>
          <p:cNvPr id="251908" name="Rectangle 4"/>
          <p:cNvSpPr>
            <a:spLocks noChangeArrowheads="1"/>
          </p:cNvSpPr>
          <p:nvPr/>
        </p:nvSpPr>
        <p:spPr bwMode="auto">
          <a:xfrm>
            <a:off x="0" y="0"/>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51909" name="Object 5"/>
          <p:cNvGraphicFramePr>
            <a:graphicFrameLocks noChangeAspect="1"/>
          </p:cNvGraphicFramePr>
          <p:nvPr/>
        </p:nvGraphicFramePr>
        <p:xfrm>
          <a:off x="4465638" y="1676400"/>
          <a:ext cx="596900" cy="230188"/>
        </p:xfrm>
        <a:graphic>
          <a:graphicData uri="http://schemas.openxmlformats.org/presentationml/2006/ole">
            <mc:AlternateContent xmlns:mc="http://schemas.openxmlformats.org/markup-compatibility/2006">
              <mc:Choice xmlns:v="urn:schemas-microsoft-com:vml" Requires="v">
                <p:oleObj name="Equation" r:id="rId2" imgW="596880" imgH="228600" progId="Equation.3">
                  <p:embed/>
                </p:oleObj>
              </mc:Choice>
              <mc:Fallback>
                <p:oleObj name="Equation" r:id="rId2" imgW="596880" imgH="228600" progId="Equation.3">
                  <p:embed/>
                  <p:pic>
                    <p:nvPicPr>
                      <p:cNvPr id="251909"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65638" y="1676400"/>
                        <a:ext cx="596900" cy="2301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51910" name="Rectangle 6"/>
          <p:cNvSpPr>
            <a:spLocks noChangeArrowheads="1"/>
          </p:cNvSpPr>
          <p:nvPr/>
        </p:nvSpPr>
        <p:spPr bwMode="auto">
          <a:xfrm>
            <a:off x="0" y="0"/>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51911" name="Object 7"/>
          <p:cNvGraphicFramePr>
            <a:graphicFrameLocks noChangeAspect="1"/>
          </p:cNvGraphicFramePr>
          <p:nvPr/>
        </p:nvGraphicFramePr>
        <p:xfrm>
          <a:off x="3313113" y="3040063"/>
          <a:ext cx="1774825" cy="388937"/>
        </p:xfrm>
        <a:graphic>
          <a:graphicData uri="http://schemas.openxmlformats.org/presentationml/2006/ole">
            <mc:AlternateContent xmlns:mc="http://schemas.openxmlformats.org/markup-compatibility/2006">
              <mc:Choice xmlns:v="urn:schemas-microsoft-com:vml" Requires="v">
                <p:oleObj name="Equation" r:id="rId4" imgW="1104840" imgH="241200" progId="Equation.3">
                  <p:embed/>
                </p:oleObj>
              </mc:Choice>
              <mc:Fallback>
                <p:oleObj name="Equation" r:id="rId4" imgW="1104840" imgH="241200" progId="Equation.3">
                  <p:embed/>
                  <p:pic>
                    <p:nvPicPr>
                      <p:cNvPr id="251911"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13113" y="3040063"/>
                        <a:ext cx="1774825" cy="3889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1912" name="Object 8"/>
          <p:cNvGraphicFramePr>
            <a:graphicFrameLocks noChangeAspect="1"/>
          </p:cNvGraphicFramePr>
          <p:nvPr/>
        </p:nvGraphicFramePr>
        <p:xfrm>
          <a:off x="2836863" y="4692650"/>
          <a:ext cx="3757612" cy="457200"/>
        </p:xfrm>
        <a:graphic>
          <a:graphicData uri="http://schemas.openxmlformats.org/presentationml/2006/ole">
            <mc:AlternateContent xmlns:mc="http://schemas.openxmlformats.org/markup-compatibility/2006">
              <mc:Choice xmlns:v="urn:schemas-microsoft-com:vml" Requires="v">
                <p:oleObj name="Equation" r:id="rId6" imgW="1993680" imgH="241200" progId="Equation.3">
                  <p:embed/>
                </p:oleObj>
              </mc:Choice>
              <mc:Fallback>
                <p:oleObj name="Equation" r:id="rId6" imgW="1993680" imgH="241200" progId="Equation.3">
                  <p:embed/>
                  <p:pic>
                    <p:nvPicPr>
                      <p:cNvPr id="251912" name="Object 8"/>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836863" y="4692650"/>
                        <a:ext cx="3757612" cy="457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Date Placeholder 3"/>
          <p:cNvSpPr>
            <a:spLocks noGrp="1"/>
          </p:cNvSpPr>
          <p:nvPr>
            <p:ph type="dt" sz="half" idx="10"/>
          </p:nvPr>
        </p:nvSpPr>
        <p:spPr/>
        <p:txBody>
          <a:bodyPr/>
          <a:lstStyle/>
          <a:p>
            <a:r>
              <a:rPr lang="en-US"/>
              <a:t>Winter 2007</a:t>
            </a:r>
          </a:p>
        </p:txBody>
      </p:sp>
      <p:sp>
        <p:nvSpPr>
          <p:cNvPr id="13" name="Footer Placeholder 4"/>
          <p:cNvSpPr>
            <a:spLocks noGrp="1"/>
          </p:cNvSpPr>
          <p:nvPr>
            <p:ph type="ftr" sz="quarter" idx="11"/>
          </p:nvPr>
        </p:nvSpPr>
        <p:spPr/>
        <p:txBody>
          <a:bodyPr/>
          <a:lstStyle/>
          <a:p>
            <a:r>
              <a:rPr lang="en-US"/>
              <a:t>R. Todd Lines</a:t>
            </a:r>
          </a:p>
        </p:txBody>
      </p:sp>
      <p:sp>
        <p:nvSpPr>
          <p:cNvPr id="14" name="Slide Number Placeholder 5"/>
          <p:cNvSpPr>
            <a:spLocks noGrp="1"/>
          </p:cNvSpPr>
          <p:nvPr>
            <p:ph type="sldNum" sz="quarter" idx="12"/>
          </p:nvPr>
        </p:nvSpPr>
        <p:spPr/>
        <p:txBody>
          <a:bodyPr/>
          <a:lstStyle/>
          <a:p>
            <a:fld id="{B0FB68B3-F190-43EA-A854-8ED9E672963E}" type="slidenum">
              <a:rPr lang="en-US"/>
              <a:pPr/>
              <a:t>24</a:t>
            </a:fld>
            <a:endParaRPr lang="en-US"/>
          </a:p>
        </p:txBody>
      </p:sp>
      <p:sp>
        <p:nvSpPr>
          <p:cNvPr id="252930" name="Rectangle 2"/>
          <p:cNvSpPr>
            <a:spLocks noGrp="1" noChangeArrowheads="1"/>
          </p:cNvSpPr>
          <p:nvPr>
            <p:ph type="title"/>
          </p:nvPr>
        </p:nvSpPr>
        <p:spPr/>
        <p:txBody>
          <a:bodyPr/>
          <a:lstStyle/>
          <a:p>
            <a:r>
              <a:rPr lang="en-US"/>
              <a:t>Steady State</a:t>
            </a:r>
          </a:p>
        </p:txBody>
      </p:sp>
      <p:sp>
        <p:nvSpPr>
          <p:cNvPr id="252931" name="Rectangle 3"/>
          <p:cNvSpPr>
            <a:spLocks noGrp="1" noChangeArrowheads="1"/>
          </p:cNvSpPr>
          <p:nvPr>
            <p:ph type="body" idx="1"/>
          </p:nvPr>
        </p:nvSpPr>
        <p:spPr/>
        <p:txBody>
          <a:bodyPr/>
          <a:lstStyle/>
          <a:p>
            <a:r>
              <a:rPr lang="en-US" sz="2000"/>
              <a:t>Let’s assume that we add in enough energy with the driving force that we make up for the energy lost in the damping force</a:t>
            </a:r>
          </a:p>
          <a:p>
            <a:endParaRPr lang="en-US" sz="2000"/>
          </a:p>
          <a:p>
            <a:r>
              <a:rPr lang="en-US" sz="2000"/>
              <a:t>Then the solution is</a:t>
            </a:r>
          </a:p>
          <a:p>
            <a:endParaRPr lang="en-US" sz="2000"/>
          </a:p>
          <a:p>
            <a:endParaRPr lang="en-US" sz="2000"/>
          </a:p>
          <a:p>
            <a:r>
              <a:rPr lang="en-US" sz="2000"/>
              <a:t>EXCEPT</a:t>
            </a:r>
          </a:p>
          <a:p>
            <a:endParaRPr lang="en-US" sz="2000"/>
          </a:p>
          <a:p>
            <a:endParaRPr lang="en-US" sz="2000"/>
          </a:p>
          <a:p>
            <a:endParaRPr lang="en-US" sz="2000"/>
          </a:p>
          <a:p>
            <a:endParaRPr lang="en-US" sz="2000"/>
          </a:p>
          <a:p>
            <a:r>
              <a:rPr lang="en-US" sz="2000"/>
              <a:t>We will drop the subscript </a:t>
            </a:r>
            <a:r>
              <a:rPr lang="en-US" sz="2000" i="1"/>
              <a:t>f</a:t>
            </a:r>
            <a:r>
              <a:rPr lang="en-US" sz="2000"/>
              <a:t> for convenience</a:t>
            </a:r>
          </a:p>
        </p:txBody>
      </p:sp>
      <p:sp>
        <p:nvSpPr>
          <p:cNvPr id="252932" name="Rectangle 4"/>
          <p:cNvSpPr>
            <a:spLocks noChangeArrowheads="1"/>
          </p:cNvSpPr>
          <p:nvPr/>
        </p:nvSpPr>
        <p:spPr bwMode="auto">
          <a:xfrm>
            <a:off x="0" y="0"/>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52933" name="Object 5"/>
          <p:cNvGraphicFramePr>
            <a:graphicFrameLocks noChangeAspect="1"/>
          </p:cNvGraphicFramePr>
          <p:nvPr/>
        </p:nvGraphicFramePr>
        <p:xfrm>
          <a:off x="3300413" y="3124200"/>
          <a:ext cx="1916112" cy="368300"/>
        </p:xfrm>
        <a:graphic>
          <a:graphicData uri="http://schemas.openxmlformats.org/presentationml/2006/ole">
            <mc:AlternateContent xmlns:mc="http://schemas.openxmlformats.org/markup-compatibility/2006">
              <mc:Choice xmlns:v="urn:schemas-microsoft-com:vml" Requires="v">
                <p:oleObj name="Equation" r:id="rId2" imgW="1257120" imgH="241200" progId="Equation.3">
                  <p:embed/>
                </p:oleObj>
              </mc:Choice>
              <mc:Fallback>
                <p:oleObj name="Equation" r:id="rId2" imgW="1257120" imgH="241200" progId="Equation.3">
                  <p:embed/>
                  <p:pic>
                    <p:nvPicPr>
                      <p:cNvPr id="252933"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00413" y="3124200"/>
                        <a:ext cx="1916112" cy="3683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52934" name="Rectangle 6"/>
          <p:cNvSpPr>
            <a:spLocks noChangeArrowheads="1"/>
          </p:cNvSpPr>
          <p:nvPr/>
        </p:nvSpPr>
        <p:spPr bwMode="auto">
          <a:xfrm>
            <a:off x="0" y="3038475"/>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52935" name="Object 7"/>
          <p:cNvGraphicFramePr>
            <a:graphicFrameLocks noChangeAspect="1"/>
          </p:cNvGraphicFramePr>
          <p:nvPr/>
        </p:nvGraphicFramePr>
        <p:xfrm>
          <a:off x="3070225" y="3998913"/>
          <a:ext cx="2554288" cy="947737"/>
        </p:xfrm>
        <a:graphic>
          <a:graphicData uri="http://schemas.openxmlformats.org/presentationml/2006/ole">
            <mc:AlternateContent xmlns:mc="http://schemas.openxmlformats.org/markup-compatibility/2006">
              <mc:Choice xmlns:v="urn:schemas-microsoft-com:vml" Requires="v">
                <p:oleObj name="Equation" r:id="rId4" imgW="1536480" imgH="571320" progId="Equation.3">
                  <p:embed/>
                </p:oleObj>
              </mc:Choice>
              <mc:Fallback>
                <p:oleObj name="Equation" r:id="rId4" imgW="1536480" imgH="571320" progId="Equation.3">
                  <p:embed/>
                  <p:pic>
                    <p:nvPicPr>
                      <p:cNvPr id="252935"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70225" y="3998913"/>
                        <a:ext cx="2554288" cy="9477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52936" name="Rectangle 8"/>
          <p:cNvSpPr>
            <a:spLocks noChangeArrowheads="1"/>
          </p:cNvSpPr>
          <p:nvPr/>
        </p:nvSpPr>
        <p:spPr bwMode="auto">
          <a:xfrm>
            <a:off x="0" y="3181350"/>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52937" name="Object 9"/>
          <p:cNvGraphicFramePr>
            <a:graphicFrameLocks noChangeAspect="1"/>
          </p:cNvGraphicFramePr>
          <p:nvPr/>
        </p:nvGraphicFramePr>
        <p:xfrm>
          <a:off x="6850063" y="4137025"/>
          <a:ext cx="609600" cy="444500"/>
        </p:xfrm>
        <a:graphic>
          <a:graphicData uri="http://schemas.openxmlformats.org/presentationml/2006/ole">
            <mc:AlternateContent xmlns:mc="http://schemas.openxmlformats.org/markup-compatibility/2006">
              <mc:Choice xmlns:v="urn:schemas-microsoft-com:vml" Requires="v">
                <p:oleObj name="Equation" r:id="rId6" imgW="609480" imgH="444240" progId="Equation.3">
                  <p:embed/>
                </p:oleObj>
              </mc:Choice>
              <mc:Fallback>
                <p:oleObj name="Equation" r:id="rId6" imgW="609480" imgH="444240" progId="Equation.3">
                  <p:embed/>
                  <p:pic>
                    <p:nvPicPr>
                      <p:cNvPr id="252937" name="Object 9"/>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850063" y="4137025"/>
                        <a:ext cx="609600" cy="444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2938" name="Object 10"/>
          <p:cNvGraphicFramePr>
            <a:graphicFrameLocks noChangeAspect="1"/>
          </p:cNvGraphicFramePr>
          <p:nvPr/>
        </p:nvGraphicFramePr>
        <p:xfrm>
          <a:off x="6723063" y="5878513"/>
          <a:ext cx="1312862" cy="468312"/>
        </p:xfrm>
        <a:graphic>
          <a:graphicData uri="http://schemas.openxmlformats.org/presentationml/2006/ole">
            <mc:AlternateContent xmlns:mc="http://schemas.openxmlformats.org/markup-compatibility/2006">
              <mc:Choice xmlns:v="urn:schemas-microsoft-com:vml" Requires="v">
                <p:oleObj name="Equation" r:id="rId8" imgW="1498320" imgH="533160" progId="Equation.3">
                  <p:embed/>
                </p:oleObj>
              </mc:Choice>
              <mc:Fallback>
                <p:oleObj name="Equation" r:id="rId8" imgW="1498320" imgH="533160" progId="Equation.3">
                  <p:embed/>
                  <p:pic>
                    <p:nvPicPr>
                      <p:cNvPr id="252938" name="Object 10"/>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723063" y="5878513"/>
                        <a:ext cx="1312862" cy="4683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2939" name="Object 11"/>
          <p:cNvGraphicFramePr>
            <a:graphicFrameLocks noChangeAspect="1"/>
          </p:cNvGraphicFramePr>
          <p:nvPr/>
        </p:nvGraphicFramePr>
        <p:xfrm>
          <a:off x="6629400" y="5511800"/>
          <a:ext cx="1195388" cy="217488"/>
        </p:xfrm>
        <a:graphic>
          <a:graphicData uri="http://schemas.openxmlformats.org/presentationml/2006/ole">
            <mc:AlternateContent xmlns:mc="http://schemas.openxmlformats.org/markup-compatibility/2006">
              <mc:Choice xmlns:v="urn:schemas-microsoft-com:vml" Requires="v">
                <p:oleObj name="Equation" r:id="rId10" imgW="1193760" imgH="215640" progId="Equation.3">
                  <p:embed/>
                </p:oleObj>
              </mc:Choice>
              <mc:Fallback>
                <p:oleObj name="Equation" r:id="rId10" imgW="1193760" imgH="215640" progId="Equation.3">
                  <p:embed/>
                  <p:pic>
                    <p:nvPicPr>
                      <p:cNvPr id="252939" name="Object 11"/>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629400" y="5511800"/>
                        <a:ext cx="1195388" cy="2174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954" name="Rectangle 2"/>
          <p:cNvSpPr>
            <a:spLocks noGrp="1" noChangeArrowheads="1"/>
          </p:cNvSpPr>
          <p:nvPr>
            <p:ph type="title"/>
          </p:nvPr>
        </p:nvSpPr>
        <p:spPr/>
        <p:txBody>
          <a:bodyPr/>
          <a:lstStyle/>
          <a:p>
            <a:r>
              <a:rPr lang="en-US"/>
              <a:t>Example</a:t>
            </a:r>
          </a:p>
        </p:txBody>
      </p:sp>
      <p:sp>
        <p:nvSpPr>
          <p:cNvPr id="253955" name="Rectangle 3"/>
          <p:cNvSpPr>
            <a:spLocks noGrp="1" noChangeArrowheads="1"/>
          </p:cNvSpPr>
          <p:nvPr>
            <p:ph type="body" idx="1"/>
          </p:nvPr>
        </p:nvSpPr>
        <p:spPr>
          <a:xfrm>
            <a:off x="457200" y="1600200"/>
            <a:ext cx="7866063" cy="939800"/>
          </a:xfrm>
        </p:spPr>
        <p:txBody>
          <a:bodyPr/>
          <a:lstStyle/>
          <a:p>
            <a:r>
              <a:rPr lang="en-US" sz="2400"/>
              <a:t>Notice that right at  </a:t>
            </a:r>
            <a:r>
              <a:rPr lang="en-US" sz="2400">
                <a:sym typeface="Symbol" pitchFamily="18" charset="2"/>
              </a:rPr>
              <a:t></a:t>
            </a:r>
            <a:r>
              <a:rPr lang="en-US" sz="2400" baseline="-25000">
                <a:sym typeface="Symbol" pitchFamily="18" charset="2"/>
              </a:rPr>
              <a:t>o</a:t>
            </a:r>
            <a:r>
              <a:rPr lang="en-US" sz="2400"/>
              <a:t> our solution gets very big </a:t>
            </a:r>
          </a:p>
        </p:txBody>
      </p:sp>
      <p:sp>
        <p:nvSpPr>
          <p:cNvPr id="253956" name="Rectangle 4"/>
          <p:cNvSpPr>
            <a:spLocks noChangeArrowheads="1"/>
          </p:cNvSpPr>
          <p:nvPr/>
        </p:nvSpPr>
        <p:spPr bwMode="auto">
          <a:xfrm>
            <a:off x="0" y="3067050"/>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53957" name="Object 5"/>
          <p:cNvGraphicFramePr>
            <a:graphicFrameLocks noChangeAspect="1"/>
          </p:cNvGraphicFramePr>
          <p:nvPr/>
        </p:nvGraphicFramePr>
        <p:xfrm>
          <a:off x="1250950" y="3028950"/>
          <a:ext cx="1501775" cy="534988"/>
        </p:xfrm>
        <a:graphic>
          <a:graphicData uri="http://schemas.openxmlformats.org/presentationml/2006/ole">
            <mc:AlternateContent xmlns:mc="http://schemas.openxmlformats.org/markup-compatibility/2006">
              <mc:Choice xmlns:v="urn:schemas-microsoft-com:vml" Requires="v">
                <p:oleObj name="Equation" r:id="rId2" imgW="1498320" imgH="533160" progId="Equation.3">
                  <p:embed/>
                </p:oleObj>
              </mc:Choice>
              <mc:Fallback>
                <p:oleObj name="Equation" r:id="rId2" imgW="1498320" imgH="533160" progId="Equation.3">
                  <p:embed/>
                  <p:pic>
                    <p:nvPicPr>
                      <p:cNvPr id="253957"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0950" y="3028950"/>
                        <a:ext cx="1501775" cy="5349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53958" name="Rectangle 6"/>
          <p:cNvSpPr>
            <a:spLocks noChangeArrowheads="1"/>
          </p:cNvSpPr>
          <p:nvPr/>
        </p:nvSpPr>
        <p:spPr bwMode="auto">
          <a:xfrm>
            <a:off x="0" y="3248025"/>
            <a:ext cx="9144000" cy="0"/>
          </a:xfrm>
          <a:prstGeom prst="rect">
            <a:avLst/>
          </a:prstGeom>
          <a:noFill/>
          <a:ln w="9525" algn="ctr">
            <a:noFill/>
            <a:miter lim="800000"/>
            <a:headEnd/>
            <a:tailEnd/>
          </a:ln>
          <a:effectLst/>
        </p:spPr>
        <p:txBody>
          <a:bodyPr wrap="none" anchor="ctr">
            <a:spAutoFit/>
          </a:bodyPr>
          <a:lstStyle/>
          <a:p>
            <a:endParaRPr lang="en-US"/>
          </a:p>
        </p:txBody>
      </p:sp>
      <p:sp>
        <p:nvSpPr>
          <p:cNvPr id="253959" name="Rectangle 7"/>
          <p:cNvSpPr>
            <a:spLocks noChangeArrowheads="1"/>
          </p:cNvSpPr>
          <p:nvPr/>
        </p:nvSpPr>
        <p:spPr bwMode="auto">
          <a:xfrm>
            <a:off x="0" y="2809875"/>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53960" name="Object 8"/>
          <p:cNvGraphicFramePr>
            <a:graphicFrameLocks noChangeAspect="1"/>
          </p:cNvGraphicFramePr>
          <p:nvPr/>
        </p:nvGraphicFramePr>
        <p:xfrm>
          <a:off x="1633538" y="4275138"/>
          <a:ext cx="674687" cy="890587"/>
        </p:xfrm>
        <a:graphic>
          <a:graphicData uri="http://schemas.openxmlformats.org/presentationml/2006/ole">
            <mc:AlternateContent xmlns:mc="http://schemas.openxmlformats.org/markup-compatibility/2006">
              <mc:Choice xmlns:v="urn:schemas-microsoft-com:vml" Requires="v">
                <p:oleObj name="Equation" r:id="rId4" imgW="672840" imgH="888840" progId="Equation.3">
                  <p:embed/>
                </p:oleObj>
              </mc:Choice>
              <mc:Fallback>
                <p:oleObj name="Equation" r:id="rId4" imgW="672840" imgH="888840" progId="Equation.3">
                  <p:embed/>
                  <p:pic>
                    <p:nvPicPr>
                      <p:cNvPr id="253960" name="Object 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33538" y="4275138"/>
                        <a:ext cx="674687" cy="890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9"/>
          <p:cNvGrpSpPr>
            <a:grpSpLocks/>
          </p:cNvGrpSpPr>
          <p:nvPr/>
        </p:nvGrpSpPr>
        <p:grpSpPr bwMode="auto">
          <a:xfrm>
            <a:off x="4460875" y="2922588"/>
            <a:ext cx="4133850" cy="2635250"/>
            <a:chOff x="2810" y="1841"/>
            <a:chExt cx="2604" cy="1660"/>
          </a:xfrm>
        </p:grpSpPr>
        <p:pic>
          <p:nvPicPr>
            <p:cNvPr id="253962" name="Picture 10"/>
            <p:cNvPicPr>
              <a:picLocks noChangeAspect="1" noChangeArrowheads="1"/>
            </p:cNvPicPr>
            <p:nvPr/>
          </p:nvPicPr>
          <p:blipFill>
            <a:blip r:embed="rId6" cstate="print"/>
            <a:srcRect/>
            <a:stretch>
              <a:fillRect/>
            </a:stretch>
          </p:blipFill>
          <p:spPr bwMode="auto">
            <a:xfrm>
              <a:off x="3038" y="1860"/>
              <a:ext cx="2364" cy="1548"/>
            </a:xfrm>
            <a:prstGeom prst="rect">
              <a:avLst/>
            </a:prstGeom>
            <a:noFill/>
            <a:ln w="9525">
              <a:noFill/>
              <a:miter lim="800000"/>
              <a:headEnd/>
              <a:tailEnd/>
            </a:ln>
          </p:spPr>
        </p:pic>
        <p:sp>
          <p:nvSpPr>
            <p:cNvPr id="253963" name="Text Box 11"/>
            <p:cNvSpPr txBox="1">
              <a:spLocks noChangeArrowheads="1"/>
            </p:cNvSpPr>
            <p:nvPr/>
          </p:nvSpPr>
          <p:spPr bwMode="auto">
            <a:xfrm>
              <a:off x="5199" y="3270"/>
              <a:ext cx="215" cy="231"/>
            </a:xfrm>
            <a:prstGeom prst="rect">
              <a:avLst/>
            </a:prstGeom>
            <a:solidFill>
              <a:schemeClr val="bg1"/>
            </a:solidFill>
            <a:ln w="9525" algn="ctr">
              <a:noFill/>
              <a:miter lim="800000"/>
              <a:headEnd/>
              <a:tailEnd/>
            </a:ln>
            <a:effectLst/>
          </p:spPr>
          <p:txBody>
            <a:bodyPr wrap="none">
              <a:spAutoFit/>
            </a:bodyPr>
            <a:lstStyle/>
            <a:p>
              <a:pPr algn="ctr"/>
              <a:r>
                <a:rPr lang="en-US">
                  <a:sym typeface="Symbol" pitchFamily="18" charset="2"/>
                </a:rPr>
                <a:t></a:t>
              </a:r>
            </a:p>
          </p:txBody>
        </p:sp>
        <p:sp>
          <p:nvSpPr>
            <p:cNvPr id="253964" name="Text Box 12"/>
            <p:cNvSpPr txBox="1">
              <a:spLocks noChangeArrowheads="1"/>
            </p:cNvSpPr>
            <p:nvPr/>
          </p:nvSpPr>
          <p:spPr bwMode="auto">
            <a:xfrm>
              <a:off x="2810" y="1841"/>
              <a:ext cx="212" cy="231"/>
            </a:xfrm>
            <a:prstGeom prst="rect">
              <a:avLst/>
            </a:prstGeom>
            <a:solidFill>
              <a:schemeClr val="bg1"/>
            </a:solidFill>
            <a:ln w="9525" algn="ctr">
              <a:noFill/>
              <a:miter lim="800000"/>
              <a:headEnd/>
              <a:tailEnd/>
            </a:ln>
            <a:effectLst/>
          </p:spPr>
          <p:txBody>
            <a:bodyPr wrap="none">
              <a:spAutoFit/>
            </a:bodyPr>
            <a:lstStyle/>
            <a:p>
              <a:pPr algn="ctr"/>
              <a:r>
                <a:rPr lang="en-US">
                  <a:sym typeface="Symbol" pitchFamily="18" charset="2"/>
                </a:rPr>
                <a:t>A</a:t>
              </a: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4978" name="Rectangle 2"/>
          <p:cNvSpPr>
            <a:spLocks noGrp="1" noChangeArrowheads="1"/>
          </p:cNvSpPr>
          <p:nvPr>
            <p:ph type="title"/>
          </p:nvPr>
        </p:nvSpPr>
        <p:spPr/>
        <p:txBody>
          <a:bodyPr/>
          <a:lstStyle/>
          <a:p>
            <a:r>
              <a:rPr lang="en-US"/>
              <a:t>Resonance</a:t>
            </a:r>
          </a:p>
        </p:txBody>
      </p:sp>
      <p:sp>
        <p:nvSpPr>
          <p:cNvPr id="254979" name="Rectangle 3"/>
          <p:cNvSpPr>
            <a:spLocks noGrp="1" noChangeArrowheads="1"/>
          </p:cNvSpPr>
          <p:nvPr>
            <p:ph type="body" idx="1"/>
          </p:nvPr>
        </p:nvSpPr>
        <p:spPr/>
        <p:txBody>
          <a:bodyPr/>
          <a:lstStyle/>
          <a:p>
            <a:r>
              <a:rPr lang="en-US" sz="2000"/>
              <a:t>To see why resonance happens, think of the velocity</a:t>
            </a:r>
          </a:p>
          <a:p>
            <a:endParaRPr lang="en-US" sz="2000"/>
          </a:p>
          <a:p>
            <a:endParaRPr lang="en-US" sz="2000"/>
          </a:p>
          <a:p>
            <a:r>
              <a:rPr lang="en-US" sz="2000"/>
              <a:t>And our driving force is</a:t>
            </a:r>
          </a:p>
          <a:p>
            <a:endParaRPr lang="en-US" sz="2000"/>
          </a:p>
          <a:p>
            <a:endParaRPr lang="en-US" sz="2000"/>
          </a:p>
          <a:p>
            <a:r>
              <a:rPr lang="en-US" sz="2000"/>
              <a:t>The rate at which work is done (power) is</a:t>
            </a:r>
          </a:p>
          <a:p>
            <a:endParaRPr lang="en-US" sz="2000"/>
          </a:p>
          <a:p>
            <a:endParaRPr lang="en-US" sz="2000"/>
          </a:p>
          <a:p>
            <a:r>
              <a:rPr lang="en-US" sz="2000"/>
              <a:t> if  F and v are in phase, the power will be at a maximum!</a:t>
            </a:r>
          </a:p>
        </p:txBody>
      </p:sp>
      <p:sp>
        <p:nvSpPr>
          <p:cNvPr id="254980" name="Rectangle 4"/>
          <p:cNvSpPr>
            <a:spLocks noChangeArrowheads="1"/>
          </p:cNvSpPr>
          <p:nvPr/>
        </p:nvSpPr>
        <p:spPr bwMode="auto">
          <a:xfrm>
            <a:off x="0" y="3190875"/>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54981" name="Object 5"/>
          <p:cNvGraphicFramePr>
            <a:graphicFrameLocks noChangeAspect="1"/>
          </p:cNvGraphicFramePr>
          <p:nvPr/>
        </p:nvGraphicFramePr>
        <p:xfrm>
          <a:off x="3598863" y="2098675"/>
          <a:ext cx="1997075" cy="546100"/>
        </p:xfrm>
        <a:graphic>
          <a:graphicData uri="http://schemas.openxmlformats.org/presentationml/2006/ole">
            <mc:AlternateContent xmlns:mc="http://schemas.openxmlformats.org/markup-compatibility/2006">
              <mc:Choice xmlns:v="urn:schemas-microsoft-com:vml" Requires="v">
                <p:oleObj name="Equation" r:id="rId2" imgW="1447560" imgH="393480" progId="Equation.3">
                  <p:embed/>
                </p:oleObj>
              </mc:Choice>
              <mc:Fallback>
                <p:oleObj name="Equation" r:id="rId2" imgW="1447560" imgH="393480" progId="Equation.3">
                  <p:embed/>
                  <p:pic>
                    <p:nvPicPr>
                      <p:cNvPr id="254981"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8863" y="2098675"/>
                        <a:ext cx="1997075" cy="5461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54982" name="Rectangle 6"/>
          <p:cNvSpPr>
            <a:spLocks noChangeArrowheads="1"/>
          </p:cNvSpPr>
          <p:nvPr/>
        </p:nvSpPr>
        <p:spPr bwMode="auto">
          <a:xfrm>
            <a:off x="0" y="0"/>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54983" name="Object 7"/>
          <p:cNvGraphicFramePr>
            <a:graphicFrameLocks noChangeAspect="1"/>
          </p:cNvGraphicFramePr>
          <p:nvPr/>
        </p:nvGraphicFramePr>
        <p:xfrm>
          <a:off x="3832225" y="3224213"/>
          <a:ext cx="1627188" cy="358775"/>
        </p:xfrm>
        <a:graphic>
          <a:graphicData uri="http://schemas.openxmlformats.org/presentationml/2006/ole">
            <mc:AlternateContent xmlns:mc="http://schemas.openxmlformats.org/markup-compatibility/2006">
              <mc:Choice xmlns:v="urn:schemas-microsoft-com:vml" Requires="v">
                <p:oleObj name="Equation" r:id="rId4" imgW="1041120" imgH="228600" progId="Equation.3">
                  <p:embed/>
                </p:oleObj>
              </mc:Choice>
              <mc:Fallback>
                <p:oleObj name="Equation" r:id="rId4" imgW="1041120" imgH="228600" progId="Equation.3">
                  <p:embed/>
                  <p:pic>
                    <p:nvPicPr>
                      <p:cNvPr id="254983"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32225" y="3224213"/>
                        <a:ext cx="1627188" cy="3587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54984" name="Rectangle 8"/>
          <p:cNvSpPr>
            <a:spLocks noChangeArrowheads="1"/>
          </p:cNvSpPr>
          <p:nvPr/>
        </p:nvSpPr>
        <p:spPr bwMode="auto">
          <a:xfrm>
            <a:off x="0" y="0"/>
            <a:ext cx="9144000" cy="0"/>
          </a:xfrm>
          <a:prstGeom prst="rect">
            <a:avLst/>
          </a:prstGeom>
          <a:noFill/>
          <a:ln w="9525" algn="ctr">
            <a:noFill/>
            <a:miter lim="800000"/>
            <a:headEnd/>
            <a:tailEnd/>
          </a:ln>
          <a:effectLst/>
        </p:spPr>
        <p:txBody>
          <a:bodyPr wrap="none" anchor="ctr">
            <a:spAutoFit/>
          </a:bodyPr>
          <a:lstStyle/>
          <a:p>
            <a:endParaRPr lang="en-US"/>
          </a:p>
        </p:txBody>
      </p:sp>
      <p:graphicFrame>
        <p:nvGraphicFramePr>
          <p:cNvPr id="254985" name="Object 9"/>
          <p:cNvGraphicFramePr>
            <a:graphicFrameLocks noChangeAspect="1"/>
          </p:cNvGraphicFramePr>
          <p:nvPr/>
        </p:nvGraphicFramePr>
        <p:xfrm>
          <a:off x="3705225" y="4184650"/>
          <a:ext cx="1957388" cy="725488"/>
        </p:xfrm>
        <a:graphic>
          <a:graphicData uri="http://schemas.openxmlformats.org/presentationml/2006/ole">
            <mc:AlternateContent xmlns:mc="http://schemas.openxmlformats.org/markup-compatibility/2006">
              <mc:Choice xmlns:v="urn:schemas-microsoft-com:vml" Requires="v">
                <p:oleObj name="Equation" r:id="rId6" imgW="1066680" imgH="393480" progId="Equation.3">
                  <p:embed/>
                </p:oleObj>
              </mc:Choice>
              <mc:Fallback>
                <p:oleObj name="Equation" r:id="rId6" imgW="1066680" imgH="393480" progId="Equation.3">
                  <p:embed/>
                  <p:pic>
                    <p:nvPicPr>
                      <p:cNvPr id="254985" name="Object 9"/>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705225" y="4184650"/>
                        <a:ext cx="1957388" cy="7254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p:cNvSpPr>
            <a:spLocks noGrp="1" noChangeArrowheads="1"/>
          </p:cNvSpPr>
          <p:nvPr>
            <p:ph type="title"/>
          </p:nvPr>
        </p:nvSpPr>
        <p:spPr/>
        <p:txBody>
          <a:bodyPr/>
          <a:lstStyle/>
          <a:p>
            <a:r>
              <a:rPr lang="en-US"/>
              <a:t>Example</a:t>
            </a:r>
          </a:p>
        </p:txBody>
      </p:sp>
      <p:sp>
        <p:nvSpPr>
          <p:cNvPr id="256003" name="Rectangle 3"/>
          <p:cNvSpPr>
            <a:spLocks noGrp="1" noChangeArrowheads="1"/>
          </p:cNvSpPr>
          <p:nvPr>
            <p:ph type="body" idx="1"/>
          </p:nvPr>
        </p:nvSpPr>
        <p:spPr>
          <a:xfrm>
            <a:off x="457200" y="1600200"/>
            <a:ext cx="3933825" cy="4525963"/>
          </a:xfrm>
        </p:spPr>
        <p:txBody>
          <a:bodyPr/>
          <a:lstStyle/>
          <a:p>
            <a:r>
              <a:rPr lang="en-US"/>
              <a:t>Resistive force is never really zero in real systems</a:t>
            </a:r>
          </a:p>
          <a:p>
            <a:r>
              <a:rPr lang="en-US"/>
              <a:t>It can be small</a:t>
            </a:r>
          </a:p>
          <a:p>
            <a:endParaRPr lang="en-US"/>
          </a:p>
        </p:txBody>
      </p:sp>
      <p:grpSp>
        <p:nvGrpSpPr>
          <p:cNvPr id="2" name="Group 4"/>
          <p:cNvGrpSpPr>
            <a:grpSpLocks/>
          </p:cNvGrpSpPr>
          <p:nvPr/>
        </p:nvGrpSpPr>
        <p:grpSpPr bwMode="auto">
          <a:xfrm>
            <a:off x="3919538" y="2314575"/>
            <a:ext cx="4702175" cy="3101975"/>
            <a:chOff x="2469" y="1458"/>
            <a:chExt cx="2962" cy="1954"/>
          </a:xfrm>
        </p:grpSpPr>
        <p:pic>
          <p:nvPicPr>
            <p:cNvPr id="256005" name="Picture 5"/>
            <p:cNvPicPr>
              <a:picLocks noChangeAspect="1" noChangeArrowheads="1"/>
            </p:cNvPicPr>
            <p:nvPr/>
          </p:nvPicPr>
          <p:blipFill>
            <a:blip r:embed="rId2" cstate="print"/>
            <a:srcRect/>
            <a:stretch>
              <a:fillRect/>
            </a:stretch>
          </p:blipFill>
          <p:spPr bwMode="auto">
            <a:xfrm>
              <a:off x="2469" y="1472"/>
              <a:ext cx="2962" cy="1940"/>
            </a:xfrm>
            <a:prstGeom prst="rect">
              <a:avLst/>
            </a:prstGeom>
            <a:noFill/>
            <a:ln w="9525">
              <a:noFill/>
              <a:miter lim="800000"/>
              <a:headEnd/>
              <a:tailEnd/>
            </a:ln>
          </p:spPr>
        </p:pic>
        <p:sp>
          <p:nvSpPr>
            <p:cNvPr id="256006" name="Text Box 6"/>
            <p:cNvSpPr txBox="1">
              <a:spLocks noChangeArrowheads="1"/>
            </p:cNvSpPr>
            <p:nvPr/>
          </p:nvSpPr>
          <p:spPr bwMode="auto">
            <a:xfrm>
              <a:off x="5199" y="3162"/>
              <a:ext cx="215" cy="231"/>
            </a:xfrm>
            <a:prstGeom prst="rect">
              <a:avLst/>
            </a:prstGeom>
            <a:solidFill>
              <a:schemeClr val="bg1"/>
            </a:solidFill>
            <a:ln w="9525" algn="ctr">
              <a:noFill/>
              <a:miter lim="800000"/>
              <a:headEnd/>
              <a:tailEnd/>
            </a:ln>
            <a:effectLst/>
          </p:spPr>
          <p:txBody>
            <a:bodyPr wrap="none">
              <a:spAutoFit/>
            </a:bodyPr>
            <a:lstStyle/>
            <a:p>
              <a:pPr algn="ctr"/>
              <a:r>
                <a:rPr lang="en-US">
                  <a:sym typeface="Symbol" pitchFamily="18" charset="2"/>
                </a:rPr>
                <a:t></a:t>
              </a:r>
            </a:p>
          </p:txBody>
        </p:sp>
        <p:sp>
          <p:nvSpPr>
            <p:cNvPr id="256007" name="Text Box 7"/>
            <p:cNvSpPr txBox="1">
              <a:spLocks noChangeArrowheads="1"/>
            </p:cNvSpPr>
            <p:nvPr/>
          </p:nvSpPr>
          <p:spPr bwMode="auto">
            <a:xfrm>
              <a:off x="2481" y="1458"/>
              <a:ext cx="212" cy="231"/>
            </a:xfrm>
            <a:prstGeom prst="rect">
              <a:avLst/>
            </a:prstGeom>
            <a:solidFill>
              <a:schemeClr val="bg1"/>
            </a:solidFill>
            <a:ln w="9525" algn="ctr">
              <a:noFill/>
              <a:miter lim="800000"/>
              <a:headEnd/>
              <a:tailEnd/>
            </a:ln>
            <a:effectLst/>
          </p:spPr>
          <p:txBody>
            <a:bodyPr wrap="none">
              <a:spAutoFit/>
            </a:bodyPr>
            <a:lstStyle/>
            <a:p>
              <a:pPr algn="ctr"/>
              <a:r>
                <a:rPr lang="en-US">
                  <a:sym typeface="Symbol" pitchFamily="18" charset="2"/>
                </a:rPr>
                <a:t>A</a:t>
              </a:r>
            </a:p>
          </p:txBody>
        </p:sp>
      </p:grpSp>
      <p:sp>
        <p:nvSpPr>
          <p:cNvPr id="256008" name="Line 8"/>
          <p:cNvSpPr>
            <a:spLocks noChangeShapeType="1"/>
          </p:cNvSpPr>
          <p:nvPr/>
        </p:nvSpPr>
        <p:spPr bwMode="auto">
          <a:xfrm flipH="1">
            <a:off x="5834063" y="4035425"/>
            <a:ext cx="682625" cy="203200"/>
          </a:xfrm>
          <a:prstGeom prst="line">
            <a:avLst/>
          </a:prstGeom>
          <a:noFill/>
          <a:ln w="9525">
            <a:solidFill>
              <a:schemeClr val="tx1"/>
            </a:solidFill>
            <a:round/>
            <a:headEnd/>
            <a:tailEnd type="triangle" w="med" len="med"/>
          </a:ln>
          <a:effectLst/>
        </p:spPr>
        <p:txBody>
          <a:bodyPr wrap="none" anchor="ctr"/>
          <a:lstStyle/>
          <a:p>
            <a:endParaRPr lang="en-US"/>
          </a:p>
        </p:txBody>
      </p:sp>
      <p:sp>
        <p:nvSpPr>
          <p:cNvPr id="256009" name="Text Box 9"/>
          <p:cNvSpPr txBox="1">
            <a:spLocks noChangeArrowheads="1"/>
          </p:cNvSpPr>
          <p:nvPr/>
        </p:nvSpPr>
        <p:spPr bwMode="auto">
          <a:xfrm>
            <a:off x="6532563" y="3781425"/>
            <a:ext cx="958850" cy="366713"/>
          </a:xfrm>
          <a:prstGeom prst="rect">
            <a:avLst/>
          </a:prstGeom>
          <a:noFill/>
          <a:ln w="9525" algn="ctr">
            <a:noFill/>
            <a:miter lim="800000"/>
            <a:headEnd/>
            <a:tailEnd/>
          </a:ln>
          <a:effectLst/>
        </p:spPr>
        <p:txBody>
          <a:bodyPr wrap="none">
            <a:spAutoFit/>
          </a:bodyPr>
          <a:lstStyle/>
          <a:p>
            <a:pPr algn="ctr"/>
            <a:r>
              <a:rPr lang="en-US"/>
              <a:t>Large b</a:t>
            </a:r>
          </a:p>
        </p:txBody>
      </p:sp>
      <p:sp>
        <p:nvSpPr>
          <p:cNvPr id="256010" name="Line 10"/>
          <p:cNvSpPr>
            <a:spLocks noChangeShapeType="1"/>
          </p:cNvSpPr>
          <p:nvPr/>
        </p:nvSpPr>
        <p:spPr bwMode="auto">
          <a:xfrm flipH="1" flipV="1">
            <a:off x="5811838" y="2446338"/>
            <a:ext cx="812800" cy="203200"/>
          </a:xfrm>
          <a:prstGeom prst="line">
            <a:avLst/>
          </a:prstGeom>
          <a:noFill/>
          <a:ln w="9525">
            <a:solidFill>
              <a:schemeClr val="tx1"/>
            </a:solidFill>
            <a:round/>
            <a:headEnd/>
            <a:tailEnd type="triangle" w="med" len="med"/>
          </a:ln>
          <a:effectLst/>
        </p:spPr>
        <p:txBody>
          <a:bodyPr wrap="none" anchor="ctr"/>
          <a:lstStyle/>
          <a:p>
            <a:endParaRPr lang="en-US"/>
          </a:p>
        </p:txBody>
      </p:sp>
      <p:sp>
        <p:nvSpPr>
          <p:cNvPr id="256011" name="Text Box 11"/>
          <p:cNvSpPr txBox="1">
            <a:spLocks noChangeArrowheads="1"/>
          </p:cNvSpPr>
          <p:nvPr/>
        </p:nvSpPr>
        <p:spPr bwMode="auto">
          <a:xfrm>
            <a:off x="6618288" y="2424113"/>
            <a:ext cx="946150" cy="366712"/>
          </a:xfrm>
          <a:prstGeom prst="rect">
            <a:avLst/>
          </a:prstGeom>
          <a:noFill/>
          <a:ln w="9525" algn="ctr">
            <a:noFill/>
            <a:miter lim="800000"/>
            <a:headEnd/>
            <a:tailEnd/>
          </a:ln>
          <a:effectLst/>
        </p:spPr>
        <p:txBody>
          <a:bodyPr wrap="none">
            <a:spAutoFit/>
          </a:bodyPr>
          <a:lstStyle/>
          <a:p>
            <a:pPr algn="ctr"/>
            <a:r>
              <a:rPr lang="en-US"/>
              <a:t>Small b</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p:cNvSpPr>
            <a:spLocks noGrp="1" noChangeArrowheads="1"/>
          </p:cNvSpPr>
          <p:nvPr>
            <p:ph type="title"/>
          </p:nvPr>
        </p:nvSpPr>
        <p:spPr/>
        <p:txBody>
          <a:bodyPr/>
          <a:lstStyle/>
          <a:p>
            <a:r>
              <a:rPr lang="en-US"/>
              <a:t>Remember Tacoma Narrows? </a:t>
            </a:r>
          </a:p>
        </p:txBody>
      </p:sp>
      <p:sp>
        <p:nvSpPr>
          <p:cNvPr id="257027" name="Rectangle 3"/>
          <p:cNvSpPr>
            <a:spLocks noGrp="1" noChangeArrowheads="1"/>
          </p:cNvSpPr>
          <p:nvPr>
            <p:ph type="body" idx="1"/>
          </p:nvPr>
        </p:nvSpPr>
        <p:spPr>
          <a:xfrm>
            <a:off x="457200" y="1600200"/>
            <a:ext cx="3933825" cy="4525963"/>
          </a:xfrm>
        </p:spPr>
        <p:txBody>
          <a:bodyPr/>
          <a:lstStyle/>
          <a:p>
            <a:pPr>
              <a:lnSpc>
                <a:spcPct val="80000"/>
              </a:lnSpc>
            </a:pPr>
            <a:r>
              <a:rPr lang="en-US" sz="2800"/>
              <a:t>The wind gusts formed a periodic driving force that allowed a driving harmonic oscillation to form. </a:t>
            </a:r>
          </a:p>
          <a:p>
            <a:pPr>
              <a:lnSpc>
                <a:spcPct val="80000"/>
              </a:lnSpc>
            </a:pPr>
            <a:r>
              <a:rPr lang="en-US" sz="2800"/>
              <a:t>Since the bridge was resonant with the gust frequency, the amplitude grew until the bridge materials broke.</a:t>
            </a:r>
          </a:p>
        </p:txBody>
      </p:sp>
      <p:pic>
        <p:nvPicPr>
          <p:cNvPr id="257028" name="Picture 4"/>
          <p:cNvPicPr>
            <a:picLocks noChangeAspect="1" noChangeArrowheads="1"/>
          </p:cNvPicPr>
          <p:nvPr/>
        </p:nvPicPr>
        <p:blipFill>
          <a:blip r:embed="rId2" cstate="print"/>
          <a:srcRect/>
          <a:stretch>
            <a:fillRect/>
          </a:stretch>
        </p:blipFill>
        <p:spPr bwMode="auto">
          <a:xfrm>
            <a:off x="4456113" y="1652588"/>
            <a:ext cx="4165600" cy="2879725"/>
          </a:xfrm>
          <a:prstGeom prst="rect">
            <a:avLst/>
          </a:prstGeom>
          <a:noFill/>
          <a:ln w="9525">
            <a:noFill/>
            <a:miter lim="800000"/>
            <a:headEnd/>
            <a:tailEnd/>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050" name="Rectangle 2"/>
          <p:cNvSpPr>
            <a:spLocks noGrp="1" noChangeArrowheads="1"/>
          </p:cNvSpPr>
          <p:nvPr>
            <p:ph type="title"/>
          </p:nvPr>
        </p:nvSpPr>
        <p:spPr/>
        <p:txBody>
          <a:bodyPr/>
          <a:lstStyle/>
          <a:p>
            <a:r>
              <a:rPr lang="en-US"/>
              <a:t>Summary</a:t>
            </a:r>
          </a:p>
        </p:txBody>
      </p:sp>
      <p:sp>
        <p:nvSpPr>
          <p:cNvPr id="258051" name="Rectangle 3"/>
          <p:cNvSpPr>
            <a:spLocks noGrp="1" noChangeArrowheads="1"/>
          </p:cNvSpPr>
          <p:nvPr>
            <p:ph type="body" idx="1"/>
          </p:nvPr>
        </p:nvSpPr>
        <p:spPr>
          <a:xfrm>
            <a:off x="328613" y="1671638"/>
            <a:ext cx="8229600" cy="4525962"/>
          </a:xfrm>
        </p:spPr>
        <p:txBody>
          <a:bodyPr/>
          <a:lstStyle/>
          <a:p>
            <a:pPr>
              <a:lnSpc>
                <a:spcPct val="80000"/>
              </a:lnSpc>
            </a:pPr>
            <a:r>
              <a:rPr lang="en-US" sz="1600" dirty="0"/>
              <a:t>SHM along a straight line can be thought of as a projection of a uniform circular motion along a diameter of a reference circle</a:t>
            </a:r>
          </a:p>
          <a:p>
            <a:pPr>
              <a:lnSpc>
                <a:spcPct val="80000"/>
              </a:lnSpc>
            </a:pPr>
            <a:endParaRPr lang="en-US" sz="1600" dirty="0"/>
          </a:p>
          <a:p>
            <a:pPr>
              <a:lnSpc>
                <a:spcPct val="80000"/>
              </a:lnSpc>
            </a:pPr>
            <a:r>
              <a:rPr lang="en-US" sz="1600" dirty="0"/>
              <a:t>Pendulum</a:t>
            </a:r>
          </a:p>
          <a:p>
            <a:pPr>
              <a:lnSpc>
                <a:spcPct val="80000"/>
              </a:lnSpc>
            </a:pPr>
            <a:endParaRPr lang="en-US" sz="1600" dirty="0"/>
          </a:p>
          <a:p>
            <a:pPr>
              <a:lnSpc>
                <a:spcPct val="80000"/>
              </a:lnSpc>
            </a:pPr>
            <a:r>
              <a:rPr lang="en-US" sz="1600" dirty="0"/>
              <a:t>Physical Pendulum</a:t>
            </a:r>
          </a:p>
          <a:p>
            <a:pPr>
              <a:lnSpc>
                <a:spcPct val="80000"/>
              </a:lnSpc>
            </a:pPr>
            <a:endParaRPr lang="en-US" sz="1600" dirty="0"/>
          </a:p>
          <a:p>
            <a:pPr>
              <a:lnSpc>
                <a:spcPct val="80000"/>
              </a:lnSpc>
            </a:pPr>
            <a:r>
              <a:rPr lang="en-US" sz="1600" dirty="0" err="1"/>
              <a:t>Torsoinal</a:t>
            </a:r>
            <a:r>
              <a:rPr lang="en-US" sz="1600" dirty="0"/>
              <a:t> Pendulum</a:t>
            </a:r>
          </a:p>
          <a:p>
            <a:pPr>
              <a:lnSpc>
                <a:spcPct val="80000"/>
              </a:lnSpc>
            </a:pPr>
            <a:endParaRPr lang="en-US" sz="1600" dirty="0"/>
          </a:p>
          <a:p>
            <a:pPr>
              <a:lnSpc>
                <a:spcPct val="80000"/>
              </a:lnSpc>
            </a:pPr>
            <a:endParaRPr lang="en-US" sz="1600" dirty="0"/>
          </a:p>
          <a:p>
            <a:pPr>
              <a:lnSpc>
                <a:spcPct val="80000"/>
              </a:lnSpc>
            </a:pPr>
            <a:r>
              <a:rPr lang="en-US" sz="1600" dirty="0"/>
              <a:t>Damped Oscillation</a:t>
            </a:r>
          </a:p>
          <a:p>
            <a:pPr>
              <a:lnSpc>
                <a:spcPct val="80000"/>
              </a:lnSpc>
            </a:pPr>
            <a:endParaRPr lang="en-US" sz="1600" dirty="0"/>
          </a:p>
          <a:p>
            <a:pPr>
              <a:lnSpc>
                <a:spcPct val="80000"/>
              </a:lnSpc>
            </a:pPr>
            <a:endParaRPr lang="en-US" sz="1600" dirty="0"/>
          </a:p>
          <a:p>
            <a:pPr>
              <a:lnSpc>
                <a:spcPct val="80000"/>
              </a:lnSpc>
            </a:pPr>
            <a:r>
              <a:rPr lang="en-US" sz="1600" dirty="0"/>
              <a:t>Forced Oscillation</a:t>
            </a:r>
          </a:p>
          <a:p>
            <a:pPr>
              <a:lnSpc>
                <a:spcPct val="80000"/>
              </a:lnSpc>
            </a:pPr>
            <a:endParaRPr lang="en-US" sz="1600" dirty="0"/>
          </a:p>
          <a:p>
            <a:pPr>
              <a:lnSpc>
                <a:spcPct val="80000"/>
              </a:lnSpc>
            </a:pPr>
            <a:endParaRPr lang="en-US" sz="1600" dirty="0"/>
          </a:p>
          <a:p>
            <a:pPr>
              <a:lnSpc>
                <a:spcPct val="80000"/>
              </a:lnSpc>
            </a:pPr>
            <a:endParaRPr lang="en-US" sz="1600" dirty="0"/>
          </a:p>
        </p:txBody>
      </p:sp>
      <p:graphicFrame>
        <p:nvGraphicFramePr>
          <p:cNvPr id="258052" name="Object 4"/>
          <p:cNvGraphicFramePr>
            <a:graphicFrameLocks noChangeAspect="1"/>
          </p:cNvGraphicFramePr>
          <p:nvPr/>
        </p:nvGraphicFramePr>
        <p:xfrm>
          <a:off x="2019300" y="2333625"/>
          <a:ext cx="546100" cy="215900"/>
        </p:xfrm>
        <a:graphic>
          <a:graphicData uri="http://schemas.openxmlformats.org/presentationml/2006/ole">
            <mc:AlternateContent xmlns:mc="http://schemas.openxmlformats.org/markup-compatibility/2006">
              <mc:Choice xmlns:v="urn:schemas-microsoft-com:vml" Requires="v">
                <p:oleObj name="Equation" r:id="rId2" imgW="457002" imgH="177723" progId="Equation.3">
                  <p:embed/>
                </p:oleObj>
              </mc:Choice>
              <mc:Fallback>
                <p:oleObj name="Equation" r:id="rId2" imgW="457002" imgH="177723" progId="Equation.3">
                  <p:embed/>
                  <p:pic>
                    <p:nvPicPr>
                      <p:cNvPr id="258052"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19300" y="2333625"/>
                        <a:ext cx="546100"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53" name="Object 5"/>
          <p:cNvGraphicFramePr>
            <a:graphicFrameLocks noChangeAspect="1"/>
          </p:cNvGraphicFramePr>
          <p:nvPr/>
        </p:nvGraphicFramePr>
        <p:xfrm>
          <a:off x="2816225" y="2193925"/>
          <a:ext cx="946150" cy="495300"/>
        </p:xfrm>
        <a:graphic>
          <a:graphicData uri="http://schemas.openxmlformats.org/presentationml/2006/ole">
            <mc:AlternateContent xmlns:mc="http://schemas.openxmlformats.org/markup-compatibility/2006">
              <mc:Choice xmlns:v="urn:schemas-microsoft-com:vml" Requires="v">
                <p:oleObj name="Equation" r:id="rId4" imgW="800100" imgH="419100" progId="Equation.3">
                  <p:embed/>
                </p:oleObj>
              </mc:Choice>
              <mc:Fallback>
                <p:oleObj name="Equation" r:id="rId4" imgW="800100" imgH="419100" progId="Equation.3">
                  <p:embed/>
                  <p:pic>
                    <p:nvPicPr>
                      <p:cNvPr id="258053"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16225" y="2193925"/>
                        <a:ext cx="946150" cy="4953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54" name="Object 6"/>
          <p:cNvGraphicFramePr>
            <a:graphicFrameLocks noChangeAspect="1"/>
          </p:cNvGraphicFramePr>
          <p:nvPr/>
        </p:nvGraphicFramePr>
        <p:xfrm>
          <a:off x="5927725" y="2311400"/>
          <a:ext cx="1514475" cy="258763"/>
        </p:xfrm>
        <a:graphic>
          <a:graphicData uri="http://schemas.openxmlformats.org/presentationml/2006/ole">
            <mc:AlternateContent xmlns:mc="http://schemas.openxmlformats.org/markup-compatibility/2006">
              <mc:Choice xmlns:v="urn:schemas-microsoft-com:vml" Requires="v">
                <p:oleObj name="Equation" r:id="rId6" imgW="1346040" imgH="228600" progId="Equation.3">
                  <p:embed/>
                </p:oleObj>
              </mc:Choice>
              <mc:Fallback>
                <p:oleObj name="Equation" r:id="rId6" imgW="1346040" imgH="228600" progId="Equation.3">
                  <p:embed/>
                  <p:pic>
                    <p:nvPicPr>
                      <p:cNvPr id="258054"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927725" y="2311400"/>
                        <a:ext cx="1514475" cy="2587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55" name="Object 7"/>
          <p:cNvGraphicFramePr>
            <a:graphicFrameLocks noChangeAspect="1"/>
          </p:cNvGraphicFramePr>
          <p:nvPr/>
        </p:nvGraphicFramePr>
        <p:xfrm>
          <a:off x="3917950" y="2205038"/>
          <a:ext cx="584200" cy="469900"/>
        </p:xfrm>
        <a:graphic>
          <a:graphicData uri="http://schemas.openxmlformats.org/presentationml/2006/ole">
            <mc:AlternateContent xmlns:mc="http://schemas.openxmlformats.org/markup-compatibility/2006">
              <mc:Choice xmlns:v="urn:schemas-microsoft-com:vml" Requires="v">
                <p:oleObj name="Equation" r:id="rId8" imgW="495000" imgH="393480" progId="Equation.3">
                  <p:embed/>
                </p:oleObj>
              </mc:Choice>
              <mc:Fallback>
                <p:oleObj name="Equation" r:id="rId8" imgW="495000" imgH="393480" progId="Equation.3">
                  <p:embed/>
                  <p:pic>
                    <p:nvPicPr>
                      <p:cNvPr id="258055" name="Object 7"/>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917950" y="2205038"/>
                        <a:ext cx="584200" cy="469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56" name="Object 8"/>
          <p:cNvGraphicFramePr>
            <a:graphicFrameLocks noChangeAspect="1"/>
          </p:cNvGraphicFramePr>
          <p:nvPr/>
        </p:nvGraphicFramePr>
        <p:xfrm>
          <a:off x="4787900" y="2244725"/>
          <a:ext cx="908050" cy="393700"/>
        </p:xfrm>
        <a:graphic>
          <a:graphicData uri="http://schemas.openxmlformats.org/presentationml/2006/ole">
            <mc:AlternateContent xmlns:mc="http://schemas.openxmlformats.org/markup-compatibility/2006">
              <mc:Choice xmlns:v="urn:schemas-microsoft-com:vml" Requires="v">
                <p:oleObj name="Equation" r:id="rId10" imgW="1079500" imgH="469900" progId="Equation.3">
                  <p:embed/>
                </p:oleObj>
              </mc:Choice>
              <mc:Fallback>
                <p:oleObj name="Equation" r:id="rId10" imgW="1079500" imgH="469900" progId="Equation.3">
                  <p:embed/>
                  <p:pic>
                    <p:nvPicPr>
                      <p:cNvPr id="258056" name="Object 8"/>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4787900" y="2244725"/>
                        <a:ext cx="908050" cy="3937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57" name="Object 9"/>
          <p:cNvGraphicFramePr>
            <a:graphicFrameLocks noChangeAspect="1"/>
          </p:cNvGraphicFramePr>
          <p:nvPr/>
        </p:nvGraphicFramePr>
        <p:xfrm>
          <a:off x="5854700" y="2859088"/>
          <a:ext cx="1238250" cy="211137"/>
        </p:xfrm>
        <a:graphic>
          <a:graphicData uri="http://schemas.openxmlformats.org/presentationml/2006/ole">
            <mc:AlternateContent xmlns:mc="http://schemas.openxmlformats.org/markup-compatibility/2006">
              <mc:Choice xmlns:v="urn:schemas-microsoft-com:vml" Requires="v">
                <p:oleObj name="Equation" r:id="rId12" imgW="1346040" imgH="228600" progId="Equation.3">
                  <p:embed/>
                </p:oleObj>
              </mc:Choice>
              <mc:Fallback>
                <p:oleObj name="Equation" r:id="rId12" imgW="1346040" imgH="228600" progId="Equation.3">
                  <p:embed/>
                  <p:pic>
                    <p:nvPicPr>
                      <p:cNvPr id="258057" name="Object 9"/>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854700" y="2859088"/>
                        <a:ext cx="1238250" cy="2111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58" name="Object 10"/>
          <p:cNvGraphicFramePr>
            <a:graphicFrameLocks noChangeAspect="1"/>
          </p:cNvGraphicFramePr>
          <p:nvPr/>
        </p:nvGraphicFramePr>
        <p:xfrm>
          <a:off x="2843213" y="2840038"/>
          <a:ext cx="866775" cy="371475"/>
        </p:xfrm>
        <a:graphic>
          <a:graphicData uri="http://schemas.openxmlformats.org/presentationml/2006/ole">
            <mc:AlternateContent xmlns:mc="http://schemas.openxmlformats.org/markup-compatibility/2006">
              <mc:Choice xmlns:v="urn:schemas-microsoft-com:vml" Requires="v">
                <p:oleObj name="Equation" r:id="rId13" imgW="977900" imgH="419100" progId="Equation.3">
                  <p:embed/>
                </p:oleObj>
              </mc:Choice>
              <mc:Fallback>
                <p:oleObj name="Equation" r:id="rId13" imgW="977900" imgH="419100" progId="Equation.3">
                  <p:embed/>
                  <p:pic>
                    <p:nvPicPr>
                      <p:cNvPr id="258058" name="Object 10"/>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843213" y="2840038"/>
                        <a:ext cx="866775" cy="3714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59" name="Object 11"/>
          <p:cNvGraphicFramePr>
            <a:graphicFrameLocks noChangeAspect="1"/>
          </p:cNvGraphicFramePr>
          <p:nvPr/>
        </p:nvGraphicFramePr>
        <p:xfrm>
          <a:off x="3821113" y="2855913"/>
          <a:ext cx="665162" cy="385762"/>
        </p:xfrm>
        <a:graphic>
          <a:graphicData uri="http://schemas.openxmlformats.org/presentationml/2006/ole">
            <mc:AlternateContent xmlns:mc="http://schemas.openxmlformats.org/markup-compatibility/2006">
              <mc:Choice xmlns:v="urn:schemas-microsoft-com:vml" Requires="v">
                <p:oleObj name="Equation" r:id="rId15" imgW="672840" imgH="393480" progId="Equation.3">
                  <p:embed/>
                </p:oleObj>
              </mc:Choice>
              <mc:Fallback>
                <p:oleObj name="Equation" r:id="rId15" imgW="672840" imgH="393480" progId="Equation.3">
                  <p:embed/>
                  <p:pic>
                    <p:nvPicPr>
                      <p:cNvPr id="258059" name="Object 11"/>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3821113" y="2855913"/>
                        <a:ext cx="665162" cy="3857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60" name="Object 12"/>
          <p:cNvGraphicFramePr>
            <a:graphicFrameLocks noChangeAspect="1"/>
          </p:cNvGraphicFramePr>
          <p:nvPr/>
        </p:nvGraphicFramePr>
        <p:xfrm>
          <a:off x="4659313" y="2773363"/>
          <a:ext cx="971550" cy="501650"/>
        </p:xfrm>
        <a:graphic>
          <a:graphicData uri="http://schemas.openxmlformats.org/presentationml/2006/ole">
            <mc:AlternateContent xmlns:mc="http://schemas.openxmlformats.org/markup-compatibility/2006">
              <mc:Choice xmlns:v="urn:schemas-microsoft-com:vml" Requires="v">
                <p:oleObj name="Equation" r:id="rId17" imgW="901309" imgH="469696" progId="Equation.3">
                  <p:embed/>
                </p:oleObj>
              </mc:Choice>
              <mc:Fallback>
                <p:oleObj name="Equation" r:id="rId17" imgW="901309" imgH="469696" progId="Equation.3">
                  <p:embed/>
                  <p:pic>
                    <p:nvPicPr>
                      <p:cNvPr id="258060" name="Object 12"/>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4659313" y="2773363"/>
                        <a:ext cx="971550" cy="5016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61" name="Object 13"/>
          <p:cNvGraphicFramePr>
            <a:graphicFrameLocks noChangeAspect="1"/>
          </p:cNvGraphicFramePr>
          <p:nvPr/>
        </p:nvGraphicFramePr>
        <p:xfrm>
          <a:off x="5854700" y="3281363"/>
          <a:ext cx="1311275" cy="223837"/>
        </p:xfrm>
        <a:graphic>
          <a:graphicData uri="http://schemas.openxmlformats.org/presentationml/2006/ole">
            <mc:AlternateContent xmlns:mc="http://schemas.openxmlformats.org/markup-compatibility/2006">
              <mc:Choice xmlns:v="urn:schemas-microsoft-com:vml" Requires="v">
                <p:oleObj name="Equation" r:id="rId19" imgW="1346040" imgH="228600" progId="Equation.3">
                  <p:embed/>
                </p:oleObj>
              </mc:Choice>
              <mc:Fallback>
                <p:oleObj name="Equation" r:id="rId19" imgW="1346040" imgH="228600" progId="Equation.3">
                  <p:embed/>
                  <p:pic>
                    <p:nvPicPr>
                      <p:cNvPr id="258061" name="Object 1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854700" y="3281363"/>
                        <a:ext cx="1311275" cy="2238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62" name="Object 14"/>
          <p:cNvGraphicFramePr>
            <a:graphicFrameLocks noChangeAspect="1"/>
          </p:cNvGraphicFramePr>
          <p:nvPr/>
        </p:nvGraphicFramePr>
        <p:xfrm>
          <a:off x="2894013" y="3433763"/>
          <a:ext cx="703262" cy="366712"/>
        </p:xfrm>
        <a:graphic>
          <a:graphicData uri="http://schemas.openxmlformats.org/presentationml/2006/ole">
            <mc:AlternateContent xmlns:mc="http://schemas.openxmlformats.org/markup-compatibility/2006">
              <mc:Choice xmlns:v="urn:schemas-microsoft-com:vml" Requires="v">
                <p:oleObj name="Equation" r:id="rId20" imgW="799920" imgH="419040" progId="Equation.3">
                  <p:embed/>
                </p:oleObj>
              </mc:Choice>
              <mc:Fallback>
                <p:oleObj name="Equation" r:id="rId20" imgW="799920" imgH="419040" progId="Equation.3">
                  <p:embed/>
                  <p:pic>
                    <p:nvPicPr>
                      <p:cNvPr id="258062" name="Object 14"/>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2894013" y="3433763"/>
                        <a:ext cx="703262" cy="366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63" name="Object 15"/>
          <p:cNvGraphicFramePr>
            <a:graphicFrameLocks noChangeAspect="1"/>
          </p:cNvGraphicFramePr>
          <p:nvPr/>
        </p:nvGraphicFramePr>
        <p:xfrm>
          <a:off x="3771900" y="3330575"/>
          <a:ext cx="669925" cy="536575"/>
        </p:xfrm>
        <a:graphic>
          <a:graphicData uri="http://schemas.openxmlformats.org/presentationml/2006/ole">
            <mc:AlternateContent xmlns:mc="http://schemas.openxmlformats.org/markup-compatibility/2006">
              <mc:Choice xmlns:v="urn:schemas-microsoft-com:vml" Requires="v">
                <p:oleObj name="Equation" r:id="rId22" imgW="495000" imgH="393480" progId="Equation.3">
                  <p:embed/>
                </p:oleObj>
              </mc:Choice>
              <mc:Fallback>
                <p:oleObj name="Equation" r:id="rId22" imgW="495000" imgH="393480" progId="Equation.3">
                  <p:embed/>
                  <p:pic>
                    <p:nvPicPr>
                      <p:cNvPr id="258063" name="Object 15"/>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3771900" y="3330575"/>
                        <a:ext cx="669925" cy="5365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64" name="Object 16"/>
          <p:cNvGraphicFramePr>
            <a:graphicFrameLocks noChangeAspect="1"/>
          </p:cNvGraphicFramePr>
          <p:nvPr/>
        </p:nvGraphicFramePr>
        <p:xfrm>
          <a:off x="4762500" y="3362325"/>
          <a:ext cx="669925" cy="422275"/>
        </p:xfrm>
        <a:graphic>
          <a:graphicData uri="http://schemas.openxmlformats.org/presentationml/2006/ole">
            <mc:AlternateContent xmlns:mc="http://schemas.openxmlformats.org/markup-compatibility/2006">
              <mc:Choice xmlns:v="urn:schemas-microsoft-com:vml" Requires="v">
                <p:oleObj name="Equation" r:id="rId24" imgW="711000" imgH="444240" progId="Equation.3">
                  <p:embed/>
                </p:oleObj>
              </mc:Choice>
              <mc:Fallback>
                <p:oleObj name="Equation" r:id="rId24" imgW="711000" imgH="444240" progId="Equation.3">
                  <p:embed/>
                  <p:pic>
                    <p:nvPicPr>
                      <p:cNvPr id="258064" name="Object 16"/>
                      <p:cNvPicPr>
                        <a:picLocks noChangeAspect="1" noChangeArrowheads="1"/>
                      </p:cNvPicPr>
                      <p:nvPr/>
                    </p:nvPicPr>
                    <p:blipFill>
                      <a:blip r:embed="rId25">
                        <a:extLst>
                          <a:ext uri="{28A0092B-C50C-407E-A947-70E740481C1C}">
                            <a14:useLocalDpi xmlns:a14="http://schemas.microsoft.com/office/drawing/2010/main" val="0"/>
                          </a:ext>
                        </a:extLst>
                      </a:blip>
                      <a:srcRect/>
                      <a:stretch>
                        <a:fillRect/>
                      </a:stretch>
                    </p:blipFill>
                    <p:spPr bwMode="auto">
                      <a:xfrm>
                        <a:off x="4762500" y="3362325"/>
                        <a:ext cx="669925" cy="4222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65" name="Object 17"/>
          <p:cNvGraphicFramePr>
            <a:graphicFrameLocks noChangeAspect="1"/>
          </p:cNvGraphicFramePr>
          <p:nvPr/>
        </p:nvGraphicFramePr>
        <p:xfrm>
          <a:off x="2919413" y="4256088"/>
          <a:ext cx="831850" cy="317500"/>
        </p:xfrm>
        <a:graphic>
          <a:graphicData uri="http://schemas.openxmlformats.org/presentationml/2006/ole">
            <mc:AlternateContent xmlns:mc="http://schemas.openxmlformats.org/markup-compatibility/2006">
              <mc:Choice xmlns:v="urn:schemas-microsoft-com:vml" Requires="v">
                <p:oleObj name="Equation" r:id="rId26" imgW="596900" imgH="228600" progId="Equation.3">
                  <p:embed/>
                </p:oleObj>
              </mc:Choice>
              <mc:Fallback>
                <p:oleObj name="Equation" r:id="rId26" imgW="596900" imgH="228600" progId="Equation.3">
                  <p:embed/>
                  <p:pic>
                    <p:nvPicPr>
                      <p:cNvPr id="258065" name="Object 17"/>
                      <p:cNvPicPr>
                        <a:picLocks noChangeAspect="1" noChangeArrowheads="1"/>
                      </p:cNvPicPr>
                      <p:nvPr/>
                    </p:nvPicPr>
                    <p:blipFill>
                      <a:blip r:embed="rId27">
                        <a:extLst>
                          <a:ext uri="{28A0092B-C50C-407E-A947-70E740481C1C}">
                            <a14:useLocalDpi xmlns:a14="http://schemas.microsoft.com/office/drawing/2010/main" val="0"/>
                          </a:ext>
                        </a:extLst>
                      </a:blip>
                      <a:srcRect/>
                      <a:stretch>
                        <a:fillRect/>
                      </a:stretch>
                    </p:blipFill>
                    <p:spPr bwMode="auto">
                      <a:xfrm>
                        <a:off x="2919413" y="4256088"/>
                        <a:ext cx="831850" cy="317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66" name="Object 18"/>
          <p:cNvGraphicFramePr>
            <a:graphicFrameLocks noChangeAspect="1"/>
          </p:cNvGraphicFramePr>
          <p:nvPr/>
        </p:nvGraphicFramePr>
        <p:xfrm>
          <a:off x="3962400" y="4187825"/>
          <a:ext cx="1423988" cy="485775"/>
        </p:xfrm>
        <a:graphic>
          <a:graphicData uri="http://schemas.openxmlformats.org/presentationml/2006/ole">
            <mc:AlternateContent xmlns:mc="http://schemas.openxmlformats.org/markup-compatibility/2006">
              <mc:Choice xmlns:v="urn:schemas-microsoft-com:vml" Requires="v">
                <p:oleObj name="Equation" r:id="rId28" imgW="1231366" imgH="418918" progId="Equation.3">
                  <p:embed/>
                </p:oleObj>
              </mc:Choice>
              <mc:Fallback>
                <p:oleObj name="Equation" r:id="rId28" imgW="1231366" imgH="418918" progId="Equation.3">
                  <p:embed/>
                  <p:pic>
                    <p:nvPicPr>
                      <p:cNvPr id="258066" name="Object 18"/>
                      <p:cNvPicPr>
                        <a:picLocks noChangeAspect="1" noChangeArrowheads="1"/>
                      </p:cNvPicPr>
                      <p:nvPr/>
                    </p:nvPicPr>
                    <p:blipFill>
                      <a:blip r:embed="rId29">
                        <a:extLst>
                          <a:ext uri="{28A0092B-C50C-407E-A947-70E740481C1C}">
                            <a14:useLocalDpi xmlns:a14="http://schemas.microsoft.com/office/drawing/2010/main" val="0"/>
                          </a:ext>
                        </a:extLst>
                      </a:blip>
                      <a:srcRect/>
                      <a:stretch>
                        <a:fillRect/>
                      </a:stretch>
                    </p:blipFill>
                    <p:spPr bwMode="auto">
                      <a:xfrm>
                        <a:off x="3962400" y="4187825"/>
                        <a:ext cx="1423988" cy="4857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67" name="Object 19"/>
          <p:cNvGraphicFramePr>
            <a:graphicFrameLocks noChangeAspect="1"/>
          </p:cNvGraphicFramePr>
          <p:nvPr/>
        </p:nvGraphicFramePr>
        <p:xfrm>
          <a:off x="5588000" y="4221163"/>
          <a:ext cx="1835150" cy="307975"/>
        </p:xfrm>
        <a:graphic>
          <a:graphicData uri="http://schemas.openxmlformats.org/presentationml/2006/ole">
            <mc:AlternateContent xmlns:mc="http://schemas.openxmlformats.org/markup-compatibility/2006">
              <mc:Choice xmlns:v="urn:schemas-microsoft-com:vml" Requires="v">
                <p:oleObj name="Equation" r:id="rId30" imgW="1511280" imgH="253800" progId="Equation.3">
                  <p:embed/>
                </p:oleObj>
              </mc:Choice>
              <mc:Fallback>
                <p:oleObj name="Equation" r:id="rId30" imgW="1511280" imgH="253800" progId="Equation.3">
                  <p:embed/>
                  <p:pic>
                    <p:nvPicPr>
                      <p:cNvPr id="258067" name="Object 19"/>
                      <p:cNvPicPr>
                        <a:picLocks noChangeAspect="1" noChangeArrowheads="1"/>
                      </p:cNvPicPr>
                      <p:nvPr/>
                    </p:nvPicPr>
                    <p:blipFill>
                      <a:blip r:embed="rId31">
                        <a:extLst>
                          <a:ext uri="{28A0092B-C50C-407E-A947-70E740481C1C}">
                            <a14:useLocalDpi xmlns:a14="http://schemas.microsoft.com/office/drawing/2010/main" val="0"/>
                          </a:ext>
                        </a:extLst>
                      </a:blip>
                      <a:srcRect/>
                      <a:stretch>
                        <a:fillRect/>
                      </a:stretch>
                    </p:blipFill>
                    <p:spPr bwMode="auto">
                      <a:xfrm>
                        <a:off x="5588000" y="4221163"/>
                        <a:ext cx="1835150" cy="3079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68" name="Object 20"/>
          <p:cNvGraphicFramePr>
            <a:graphicFrameLocks noChangeAspect="1"/>
          </p:cNvGraphicFramePr>
          <p:nvPr/>
        </p:nvGraphicFramePr>
        <p:xfrm>
          <a:off x="7521575" y="4173538"/>
          <a:ext cx="914400" cy="388937"/>
        </p:xfrm>
        <a:graphic>
          <a:graphicData uri="http://schemas.openxmlformats.org/presentationml/2006/ole">
            <mc:AlternateContent xmlns:mc="http://schemas.openxmlformats.org/markup-compatibility/2006">
              <mc:Choice xmlns:v="urn:schemas-microsoft-com:vml" Requires="v">
                <p:oleObj name="Equation" r:id="rId32" imgW="1193760" imgH="507960" progId="Equation.3">
                  <p:embed/>
                </p:oleObj>
              </mc:Choice>
              <mc:Fallback>
                <p:oleObj name="Equation" r:id="rId32" imgW="1193760" imgH="507960" progId="Equation.3">
                  <p:embed/>
                  <p:pic>
                    <p:nvPicPr>
                      <p:cNvPr id="258068" name="Object 20"/>
                      <p:cNvPicPr>
                        <a:picLocks noChangeAspect="1" noChangeArrowheads="1"/>
                      </p:cNvPicPr>
                      <p:nvPr/>
                    </p:nvPicPr>
                    <p:blipFill>
                      <a:blip r:embed="rId33">
                        <a:extLst>
                          <a:ext uri="{28A0092B-C50C-407E-A947-70E740481C1C}">
                            <a14:useLocalDpi xmlns:a14="http://schemas.microsoft.com/office/drawing/2010/main" val="0"/>
                          </a:ext>
                        </a:extLst>
                      </a:blip>
                      <a:srcRect/>
                      <a:stretch>
                        <a:fillRect/>
                      </a:stretch>
                    </p:blipFill>
                    <p:spPr bwMode="auto">
                      <a:xfrm>
                        <a:off x="7521575" y="4173538"/>
                        <a:ext cx="914400" cy="3889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69" name="Object 21"/>
          <p:cNvGraphicFramePr>
            <a:graphicFrameLocks noChangeAspect="1"/>
          </p:cNvGraphicFramePr>
          <p:nvPr/>
        </p:nvGraphicFramePr>
        <p:xfrm>
          <a:off x="3165475" y="4686300"/>
          <a:ext cx="557213" cy="407988"/>
        </p:xfrm>
        <a:graphic>
          <a:graphicData uri="http://schemas.openxmlformats.org/presentationml/2006/ole">
            <mc:AlternateContent xmlns:mc="http://schemas.openxmlformats.org/markup-compatibility/2006">
              <mc:Choice xmlns:v="urn:schemas-microsoft-com:vml" Requires="v">
                <p:oleObj name="Equation" r:id="rId34" imgW="609480" imgH="444240" progId="Equation.3">
                  <p:embed/>
                </p:oleObj>
              </mc:Choice>
              <mc:Fallback>
                <p:oleObj name="Equation" r:id="rId34" imgW="609480" imgH="444240" progId="Equation.3">
                  <p:embed/>
                  <p:pic>
                    <p:nvPicPr>
                      <p:cNvPr id="258069" name="Object 21"/>
                      <p:cNvPicPr>
                        <a:picLocks noChangeAspect="1" noChangeArrowheads="1"/>
                      </p:cNvPicPr>
                      <p:nvPr/>
                    </p:nvPicPr>
                    <p:blipFill>
                      <a:blip r:embed="rId35">
                        <a:extLst>
                          <a:ext uri="{28A0092B-C50C-407E-A947-70E740481C1C}">
                            <a14:useLocalDpi xmlns:a14="http://schemas.microsoft.com/office/drawing/2010/main" val="0"/>
                          </a:ext>
                        </a:extLst>
                      </a:blip>
                      <a:srcRect/>
                      <a:stretch>
                        <a:fillRect/>
                      </a:stretch>
                    </p:blipFill>
                    <p:spPr bwMode="auto">
                      <a:xfrm>
                        <a:off x="3165475" y="4686300"/>
                        <a:ext cx="557213" cy="4079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70" name="Object 22"/>
          <p:cNvGraphicFramePr>
            <a:graphicFrameLocks noChangeAspect="1"/>
          </p:cNvGraphicFramePr>
          <p:nvPr/>
        </p:nvGraphicFramePr>
        <p:xfrm>
          <a:off x="4149725" y="4818063"/>
          <a:ext cx="750888" cy="255587"/>
        </p:xfrm>
        <a:graphic>
          <a:graphicData uri="http://schemas.openxmlformats.org/presentationml/2006/ole">
            <mc:AlternateContent xmlns:mc="http://schemas.openxmlformats.org/markup-compatibility/2006">
              <mc:Choice xmlns:v="urn:schemas-microsoft-com:vml" Requires="v">
                <p:oleObj name="Equation" r:id="rId36" imgW="672840" imgH="228600" progId="Equation.3">
                  <p:embed/>
                </p:oleObj>
              </mc:Choice>
              <mc:Fallback>
                <p:oleObj name="Equation" r:id="rId36" imgW="672840" imgH="228600" progId="Equation.3">
                  <p:embed/>
                  <p:pic>
                    <p:nvPicPr>
                      <p:cNvPr id="258070" name="Object 22"/>
                      <p:cNvPicPr>
                        <a:picLocks noChangeAspect="1" noChangeArrowheads="1"/>
                      </p:cNvPicPr>
                      <p:nvPr/>
                    </p:nvPicPr>
                    <p:blipFill>
                      <a:blip r:embed="rId37">
                        <a:extLst>
                          <a:ext uri="{28A0092B-C50C-407E-A947-70E740481C1C}">
                            <a14:useLocalDpi xmlns:a14="http://schemas.microsoft.com/office/drawing/2010/main" val="0"/>
                          </a:ext>
                        </a:extLst>
                      </a:blip>
                      <a:srcRect/>
                      <a:stretch>
                        <a:fillRect/>
                      </a:stretch>
                    </p:blipFill>
                    <p:spPr bwMode="auto">
                      <a:xfrm>
                        <a:off x="4149725" y="4818063"/>
                        <a:ext cx="750888" cy="255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71" name="Object 23"/>
          <p:cNvGraphicFramePr>
            <a:graphicFrameLocks noChangeAspect="1"/>
          </p:cNvGraphicFramePr>
          <p:nvPr/>
        </p:nvGraphicFramePr>
        <p:xfrm>
          <a:off x="2903538" y="5092700"/>
          <a:ext cx="1416050" cy="309563"/>
        </p:xfrm>
        <a:graphic>
          <a:graphicData uri="http://schemas.openxmlformats.org/presentationml/2006/ole">
            <mc:AlternateContent xmlns:mc="http://schemas.openxmlformats.org/markup-compatibility/2006">
              <mc:Choice xmlns:v="urn:schemas-microsoft-com:vml" Requires="v">
                <p:oleObj name="Equation" r:id="rId38" imgW="1104840" imgH="241200" progId="Equation.3">
                  <p:embed/>
                </p:oleObj>
              </mc:Choice>
              <mc:Fallback>
                <p:oleObj name="Equation" r:id="rId38" imgW="1104840" imgH="241200" progId="Equation.3">
                  <p:embed/>
                  <p:pic>
                    <p:nvPicPr>
                      <p:cNvPr id="258071" name="Object 23"/>
                      <p:cNvPicPr>
                        <a:picLocks noChangeAspect="1" noChangeArrowheads="1"/>
                      </p:cNvPicPr>
                      <p:nvPr/>
                    </p:nvPicPr>
                    <p:blipFill>
                      <a:blip r:embed="rId39">
                        <a:extLst>
                          <a:ext uri="{28A0092B-C50C-407E-A947-70E740481C1C}">
                            <a14:useLocalDpi xmlns:a14="http://schemas.microsoft.com/office/drawing/2010/main" val="0"/>
                          </a:ext>
                        </a:extLst>
                      </a:blip>
                      <a:srcRect/>
                      <a:stretch>
                        <a:fillRect/>
                      </a:stretch>
                    </p:blipFill>
                    <p:spPr bwMode="auto">
                      <a:xfrm>
                        <a:off x="2903538" y="5092700"/>
                        <a:ext cx="1416050" cy="3095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72" name="Object 24"/>
          <p:cNvGraphicFramePr>
            <a:graphicFrameLocks noChangeAspect="1"/>
          </p:cNvGraphicFramePr>
          <p:nvPr/>
        </p:nvGraphicFramePr>
        <p:xfrm>
          <a:off x="6257925" y="5032375"/>
          <a:ext cx="1312863" cy="468313"/>
        </p:xfrm>
        <a:graphic>
          <a:graphicData uri="http://schemas.openxmlformats.org/presentationml/2006/ole">
            <mc:AlternateContent xmlns:mc="http://schemas.openxmlformats.org/markup-compatibility/2006">
              <mc:Choice xmlns:v="urn:schemas-microsoft-com:vml" Requires="v">
                <p:oleObj name="Equation" r:id="rId40" imgW="1498320" imgH="533160" progId="Equation.3">
                  <p:embed/>
                </p:oleObj>
              </mc:Choice>
              <mc:Fallback>
                <p:oleObj name="Equation" r:id="rId40" imgW="1498320" imgH="533160" progId="Equation.3">
                  <p:embed/>
                  <p:pic>
                    <p:nvPicPr>
                      <p:cNvPr id="258072" name="Object 24"/>
                      <p:cNvPicPr>
                        <a:picLocks noChangeAspect="1" noChangeArrowheads="1"/>
                      </p:cNvPicPr>
                      <p:nvPr/>
                    </p:nvPicPr>
                    <p:blipFill>
                      <a:blip r:embed="rId41">
                        <a:extLst>
                          <a:ext uri="{28A0092B-C50C-407E-A947-70E740481C1C}">
                            <a14:useLocalDpi xmlns:a14="http://schemas.microsoft.com/office/drawing/2010/main" val="0"/>
                          </a:ext>
                        </a:extLst>
                      </a:blip>
                      <a:srcRect/>
                      <a:stretch>
                        <a:fillRect/>
                      </a:stretch>
                    </p:blipFill>
                    <p:spPr bwMode="auto">
                      <a:xfrm>
                        <a:off x="6257925" y="5032375"/>
                        <a:ext cx="1312863" cy="4683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73" name="Object 25"/>
          <p:cNvGraphicFramePr>
            <a:graphicFrameLocks noChangeAspect="1"/>
          </p:cNvGraphicFramePr>
          <p:nvPr/>
        </p:nvGraphicFramePr>
        <p:xfrm>
          <a:off x="4611688" y="5132388"/>
          <a:ext cx="1195387" cy="215900"/>
        </p:xfrm>
        <a:graphic>
          <a:graphicData uri="http://schemas.openxmlformats.org/presentationml/2006/ole">
            <mc:AlternateContent xmlns:mc="http://schemas.openxmlformats.org/markup-compatibility/2006">
              <mc:Choice xmlns:v="urn:schemas-microsoft-com:vml" Requires="v">
                <p:oleObj name="Equation" r:id="rId42" imgW="1193760" imgH="215640" progId="Equation.3">
                  <p:embed/>
                </p:oleObj>
              </mc:Choice>
              <mc:Fallback>
                <p:oleObj name="Equation" r:id="rId42" imgW="1193760" imgH="215640" progId="Equation.3">
                  <p:embed/>
                  <p:pic>
                    <p:nvPicPr>
                      <p:cNvPr id="258073" name="Object 25"/>
                      <p:cNvPicPr>
                        <a:picLocks noChangeAspect="1" noChangeArrowheads="1"/>
                      </p:cNvPicPr>
                      <p:nvPr/>
                    </p:nvPicPr>
                    <p:blipFill>
                      <a:blip r:embed="rId43">
                        <a:extLst>
                          <a:ext uri="{28A0092B-C50C-407E-A947-70E740481C1C}">
                            <a14:useLocalDpi xmlns:a14="http://schemas.microsoft.com/office/drawing/2010/main" val="0"/>
                          </a:ext>
                        </a:extLst>
                      </a:blip>
                      <a:srcRect/>
                      <a:stretch>
                        <a:fillRect/>
                      </a:stretch>
                    </p:blipFill>
                    <p:spPr bwMode="auto">
                      <a:xfrm>
                        <a:off x="4611688" y="5132388"/>
                        <a:ext cx="1195387"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E6B8BDF-C48D-65C9-A500-F0CEC4376C37}"/>
              </a:ext>
            </a:extLst>
          </p:cNvPr>
          <p:cNvSpPr>
            <a:spLocks noGrp="1"/>
          </p:cNvSpPr>
          <p:nvPr>
            <p:ph type="title"/>
          </p:nvPr>
        </p:nvSpPr>
        <p:spPr/>
        <p:txBody>
          <a:bodyPr/>
          <a:lstStyle/>
          <a:p>
            <a:r>
              <a:rPr lang="en-US" dirty="0"/>
              <a:t>Waves</a:t>
            </a:r>
          </a:p>
        </p:txBody>
      </p:sp>
      <p:sp>
        <p:nvSpPr>
          <p:cNvPr id="5" name="Text Placeholder 4">
            <a:extLst>
              <a:ext uri="{FF2B5EF4-FFF2-40B4-BE49-F238E27FC236}">
                <a16:creationId xmlns:a16="http://schemas.microsoft.com/office/drawing/2014/main" id="{0A3C8047-894A-4CC5-ABBB-5BFAA0ECA25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788654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1" name="Rectangle 2"/>
          <p:cNvSpPr>
            <a:spLocks noGrp="1" noChangeArrowheads="1"/>
          </p:cNvSpPr>
          <p:nvPr>
            <p:ph type="title"/>
          </p:nvPr>
        </p:nvSpPr>
        <p:spPr/>
        <p:txBody>
          <a:bodyPr/>
          <a:lstStyle/>
          <a:p>
            <a:r>
              <a:rPr lang="en-US" dirty="0"/>
              <a:t>Question 223.2.1</a:t>
            </a:r>
          </a:p>
        </p:txBody>
      </p:sp>
      <p:sp>
        <p:nvSpPr>
          <p:cNvPr id="43012" name="Rectangle 3"/>
          <p:cNvSpPr>
            <a:spLocks noGrp="1" noChangeArrowheads="1"/>
          </p:cNvSpPr>
          <p:nvPr>
            <p:ph idx="1"/>
          </p:nvPr>
        </p:nvSpPr>
        <p:spPr/>
        <p:txBody>
          <a:bodyPr/>
          <a:lstStyle/>
          <a:p>
            <a:pPr marL="609600" indent="-609600" eaLnBrk="1" hangingPunct="1">
              <a:buFontTx/>
              <a:buNone/>
            </a:pPr>
            <a:r>
              <a:rPr lang="en-US" dirty="0"/>
              <a:t>For a wave to exist, you need the following</a:t>
            </a:r>
          </a:p>
          <a:p>
            <a:pPr marL="609600" indent="-609600" eaLnBrk="1" hangingPunct="1">
              <a:buFont typeface="+mj-lt"/>
              <a:buAutoNum type="alphaLcParenR"/>
            </a:pPr>
            <a:r>
              <a:rPr lang="en-US" dirty="0"/>
              <a:t>Source of disturbance, a medium, and a connection between medium elements</a:t>
            </a:r>
          </a:p>
          <a:p>
            <a:pPr marL="609600" indent="-609600" eaLnBrk="1" hangingPunct="1">
              <a:buFont typeface="+mj-lt"/>
              <a:buAutoNum type="alphaLcParenR"/>
            </a:pPr>
            <a:r>
              <a:rPr lang="en-US" dirty="0"/>
              <a:t>A fluid, an energy source, and distance</a:t>
            </a:r>
          </a:p>
          <a:p>
            <a:pPr marL="609600" indent="-609600" eaLnBrk="1" hangingPunct="1">
              <a:buFont typeface="+mj-lt"/>
              <a:buAutoNum type="alphaLcParenR"/>
            </a:pPr>
            <a:r>
              <a:rPr lang="en-US" dirty="0"/>
              <a:t>A liquid, a disturbance, and a transfer of energy</a:t>
            </a:r>
          </a:p>
          <a:p>
            <a:pPr marL="609600" indent="-609600" eaLnBrk="1" hangingPunct="1">
              <a:buFont typeface="+mj-lt"/>
              <a:buAutoNum type="alphaLcParenR"/>
            </a:pPr>
            <a:r>
              <a:rPr lang="en-US" dirty="0"/>
              <a:t>A really good touchdown that gets the crowd excited</a:t>
            </a:r>
          </a:p>
        </p:txBody>
      </p:sp>
      <p:sp>
        <p:nvSpPr>
          <p:cNvPr id="43010" name="Slide Number Placeholder 5"/>
          <p:cNvSpPr>
            <a:spLocks noGrp="1"/>
          </p:cNvSpPr>
          <p:nvPr>
            <p:ph type="sldNum" sz="quarter" idx="12"/>
          </p:nvPr>
        </p:nvSpPr>
        <p:spPr>
          <a:noFill/>
        </p:spPr>
        <p:txBody>
          <a:bodyPr/>
          <a:lstStyle/>
          <a:p>
            <a:fld id="{A450C633-03AE-4E00-8281-A488FB2231B1}" type="slidenum">
              <a:rPr lang="en-US" smtClean="0"/>
              <a:pPr/>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C8351C2-6A50-8082-D288-70D6BCB5F585}"/>
              </a:ext>
            </a:extLst>
          </p:cNvPr>
          <p:cNvPicPr>
            <a:picLocks noChangeAspect="1"/>
          </p:cNvPicPr>
          <p:nvPr/>
        </p:nvPicPr>
        <p:blipFill>
          <a:blip r:embed="rId2"/>
          <a:stretch>
            <a:fillRect/>
          </a:stretch>
        </p:blipFill>
        <p:spPr>
          <a:xfrm>
            <a:off x="228600" y="1295400"/>
            <a:ext cx="7924800" cy="5296677"/>
          </a:xfrm>
          <a:prstGeom prst="rect">
            <a:avLst/>
          </a:prstGeom>
        </p:spPr>
      </p:pic>
      <p:sp>
        <p:nvSpPr>
          <p:cNvPr id="10" name="TextBox 9">
            <a:extLst>
              <a:ext uri="{FF2B5EF4-FFF2-40B4-BE49-F238E27FC236}">
                <a16:creationId xmlns:a16="http://schemas.microsoft.com/office/drawing/2014/main" id="{8066B8C2-9568-8427-43A5-827572D1758C}"/>
              </a:ext>
            </a:extLst>
          </p:cNvPr>
          <p:cNvSpPr txBox="1"/>
          <p:nvPr/>
        </p:nvSpPr>
        <p:spPr>
          <a:xfrm>
            <a:off x="3505200" y="523875"/>
            <a:ext cx="494046" cy="369332"/>
          </a:xfrm>
          <a:prstGeom prst="rect">
            <a:avLst/>
          </a:prstGeom>
          <a:noFill/>
        </p:spPr>
        <p:txBody>
          <a:bodyPr wrap="square" rtlCol="0">
            <a:spAutoFit/>
          </a:bodyPr>
          <a:lstStyle/>
          <a:p>
            <a:r>
              <a:rPr lang="en-US" dirty="0">
                <a:solidFill>
                  <a:schemeClr val="bg1">
                    <a:lumMod val="85000"/>
                  </a:schemeClr>
                </a:solidFill>
              </a:rPr>
              <a:t>t=0</a:t>
            </a:r>
          </a:p>
        </p:txBody>
      </p:sp>
      <p:sp>
        <p:nvSpPr>
          <p:cNvPr id="11" name="TextBox 10">
            <a:extLst>
              <a:ext uri="{FF2B5EF4-FFF2-40B4-BE49-F238E27FC236}">
                <a16:creationId xmlns:a16="http://schemas.microsoft.com/office/drawing/2014/main" id="{DFAAD19B-AEFA-B0FD-8C2E-94856FBDBF26}"/>
              </a:ext>
            </a:extLst>
          </p:cNvPr>
          <p:cNvSpPr txBox="1"/>
          <p:nvPr/>
        </p:nvSpPr>
        <p:spPr>
          <a:xfrm>
            <a:off x="3864016" y="729734"/>
            <a:ext cx="592430" cy="369332"/>
          </a:xfrm>
          <a:prstGeom prst="rect">
            <a:avLst/>
          </a:prstGeom>
          <a:noFill/>
        </p:spPr>
        <p:txBody>
          <a:bodyPr wrap="square" rtlCol="0">
            <a:spAutoFit/>
          </a:bodyPr>
          <a:lstStyle/>
          <a:p>
            <a:r>
              <a:rPr lang="en-US" dirty="0">
                <a:solidFill>
                  <a:schemeClr val="bg1">
                    <a:lumMod val="65000"/>
                  </a:schemeClr>
                </a:solidFill>
              </a:rPr>
              <a:t>t=1s</a:t>
            </a:r>
          </a:p>
        </p:txBody>
      </p:sp>
      <p:sp>
        <p:nvSpPr>
          <p:cNvPr id="12" name="TextBox 11">
            <a:extLst>
              <a:ext uri="{FF2B5EF4-FFF2-40B4-BE49-F238E27FC236}">
                <a16:creationId xmlns:a16="http://schemas.microsoft.com/office/drawing/2014/main" id="{DEA3ECA0-ED7D-02F2-8A91-351439673397}"/>
              </a:ext>
            </a:extLst>
          </p:cNvPr>
          <p:cNvSpPr txBox="1"/>
          <p:nvPr/>
        </p:nvSpPr>
        <p:spPr>
          <a:xfrm>
            <a:off x="4419599" y="523875"/>
            <a:ext cx="607719" cy="369332"/>
          </a:xfrm>
          <a:prstGeom prst="rect">
            <a:avLst/>
          </a:prstGeom>
          <a:noFill/>
        </p:spPr>
        <p:txBody>
          <a:bodyPr wrap="square" rtlCol="0">
            <a:spAutoFit/>
          </a:bodyPr>
          <a:lstStyle/>
          <a:p>
            <a:r>
              <a:rPr lang="en-US" dirty="0">
                <a:solidFill>
                  <a:schemeClr val="bg1">
                    <a:lumMod val="50000"/>
                  </a:schemeClr>
                </a:solidFill>
              </a:rPr>
              <a:t>t=2s</a:t>
            </a:r>
          </a:p>
        </p:txBody>
      </p:sp>
      <p:sp>
        <p:nvSpPr>
          <p:cNvPr id="13" name="TextBox 12">
            <a:extLst>
              <a:ext uri="{FF2B5EF4-FFF2-40B4-BE49-F238E27FC236}">
                <a16:creationId xmlns:a16="http://schemas.microsoft.com/office/drawing/2014/main" id="{48B92CD0-82A2-C4D2-5796-AF2DC760AAF6}"/>
              </a:ext>
            </a:extLst>
          </p:cNvPr>
          <p:cNvSpPr txBox="1"/>
          <p:nvPr/>
        </p:nvSpPr>
        <p:spPr>
          <a:xfrm>
            <a:off x="4780295" y="729734"/>
            <a:ext cx="590545" cy="369332"/>
          </a:xfrm>
          <a:prstGeom prst="rect">
            <a:avLst/>
          </a:prstGeom>
          <a:noFill/>
        </p:spPr>
        <p:txBody>
          <a:bodyPr wrap="square" rtlCol="0">
            <a:spAutoFit/>
          </a:bodyPr>
          <a:lstStyle/>
          <a:p>
            <a:r>
              <a:rPr lang="en-US" dirty="0">
                <a:solidFill>
                  <a:srgbClr val="808080"/>
                </a:solidFill>
              </a:rPr>
              <a:t>t=3s</a:t>
            </a:r>
          </a:p>
        </p:txBody>
      </p:sp>
      <p:sp>
        <p:nvSpPr>
          <p:cNvPr id="14" name="TextBox 13">
            <a:extLst>
              <a:ext uri="{FF2B5EF4-FFF2-40B4-BE49-F238E27FC236}">
                <a16:creationId xmlns:a16="http://schemas.microsoft.com/office/drawing/2014/main" id="{0214B89B-C2E5-D897-BFDA-23CF234368E4}"/>
              </a:ext>
            </a:extLst>
          </p:cNvPr>
          <p:cNvSpPr txBox="1"/>
          <p:nvPr/>
        </p:nvSpPr>
        <p:spPr>
          <a:xfrm>
            <a:off x="5297153" y="523875"/>
            <a:ext cx="590545" cy="369332"/>
          </a:xfrm>
          <a:prstGeom prst="rect">
            <a:avLst/>
          </a:prstGeom>
          <a:noFill/>
        </p:spPr>
        <p:txBody>
          <a:bodyPr wrap="square" rtlCol="0">
            <a:spAutoFit/>
          </a:bodyPr>
          <a:lstStyle/>
          <a:p>
            <a:r>
              <a:rPr lang="en-US" dirty="0">
                <a:solidFill>
                  <a:srgbClr val="5F5F5F"/>
                </a:solidFill>
              </a:rPr>
              <a:t>t=4s</a:t>
            </a:r>
          </a:p>
        </p:txBody>
      </p:sp>
      <p:sp>
        <p:nvSpPr>
          <p:cNvPr id="15" name="TextBox 14">
            <a:extLst>
              <a:ext uri="{FF2B5EF4-FFF2-40B4-BE49-F238E27FC236}">
                <a16:creationId xmlns:a16="http://schemas.microsoft.com/office/drawing/2014/main" id="{F1519B73-5E8F-BE4A-7B84-2AF3C08028A8}"/>
              </a:ext>
            </a:extLst>
          </p:cNvPr>
          <p:cNvSpPr txBox="1"/>
          <p:nvPr/>
        </p:nvSpPr>
        <p:spPr>
          <a:xfrm>
            <a:off x="5754353" y="729734"/>
            <a:ext cx="590537" cy="369332"/>
          </a:xfrm>
          <a:prstGeom prst="rect">
            <a:avLst/>
          </a:prstGeom>
          <a:noFill/>
        </p:spPr>
        <p:txBody>
          <a:bodyPr wrap="square" rtlCol="0">
            <a:spAutoFit/>
          </a:bodyPr>
          <a:lstStyle/>
          <a:p>
            <a:r>
              <a:rPr lang="en-US" dirty="0">
                <a:solidFill>
                  <a:schemeClr val="tx1">
                    <a:lumMod val="85000"/>
                    <a:lumOff val="15000"/>
                  </a:schemeClr>
                </a:solidFill>
              </a:rPr>
              <a:t>t=5s</a:t>
            </a:r>
          </a:p>
        </p:txBody>
      </p:sp>
      <p:sp>
        <p:nvSpPr>
          <p:cNvPr id="16" name="TextBox 15">
            <a:extLst>
              <a:ext uri="{FF2B5EF4-FFF2-40B4-BE49-F238E27FC236}">
                <a16:creationId xmlns:a16="http://schemas.microsoft.com/office/drawing/2014/main" id="{B7334BB2-96D7-A3F3-3B93-A51AC3F1DA25}"/>
              </a:ext>
            </a:extLst>
          </p:cNvPr>
          <p:cNvSpPr txBox="1"/>
          <p:nvPr/>
        </p:nvSpPr>
        <p:spPr>
          <a:xfrm>
            <a:off x="6211553" y="523875"/>
            <a:ext cx="590535" cy="369332"/>
          </a:xfrm>
          <a:prstGeom prst="rect">
            <a:avLst/>
          </a:prstGeom>
          <a:noFill/>
        </p:spPr>
        <p:txBody>
          <a:bodyPr wrap="square" rtlCol="0">
            <a:spAutoFit/>
          </a:bodyPr>
          <a:lstStyle/>
          <a:p>
            <a:r>
              <a:rPr lang="en-US" dirty="0"/>
              <a:t>t=6s</a:t>
            </a:r>
          </a:p>
        </p:txBody>
      </p:sp>
      <p:cxnSp>
        <p:nvCxnSpPr>
          <p:cNvPr id="18" name="Straight Arrow Connector 17">
            <a:extLst>
              <a:ext uri="{FF2B5EF4-FFF2-40B4-BE49-F238E27FC236}">
                <a16:creationId xmlns:a16="http://schemas.microsoft.com/office/drawing/2014/main" id="{13B9C942-A08D-C033-6754-8FA9ECD417B1}"/>
              </a:ext>
            </a:extLst>
          </p:cNvPr>
          <p:cNvCxnSpPr>
            <a:cxnSpLocks/>
          </p:cNvCxnSpPr>
          <p:nvPr/>
        </p:nvCxnSpPr>
        <p:spPr>
          <a:xfrm>
            <a:off x="3752223" y="902732"/>
            <a:ext cx="0" cy="621268"/>
          </a:xfrm>
          <a:prstGeom prst="straightConnector1">
            <a:avLst/>
          </a:prstGeom>
          <a:ln w="28575">
            <a:solidFill>
              <a:schemeClr val="bg1">
                <a:lumMod val="85000"/>
              </a:schemeClr>
            </a:solidFill>
            <a:tailEnd type="triangle"/>
          </a:ln>
        </p:spPr>
        <p:style>
          <a:lnRef idx="1">
            <a:schemeClr val="accent2"/>
          </a:lnRef>
          <a:fillRef idx="0">
            <a:schemeClr val="accent2"/>
          </a:fillRef>
          <a:effectRef idx="0">
            <a:schemeClr val="accent2"/>
          </a:effectRef>
          <a:fontRef idx="minor">
            <a:schemeClr val="tx1"/>
          </a:fontRef>
        </p:style>
      </p:cxnSp>
      <p:cxnSp>
        <p:nvCxnSpPr>
          <p:cNvPr id="21" name="Straight Arrow Connector 20">
            <a:extLst>
              <a:ext uri="{FF2B5EF4-FFF2-40B4-BE49-F238E27FC236}">
                <a16:creationId xmlns:a16="http://schemas.microsoft.com/office/drawing/2014/main" id="{99369C0D-83FF-82B2-900F-21F77EEC23DB}"/>
              </a:ext>
            </a:extLst>
          </p:cNvPr>
          <p:cNvCxnSpPr>
            <a:cxnSpLocks/>
          </p:cNvCxnSpPr>
          <p:nvPr/>
        </p:nvCxnSpPr>
        <p:spPr>
          <a:xfrm>
            <a:off x="4648200" y="902732"/>
            <a:ext cx="0" cy="621268"/>
          </a:xfrm>
          <a:prstGeom prst="straightConnector1">
            <a:avLst/>
          </a:prstGeom>
          <a:ln w="28575">
            <a:solidFill>
              <a:schemeClr val="bg1">
                <a:lumMod val="50000"/>
              </a:schemeClr>
            </a:solidFill>
            <a:tailEnd type="triangle"/>
          </a:ln>
        </p:spPr>
        <p:style>
          <a:lnRef idx="1">
            <a:schemeClr val="accent2"/>
          </a:lnRef>
          <a:fillRef idx="0">
            <a:schemeClr val="accent2"/>
          </a:fillRef>
          <a:effectRef idx="0">
            <a:schemeClr val="accent2"/>
          </a:effectRef>
          <a:fontRef idx="minor">
            <a:schemeClr val="tx1"/>
          </a:fontRef>
        </p:style>
      </p:cxnSp>
      <p:cxnSp>
        <p:nvCxnSpPr>
          <p:cNvPr id="22" name="Straight Arrow Connector 21">
            <a:extLst>
              <a:ext uri="{FF2B5EF4-FFF2-40B4-BE49-F238E27FC236}">
                <a16:creationId xmlns:a16="http://schemas.microsoft.com/office/drawing/2014/main" id="{78E363DF-86B4-3EB6-F93F-CA4BFEF981A8}"/>
              </a:ext>
            </a:extLst>
          </p:cNvPr>
          <p:cNvCxnSpPr>
            <a:cxnSpLocks/>
          </p:cNvCxnSpPr>
          <p:nvPr/>
        </p:nvCxnSpPr>
        <p:spPr>
          <a:xfrm>
            <a:off x="5562600" y="902732"/>
            <a:ext cx="0" cy="621268"/>
          </a:xfrm>
          <a:prstGeom prst="straightConnector1">
            <a:avLst/>
          </a:prstGeom>
          <a:ln w="28575">
            <a:solidFill>
              <a:schemeClr val="tx1">
                <a:lumMod val="65000"/>
                <a:lumOff val="35000"/>
              </a:schemeClr>
            </a:solidFill>
            <a:tailEnd type="triangle"/>
          </a:ln>
        </p:spPr>
        <p:style>
          <a:lnRef idx="1">
            <a:schemeClr val="accent2"/>
          </a:lnRef>
          <a:fillRef idx="0">
            <a:schemeClr val="accent2"/>
          </a:fillRef>
          <a:effectRef idx="0">
            <a:schemeClr val="accent2"/>
          </a:effectRef>
          <a:fontRef idx="minor">
            <a:schemeClr val="tx1"/>
          </a:fontRef>
        </p:style>
      </p:cxnSp>
      <p:cxnSp>
        <p:nvCxnSpPr>
          <p:cNvPr id="23" name="Straight Arrow Connector 22">
            <a:extLst>
              <a:ext uri="{FF2B5EF4-FFF2-40B4-BE49-F238E27FC236}">
                <a16:creationId xmlns:a16="http://schemas.microsoft.com/office/drawing/2014/main" id="{4D61D93E-9058-5904-EA48-812B0CABAA74}"/>
              </a:ext>
            </a:extLst>
          </p:cNvPr>
          <p:cNvCxnSpPr>
            <a:cxnSpLocks/>
          </p:cNvCxnSpPr>
          <p:nvPr/>
        </p:nvCxnSpPr>
        <p:spPr>
          <a:xfrm>
            <a:off x="6400800" y="902732"/>
            <a:ext cx="0" cy="621268"/>
          </a:xfrm>
          <a:prstGeom prst="straightConnector1">
            <a:avLst/>
          </a:prstGeom>
          <a:ln w="28575">
            <a:solidFill>
              <a:schemeClr val="tx1">
                <a:lumMod val="95000"/>
                <a:lumOff val="5000"/>
              </a:schemeClr>
            </a:solidFill>
            <a:tailEnd type="triangle"/>
          </a:ln>
        </p:spPr>
        <p:style>
          <a:lnRef idx="1">
            <a:schemeClr val="accent2"/>
          </a:lnRef>
          <a:fillRef idx="0">
            <a:schemeClr val="accent2"/>
          </a:fillRef>
          <a:effectRef idx="0">
            <a:schemeClr val="accent2"/>
          </a:effectRef>
          <a:fontRef idx="minor">
            <a:schemeClr val="tx1"/>
          </a:fontRef>
        </p:style>
      </p:cxnSp>
      <p:cxnSp>
        <p:nvCxnSpPr>
          <p:cNvPr id="24" name="Straight Arrow Connector 23">
            <a:extLst>
              <a:ext uri="{FF2B5EF4-FFF2-40B4-BE49-F238E27FC236}">
                <a16:creationId xmlns:a16="http://schemas.microsoft.com/office/drawing/2014/main" id="{E6E061A2-A941-DD7F-F4A7-60AE0ACEC98A}"/>
              </a:ext>
            </a:extLst>
          </p:cNvPr>
          <p:cNvCxnSpPr>
            <a:cxnSpLocks/>
          </p:cNvCxnSpPr>
          <p:nvPr/>
        </p:nvCxnSpPr>
        <p:spPr>
          <a:xfrm>
            <a:off x="4209423" y="1087101"/>
            <a:ext cx="0" cy="495003"/>
          </a:xfrm>
          <a:prstGeom prst="straightConnector1">
            <a:avLst/>
          </a:prstGeom>
          <a:ln w="28575">
            <a:solidFill>
              <a:schemeClr val="bg1">
                <a:lumMod val="65000"/>
              </a:schemeClr>
            </a:solidFill>
            <a:tailEnd type="triangle"/>
          </a:ln>
        </p:spPr>
        <p:style>
          <a:lnRef idx="1">
            <a:schemeClr val="accent2"/>
          </a:lnRef>
          <a:fillRef idx="0">
            <a:schemeClr val="accent2"/>
          </a:fillRef>
          <a:effectRef idx="0">
            <a:schemeClr val="accent2"/>
          </a:effectRef>
          <a:fontRef idx="minor">
            <a:schemeClr val="tx1"/>
          </a:fontRef>
        </p:style>
      </p:cxnSp>
      <p:cxnSp>
        <p:nvCxnSpPr>
          <p:cNvPr id="27" name="Straight Arrow Connector 26">
            <a:extLst>
              <a:ext uri="{FF2B5EF4-FFF2-40B4-BE49-F238E27FC236}">
                <a16:creationId xmlns:a16="http://schemas.microsoft.com/office/drawing/2014/main" id="{B25DEA9B-4082-D399-276C-0F0DD0747039}"/>
              </a:ext>
            </a:extLst>
          </p:cNvPr>
          <p:cNvCxnSpPr>
            <a:cxnSpLocks/>
          </p:cNvCxnSpPr>
          <p:nvPr/>
        </p:nvCxnSpPr>
        <p:spPr>
          <a:xfrm>
            <a:off x="5027319" y="1087101"/>
            <a:ext cx="0" cy="495003"/>
          </a:xfrm>
          <a:prstGeom prst="straightConnector1">
            <a:avLst/>
          </a:prstGeom>
          <a:ln w="28575">
            <a:solidFill>
              <a:schemeClr val="tx1">
                <a:lumMod val="50000"/>
                <a:lumOff val="50000"/>
              </a:schemeClr>
            </a:solidFill>
            <a:tailEnd type="triangle"/>
          </a:ln>
        </p:spPr>
        <p:style>
          <a:lnRef idx="1">
            <a:schemeClr val="accent2"/>
          </a:lnRef>
          <a:fillRef idx="0">
            <a:schemeClr val="accent2"/>
          </a:fillRef>
          <a:effectRef idx="0">
            <a:schemeClr val="accent2"/>
          </a:effectRef>
          <a:fontRef idx="minor">
            <a:schemeClr val="tx1"/>
          </a:fontRef>
        </p:style>
      </p:cxnSp>
      <p:cxnSp>
        <p:nvCxnSpPr>
          <p:cNvPr id="28" name="Straight Arrow Connector 27">
            <a:extLst>
              <a:ext uri="{FF2B5EF4-FFF2-40B4-BE49-F238E27FC236}">
                <a16:creationId xmlns:a16="http://schemas.microsoft.com/office/drawing/2014/main" id="{DEAE5AA4-5D5A-BA19-ED59-746D6DC72035}"/>
              </a:ext>
            </a:extLst>
          </p:cNvPr>
          <p:cNvCxnSpPr>
            <a:cxnSpLocks/>
          </p:cNvCxnSpPr>
          <p:nvPr/>
        </p:nvCxnSpPr>
        <p:spPr>
          <a:xfrm>
            <a:off x="5943600" y="1087101"/>
            <a:ext cx="0" cy="495003"/>
          </a:xfrm>
          <a:prstGeom prst="straightConnector1">
            <a:avLst/>
          </a:prstGeom>
          <a:ln w="28575">
            <a:solidFill>
              <a:schemeClr val="tx1">
                <a:lumMod val="85000"/>
                <a:lumOff val="15000"/>
              </a:schemeClr>
            </a:solidFill>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697293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48C069-935D-75F2-B574-B53F565C351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6D58EA-5998-632F-98A1-25F651CFB92C}"/>
              </a:ext>
            </a:extLst>
          </p:cNvPr>
          <p:cNvPicPr>
            <a:picLocks noChangeAspect="1"/>
          </p:cNvPicPr>
          <p:nvPr/>
        </p:nvPicPr>
        <p:blipFill>
          <a:blip r:embed="rId2"/>
          <a:stretch>
            <a:fillRect/>
          </a:stretch>
        </p:blipFill>
        <p:spPr>
          <a:xfrm>
            <a:off x="1143000" y="1026932"/>
            <a:ext cx="7196929" cy="4804136"/>
          </a:xfrm>
          <a:prstGeom prst="rect">
            <a:avLst/>
          </a:prstGeom>
        </p:spPr>
      </p:pic>
    </p:spTree>
    <p:extLst>
      <p:ext uri="{BB962C8B-B14F-4D97-AF65-F5344CB8AC3E}">
        <p14:creationId xmlns:p14="http://schemas.microsoft.com/office/powerpoint/2010/main" val="3530811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p:txBody>
          <a:bodyPr/>
          <a:lstStyle/>
          <a:p>
            <a:r>
              <a:rPr lang="en-US" dirty="0"/>
              <a:t>Question 223.2.2</a:t>
            </a:r>
          </a:p>
        </p:txBody>
      </p:sp>
      <p:sp>
        <p:nvSpPr>
          <p:cNvPr id="44036" name="Rectangle 3"/>
          <p:cNvSpPr>
            <a:spLocks noGrp="1" noChangeArrowheads="1"/>
          </p:cNvSpPr>
          <p:nvPr>
            <p:ph idx="1"/>
          </p:nvPr>
        </p:nvSpPr>
        <p:spPr>
          <a:xfrm>
            <a:off x="457199" y="1600200"/>
            <a:ext cx="4468761" cy="4525963"/>
          </a:xfrm>
        </p:spPr>
        <p:txBody>
          <a:bodyPr/>
          <a:lstStyle/>
          <a:p>
            <a:pPr marL="609600" indent="-609600" eaLnBrk="1" hangingPunct="1">
              <a:buFontTx/>
              <a:buNone/>
            </a:pPr>
            <a:r>
              <a:rPr lang="en-US" dirty="0"/>
              <a:t>What is the medium for an ocean wave?… </a:t>
            </a:r>
          </a:p>
          <a:p>
            <a:pPr marL="990600" lvl="1" indent="-533400" eaLnBrk="1" hangingPunct="1">
              <a:buFontTx/>
              <a:buAutoNum type="alphaLcParenR"/>
            </a:pPr>
            <a:r>
              <a:rPr lang="en-US" dirty="0"/>
              <a:t>The electromagnetic field</a:t>
            </a:r>
          </a:p>
          <a:p>
            <a:pPr marL="990600" lvl="1" indent="-533400" eaLnBrk="1" hangingPunct="1">
              <a:buFontTx/>
              <a:buAutoNum type="alphaLcParenR"/>
            </a:pPr>
            <a:r>
              <a:rPr lang="en-US" dirty="0"/>
              <a:t>Air molecules</a:t>
            </a:r>
          </a:p>
          <a:p>
            <a:pPr marL="990600" lvl="1" indent="-533400" eaLnBrk="1" hangingPunct="1">
              <a:buFontTx/>
              <a:buAutoNum type="alphaLcParenR"/>
            </a:pPr>
            <a:r>
              <a:rPr lang="en-US" dirty="0"/>
              <a:t>Free space</a:t>
            </a:r>
          </a:p>
          <a:p>
            <a:pPr marL="990600" lvl="1" indent="-533400" eaLnBrk="1" hangingPunct="1">
              <a:buFontTx/>
              <a:buAutoNum type="alphaLcParenR"/>
            </a:pPr>
            <a:r>
              <a:rPr lang="en-US" dirty="0"/>
              <a:t>Water  molecules</a:t>
            </a:r>
          </a:p>
        </p:txBody>
      </p:sp>
      <p:sp>
        <p:nvSpPr>
          <p:cNvPr id="44034" name="Slide Number Placeholder 5"/>
          <p:cNvSpPr>
            <a:spLocks noGrp="1"/>
          </p:cNvSpPr>
          <p:nvPr>
            <p:ph type="sldNum" sz="quarter" idx="12"/>
          </p:nvPr>
        </p:nvSpPr>
        <p:spPr>
          <a:noFill/>
        </p:spPr>
        <p:txBody>
          <a:bodyPr/>
          <a:lstStyle/>
          <a:p>
            <a:fld id="{4AD62F2E-7083-45D0-8919-2DFD6873DB31}" type="slidenum">
              <a:rPr lang="en-US" smtClean="0"/>
              <a:pPr/>
              <a:t>34</a:t>
            </a:fld>
            <a:endParaRPr lang="en-US"/>
          </a:p>
        </p:txBody>
      </p:sp>
      <p:pic>
        <p:nvPicPr>
          <p:cNvPr id="44037" name="Picture 4" descr="J5P87D0K"/>
          <p:cNvPicPr>
            <a:picLocks noChangeAspect="1" noChangeArrowheads="1"/>
          </p:cNvPicPr>
          <p:nvPr/>
        </p:nvPicPr>
        <p:blipFill>
          <a:blip r:embed="rId2" cstate="print"/>
          <a:srcRect r="13052"/>
          <a:stretch>
            <a:fillRect/>
          </a:stretch>
        </p:blipFill>
        <p:spPr bwMode="auto">
          <a:xfrm>
            <a:off x="4535647" y="2470150"/>
            <a:ext cx="4444580" cy="2397125"/>
          </a:xfrm>
          <a:prstGeom prst="rect">
            <a:avLst/>
          </a:prstGeom>
          <a:noFill/>
          <a:ln w="9525">
            <a:noFill/>
            <a:miter lim="800000"/>
            <a:headEnd/>
            <a:tailEnd/>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590"/>
          <p:cNvGrpSpPr>
            <a:grpSpLocks/>
          </p:cNvGrpSpPr>
          <p:nvPr/>
        </p:nvGrpSpPr>
        <p:grpSpPr bwMode="auto">
          <a:xfrm>
            <a:off x="636588" y="5243513"/>
            <a:ext cx="1335087" cy="625475"/>
            <a:chOff x="1231" y="3011"/>
            <a:chExt cx="795" cy="95"/>
          </a:xfrm>
        </p:grpSpPr>
        <p:grpSp>
          <p:nvGrpSpPr>
            <p:cNvPr id="3" name="Group 591"/>
            <p:cNvGrpSpPr>
              <a:grpSpLocks/>
            </p:cNvGrpSpPr>
            <p:nvPr/>
          </p:nvGrpSpPr>
          <p:grpSpPr bwMode="auto">
            <a:xfrm>
              <a:off x="1926" y="3011"/>
              <a:ext cx="100" cy="95"/>
              <a:chOff x="704" y="1880"/>
              <a:chExt cx="136" cy="128"/>
            </a:xfrm>
          </p:grpSpPr>
          <p:sp>
            <p:nvSpPr>
              <p:cNvPr id="4662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 name="Group 594"/>
            <p:cNvGrpSpPr>
              <a:grpSpLocks/>
            </p:cNvGrpSpPr>
            <p:nvPr/>
          </p:nvGrpSpPr>
          <p:grpSpPr bwMode="auto">
            <a:xfrm>
              <a:off x="1819" y="3011"/>
              <a:ext cx="100" cy="95"/>
              <a:chOff x="704" y="1880"/>
              <a:chExt cx="136" cy="128"/>
            </a:xfrm>
          </p:grpSpPr>
          <p:sp>
            <p:nvSpPr>
              <p:cNvPr id="4662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 name="Group 597"/>
            <p:cNvGrpSpPr>
              <a:grpSpLocks/>
            </p:cNvGrpSpPr>
            <p:nvPr/>
          </p:nvGrpSpPr>
          <p:grpSpPr bwMode="auto">
            <a:xfrm>
              <a:off x="1724" y="3011"/>
              <a:ext cx="100" cy="95"/>
              <a:chOff x="704" y="1880"/>
              <a:chExt cx="136" cy="128"/>
            </a:xfrm>
          </p:grpSpPr>
          <p:sp>
            <p:nvSpPr>
              <p:cNvPr id="4662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 name="Group 600"/>
            <p:cNvGrpSpPr>
              <a:grpSpLocks/>
            </p:cNvGrpSpPr>
            <p:nvPr/>
          </p:nvGrpSpPr>
          <p:grpSpPr bwMode="auto">
            <a:xfrm>
              <a:off x="1623" y="3011"/>
              <a:ext cx="100" cy="95"/>
              <a:chOff x="704" y="1880"/>
              <a:chExt cx="136" cy="128"/>
            </a:xfrm>
          </p:grpSpPr>
          <p:sp>
            <p:nvSpPr>
              <p:cNvPr id="4662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 name="Group 603"/>
            <p:cNvGrpSpPr>
              <a:grpSpLocks/>
            </p:cNvGrpSpPr>
            <p:nvPr/>
          </p:nvGrpSpPr>
          <p:grpSpPr bwMode="auto">
            <a:xfrm>
              <a:off x="1528" y="3011"/>
              <a:ext cx="100" cy="95"/>
              <a:chOff x="704" y="1880"/>
              <a:chExt cx="136" cy="128"/>
            </a:xfrm>
          </p:grpSpPr>
          <p:sp>
            <p:nvSpPr>
              <p:cNvPr id="4662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 name="Group 606"/>
            <p:cNvGrpSpPr>
              <a:grpSpLocks/>
            </p:cNvGrpSpPr>
            <p:nvPr/>
          </p:nvGrpSpPr>
          <p:grpSpPr bwMode="auto">
            <a:xfrm>
              <a:off x="1427" y="3011"/>
              <a:ext cx="100" cy="95"/>
              <a:chOff x="704" y="1880"/>
              <a:chExt cx="136" cy="128"/>
            </a:xfrm>
          </p:grpSpPr>
          <p:sp>
            <p:nvSpPr>
              <p:cNvPr id="4662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 name="Group 609"/>
            <p:cNvGrpSpPr>
              <a:grpSpLocks/>
            </p:cNvGrpSpPr>
            <p:nvPr/>
          </p:nvGrpSpPr>
          <p:grpSpPr bwMode="auto">
            <a:xfrm>
              <a:off x="1332" y="3011"/>
              <a:ext cx="100" cy="95"/>
              <a:chOff x="704" y="1880"/>
              <a:chExt cx="136" cy="128"/>
            </a:xfrm>
          </p:grpSpPr>
          <p:sp>
            <p:nvSpPr>
              <p:cNvPr id="4662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 name="Group 612"/>
            <p:cNvGrpSpPr>
              <a:grpSpLocks/>
            </p:cNvGrpSpPr>
            <p:nvPr/>
          </p:nvGrpSpPr>
          <p:grpSpPr bwMode="auto">
            <a:xfrm>
              <a:off x="1231" y="3011"/>
              <a:ext cx="100" cy="95"/>
              <a:chOff x="704" y="1880"/>
              <a:chExt cx="136" cy="128"/>
            </a:xfrm>
          </p:grpSpPr>
          <p:sp>
            <p:nvSpPr>
              <p:cNvPr id="4662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1" name="Group 590"/>
          <p:cNvGrpSpPr>
            <a:grpSpLocks/>
          </p:cNvGrpSpPr>
          <p:nvPr/>
        </p:nvGrpSpPr>
        <p:grpSpPr bwMode="auto">
          <a:xfrm>
            <a:off x="1984375" y="5249863"/>
            <a:ext cx="1966913" cy="625475"/>
            <a:chOff x="1231" y="3011"/>
            <a:chExt cx="795" cy="95"/>
          </a:xfrm>
        </p:grpSpPr>
        <p:grpSp>
          <p:nvGrpSpPr>
            <p:cNvPr id="12" name="Group 591"/>
            <p:cNvGrpSpPr>
              <a:grpSpLocks/>
            </p:cNvGrpSpPr>
            <p:nvPr/>
          </p:nvGrpSpPr>
          <p:grpSpPr bwMode="auto">
            <a:xfrm>
              <a:off x="1926" y="3011"/>
              <a:ext cx="100" cy="95"/>
              <a:chOff x="704" y="1880"/>
              <a:chExt cx="136" cy="128"/>
            </a:xfrm>
          </p:grpSpPr>
          <p:sp>
            <p:nvSpPr>
              <p:cNvPr id="46624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4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 name="Group 594"/>
            <p:cNvGrpSpPr>
              <a:grpSpLocks/>
            </p:cNvGrpSpPr>
            <p:nvPr/>
          </p:nvGrpSpPr>
          <p:grpSpPr bwMode="auto">
            <a:xfrm>
              <a:off x="1819" y="3011"/>
              <a:ext cx="100" cy="95"/>
              <a:chOff x="704" y="1880"/>
              <a:chExt cx="136" cy="128"/>
            </a:xfrm>
          </p:grpSpPr>
          <p:sp>
            <p:nvSpPr>
              <p:cNvPr id="46623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4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597"/>
            <p:cNvGrpSpPr>
              <a:grpSpLocks/>
            </p:cNvGrpSpPr>
            <p:nvPr/>
          </p:nvGrpSpPr>
          <p:grpSpPr bwMode="auto">
            <a:xfrm>
              <a:off x="1724" y="3011"/>
              <a:ext cx="100" cy="95"/>
              <a:chOff x="704" y="1880"/>
              <a:chExt cx="136" cy="128"/>
            </a:xfrm>
          </p:grpSpPr>
          <p:sp>
            <p:nvSpPr>
              <p:cNvPr id="46623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600"/>
            <p:cNvGrpSpPr>
              <a:grpSpLocks/>
            </p:cNvGrpSpPr>
            <p:nvPr/>
          </p:nvGrpSpPr>
          <p:grpSpPr bwMode="auto">
            <a:xfrm>
              <a:off x="1623" y="3011"/>
              <a:ext cx="100" cy="95"/>
              <a:chOff x="704" y="1880"/>
              <a:chExt cx="136" cy="128"/>
            </a:xfrm>
          </p:grpSpPr>
          <p:sp>
            <p:nvSpPr>
              <p:cNvPr id="46623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603"/>
            <p:cNvGrpSpPr>
              <a:grpSpLocks/>
            </p:cNvGrpSpPr>
            <p:nvPr/>
          </p:nvGrpSpPr>
          <p:grpSpPr bwMode="auto">
            <a:xfrm>
              <a:off x="1528" y="3011"/>
              <a:ext cx="100" cy="95"/>
              <a:chOff x="704" y="1880"/>
              <a:chExt cx="136" cy="128"/>
            </a:xfrm>
          </p:grpSpPr>
          <p:sp>
            <p:nvSpPr>
              <p:cNvPr id="46623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606"/>
            <p:cNvGrpSpPr>
              <a:grpSpLocks/>
            </p:cNvGrpSpPr>
            <p:nvPr/>
          </p:nvGrpSpPr>
          <p:grpSpPr bwMode="auto">
            <a:xfrm>
              <a:off x="1427" y="3011"/>
              <a:ext cx="100" cy="95"/>
              <a:chOff x="704" y="1880"/>
              <a:chExt cx="136" cy="128"/>
            </a:xfrm>
          </p:grpSpPr>
          <p:sp>
            <p:nvSpPr>
              <p:cNvPr id="46623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 name="Group 609"/>
            <p:cNvGrpSpPr>
              <a:grpSpLocks/>
            </p:cNvGrpSpPr>
            <p:nvPr/>
          </p:nvGrpSpPr>
          <p:grpSpPr bwMode="auto">
            <a:xfrm>
              <a:off x="1332" y="3011"/>
              <a:ext cx="100" cy="95"/>
              <a:chOff x="704" y="1880"/>
              <a:chExt cx="136" cy="128"/>
            </a:xfrm>
          </p:grpSpPr>
          <p:sp>
            <p:nvSpPr>
              <p:cNvPr id="46622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9" name="Group 612"/>
            <p:cNvGrpSpPr>
              <a:grpSpLocks/>
            </p:cNvGrpSpPr>
            <p:nvPr/>
          </p:nvGrpSpPr>
          <p:grpSpPr bwMode="auto">
            <a:xfrm>
              <a:off x="1231" y="3011"/>
              <a:ext cx="100" cy="95"/>
              <a:chOff x="704" y="1880"/>
              <a:chExt cx="136" cy="128"/>
            </a:xfrm>
          </p:grpSpPr>
          <p:sp>
            <p:nvSpPr>
              <p:cNvPr id="46622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2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0" name="Group 590"/>
          <p:cNvGrpSpPr>
            <a:grpSpLocks/>
          </p:cNvGrpSpPr>
          <p:nvPr/>
        </p:nvGrpSpPr>
        <p:grpSpPr bwMode="auto">
          <a:xfrm>
            <a:off x="3973513" y="5249863"/>
            <a:ext cx="1333500" cy="625475"/>
            <a:chOff x="1231" y="3011"/>
            <a:chExt cx="795" cy="95"/>
          </a:xfrm>
        </p:grpSpPr>
        <p:grpSp>
          <p:nvGrpSpPr>
            <p:cNvPr id="21" name="Group 591"/>
            <p:cNvGrpSpPr>
              <a:grpSpLocks/>
            </p:cNvGrpSpPr>
            <p:nvPr/>
          </p:nvGrpSpPr>
          <p:grpSpPr bwMode="auto">
            <a:xfrm>
              <a:off x="1926" y="3011"/>
              <a:ext cx="100" cy="95"/>
              <a:chOff x="704" y="1880"/>
              <a:chExt cx="136" cy="128"/>
            </a:xfrm>
          </p:grpSpPr>
          <p:sp>
            <p:nvSpPr>
              <p:cNvPr id="46621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2" name="Group 594"/>
            <p:cNvGrpSpPr>
              <a:grpSpLocks/>
            </p:cNvGrpSpPr>
            <p:nvPr/>
          </p:nvGrpSpPr>
          <p:grpSpPr bwMode="auto">
            <a:xfrm>
              <a:off x="1819" y="3011"/>
              <a:ext cx="100" cy="95"/>
              <a:chOff x="704" y="1880"/>
              <a:chExt cx="136" cy="128"/>
            </a:xfrm>
          </p:grpSpPr>
          <p:sp>
            <p:nvSpPr>
              <p:cNvPr id="46621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3" name="Group 597"/>
            <p:cNvGrpSpPr>
              <a:grpSpLocks/>
            </p:cNvGrpSpPr>
            <p:nvPr/>
          </p:nvGrpSpPr>
          <p:grpSpPr bwMode="auto">
            <a:xfrm>
              <a:off x="1724" y="3011"/>
              <a:ext cx="100" cy="95"/>
              <a:chOff x="704" y="1880"/>
              <a:chExt cx="136" cy="128"/>
            </a:xfrm>
          </p:grpSpPr>
          <p:sp>
            <p:nvSpPr>
              <p:cNvPr id="46621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4" name="Group 600"/>
            <p:cNvGrpSpPr>
              <a:grpSpLocks/>
            </p:cNvGrpSpPr>
            <p:nvPr/>
          </p:nvGrpSpPr>
          <p:grpSpPr bwMode="auto">
            <a:xfrm>
              <a:off x="1623" y="3011"/>
              <a:ext cx="100" cy="95"/>
              <a:chOff x="704" y="1880"/>
              <a:chExt cx="136" cy="128"/>
            </a:xfrm>
          </p:grpSpPr>
          <p:sp>
            <p:nvSpPr>
              <p:cNvPr id="46621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5" name="Group 603"/>
            <p:cNvGrpSpPr>
              <a:grpSpLocks/>
            </p:cNvGrpSpPr>
            <p:nvPr/>
          </p:nvGrpSpPr>
          <p:grpSpPr bwMode="auto">
            <a:xfrm>
              <a:off x="1528" y="3011"/>
              <a:ext cx="100" cy="95"/>
              <a:chOff x="704" y="1880"/>
              <a:chExt cx="136" cy="128"/>
            </a:xfrm>
          </p:grpSpPr>
          <p:sp>
            <p:nvSpPr>
              <p:cNvPr id="46620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6" name="Group 606"/>
            <p:cNvGrpSpPr>
              <a:grpSpLocks/>
            </p:cNvGrpSpPr>
            <p:nvPr/>
          </p:nvGrpSpPr>
          <p:grpSpPr bwMode="auto">
            <a:xfrm>
              <a:off x="1427" y="3011"/>
              <a:ext cx="100" cy="95"/>
              <a:chOff x="704" y="1880"/>
              <a:chExt cx="136" cy="128"/>
            </a:xfrm>
          </p:grpSpPr>
          <p:sp>
            <p:nvSpPr>
              <p:cNvPr id="46620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0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 name="Group 609"/>
            <p:cNvGrpSpPr>
              <a:grpSpLocks/>
            </p:cNvGrpSpPr>
            <p:nvPr/>
          </p:nvGrpSpPr>
          <p:grpSpPr bwMode="auto">
            <a:xfrm>
              <a:off x="1332" y="3011"/>
              <a:ext cx="100" cy="95"/>
              <a:chOff x="704" y="1880"/>
              <a:chExt cx="136" cy="128"/>
            </a:xfrm>
          </p:grpSpPr>
          <p:sp>
            <p:nvSpPr>
              <p:cNvPr id="46620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0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 name="Group 612"/>
            <p:cNvGrpSpPr>
              <a:grpSpLocks/>
            </p:cNvGrpSpPr>
            <p:nvPr/>
          </p:nvGrpSpPr>
          <p:grpSpPr bwMode="auto">
            <a:xfrm>
              <a:off x="1231" y="3011"/>
              <a:ext cx="100" cy="95"/>
              <a:chOff x="704" y="1880"/>
              <a:chExt cx="136" cy="128"/>
            </a:xfrm>
          </p:grpSpPr>
          <p:sp>
            <p:nvSpPr>
              <p:cNvPr id="4662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 name="Group 590"/>
          <p:cNvGrpSpPr>
            <a:grpSpLocks/>
          </p:cNvGrpSpPr>
          <p:nvPr/>
        </p:nvGrpSpPr>
        <p:grpSpPr bwMode="auto">
          <a:xfrm>
            <a:off x="5303838" y="5238750"/>
            <a:ext cx="1968500" cy="625475"/>
            <a:chOff x="1231" y="3011"/>
            <a:chExt cx="795" cy="95"/>
          </a:xfrm>
        </p:grpSpPr>
        <p:grpSp>
          <p:nvGrpSpPr>
            <p:cNvPr id="30" name="Group 591"/>
            <p:cNvGrpSpPr>
              <a:grpSpLocks/>
            </p:cNvGrpSpPr>
            <p:nvPr/>
          </p:nvGrpSpPr>
          <p:grpSpPr bwMode="auto">
            <a:xfrm>
              <a:off x="1926" y="3011"/>
              <a:ext cx="100" cy="95"/>
              <a:chOff x="704" y="1880"/>
              <a:chExt cx="136" cy="128"/>
            </a:xfrm>
          </p:grpSpPr>
          <p:sp>
            <p:nvSpPr>
              <p:cNvPr id="46619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9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1" name="Group 594"/>
            <p:cNvGrpSpPr>
              <a:grpSpLocks/>
            </p:cNvGrpSpPr>
            <p:nvPr/>
          </p:nvGrpSpPr>
          <p:grpSpPr bwMode="auto">
            <a:xfrm>
              <a:off x="1819" y="3011"/>
              <a:ext cx="100" cy="95"/>
              <a:chOff x="704" y="1880"/>
              <a:chExt cx="136" cy="128"/>
            </a:xfrm>
          </p:grpSpPr>
          <p:sp>
            <p:nvSpPr>
              <p:cNvPr id="46619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9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0" name="Group 597"/>
            <p:cNvGrpSpPr>
              <a:grpSpLocks/>
            </p:cNvGrpSpPr>
            <p:nvPr/>
          </p:nvGrpSpPr>
          <p:grpSpPr bwMode="auto">
            <a:xfrm>
              <a:off x="1724" y="3011"/>
              <a:ext cx="100" cy="95"/>
              <a:chOff x="704" y="1880"/>
              <a:chExt cx="136" cy="128"/>
            </a:xfrm>
          </p:grpSpPr>
          <p:sp>
            <p:nvSpPr>
              <p:cNvPr id="46618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9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1" name="Group 600"/>
            <p:cNvGrpSpPr>
              <a:grpSpLocks/>
            </p:cNvGrpSpPr>
            <p:nvPr/>
          </p:nvGrpSpPr>
          <p:grpSpPr bwMode="auto">
            <a:xfrm>
              <a:off x="1623" y="3011"/>
              <a:ext cx="100" cy="95"/>
              <a:chOff x="704" y="1880"/>
              <a:chExt cx="136" cy="128"/>
            </a:xfrm>
          </p:grpSpPr>
          <p:sp>
            <p:nvSpPr>
              <p:cNvPr id="46618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2" name="Group 603"/>
            <p:cNvGrpSpPr>
              <a:grpSpLocks/>
            </p:cNvGrpSpPr>
            <p:nvPr/>
          </p:nvGrpSpPr>
          <p:grpSpPr bwMode="auto">
            <a:xfrm>
              <a:off x="1528" y="3011"/>
              <a:ext cx="100" cy="95"/>
              <a:chOff x="704" y="1880"/>
              <a:chExt cx="136" cy="128"/>
            </a:xfrm>
          </p:grpSpPr>
          <p:sp>
            <p:nvSpPr>
              <p:cNvPr id="46618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3" name="Group 606"/>
            <p:cNvGrpSpPr>
              <a:grpSpLocks/>
            </p:cNvGrpSpPr>
            <p:nvPr/>
          </p:nvGrpSpPr>
          <p:grpSpPr bwMode="auto">
            <a:xfrm>
              <a:off x="1427" y="3011"/>
              <a:ext cx="100" cy="95"/>
              <a:chOff x="704" y="1880"/>
              <a:chExt cx="136" cy="128"/>
            </a:xfrm>
          </p:grpSpPr>
          <p:sp>
            <p:nvSpPr>
              <p:cNvPr id="46618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4" name="Group 609"/>
            <p:cNvGrpSpPr>
              <a:grpSpLocks/>
            </p:cNvGrpSpPr>
            <p:nvPr/>
          </p:nvGrpSpPr>
          <p:grpSpPr bwMode="auto">
            <a:xfrm>
              <a:off x="1332" y="3011"/>
              <a:ext cx="100" cy="95"/>
              <a:chOff x="704" y="1880"/>
              <a:chExt cx="136" cy="128"/>
            </a:xfrm>
          </p:grpSpPr>
          <p:sp>
            <p:nvSpPr>
              <p:cNvPr id="46618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5" name="Group 612"/>
            <p:cNvGrpSpPr>
              <a:grpSpLocks/>
            </p:cNvGrpSpPr>
            <p:nvPr/>
          </p:nvGrpSpPr>
          <p:grpSpPr bwMode="auto">
            <a:xfrm>
              <a:off x="1231" y="3011"/>
              <a:ext cx="100" cy="95"/>
              <a:chOff x="704" y="1880"/>
              <a:chExt cx="136" cy="128"/>
            </a:xfrm>
          </p:grpSpPr>
          <p:sp>
            <p:nvSpPr>
              <p:cNvPr id="46617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5926" name="Group 353"/>
          <p:cNvGrpSpPr>
            <a:grpSpLocks/>
          </p:cNvGrpSpPr>
          <p:nvPr/>
        </p:nvGrpSpPr>
        <p:grpSpPr bwMode="auto">
          <a:xfrm>
            <a:off x="261938" y="1247775"/>
            <a:ext cx="8474075" cy="2552700"/>
            <a:chOff x="869500" y="179911"/>
            <a:chExt cx="9277427" cy="2552427"/>
          </a:xfrm>
        </p:grpSpPr>
        <p:grpSp>
          <p:nvGrpSpPr>
            <p:cNvPr id="465929" name="Group 591"/>
            <p:cNvGrpSpPr>
              <a:grpSpLocks/>
            </p:cNvGrpSpPr>
            <p:nvPr/>
          </p:nvGrpSpPr>
          <p:grpSpPr bwMode="auto">
            <a:xfrm rot="-2958402">
              <a:off x="1645250" y="1778304"/>
              <a:ext cx="167811" cy="625427"/>
              <a:chOff x="704" y="1880"/>
              <a:chExt cx="136" cy="128"/>
            </a:xfrm>
          </p:grpSpPr>
          <p:sp>
            <p:nvSpPr>
              <p:cNvPr id="46616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7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0" name="Group 594"/>
            <p:cNvGrpSpPr>
              <a:grpSpLocks/>
            </p:cNvGrpSpPr>
            <p:nvPr/>
          </p:nvGrpSpPr>
          <p:grpSpPr bwMode="auto">
            <a:xfrm rot="-2484397">
              <a:off x="1556170" y="1873549"/>
              <a:ext cx="167811" cy="625427"/>
              <a:chOff x="704" y="1880"/>
              <a:chExt cx="136" cy="128"/>
            </a:xfrm>
          </p:grpSpPr>
          <p:sp>
            <p:nvSpPr>
              <p:cNvPr id="46616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1" name="Group 597"/>
            <p:cNvGrpSpPr>
              <a:grpSpLocks/>
            </p:cNvGrpSpPr>
            <p:nvPr/>
          </p:nvGrpSpPr>
          <p:grpSpPr bwMode="auto">
            <a:xfrm rot="-1920768">
              <a:off x="1463434" y="1954511"/>
              <a:ext cx="167811" cy="625427"/>
              <a:chOff x="704" y="1880"/>
              <a:chExt cx="136" cy="128"/>
            </a:xfrm>
          </p:grpSpPr>
          <p:sp>
            <p:nvSpPr>
              <p:cNvPr id="46616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2" name="Group 600"/>
            <p:cNvGrpSpPr>
              <a:grpSpLocks/>
            </p:cNvGrpSpPr>
            <p:nvPr/>
          </p:nvGrpSpPr>
          <p:grpSpPr bwMode="auto">
            <a:xfrm rot="-1451095">
              <a:off x="1351087" y="2021177"/>
              <a:ext cx="167811" cy="625427"/>
              <a:chOff x="704" y="1880"/>
              <a:chExt cx="136" cy="128"/>
            </a:xfrm>
          </p:grpSpPr>
          <p:sp>
            <p:nvSpPr>
              <p:cNvPr id="46616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3" name="Group 603"/>
            <p:cNvGrpSpPr>
              <a:grpSpLocks/>
            </p:cNvGrpSpPr>
            <p:nvPr/>
          </p:nvGrpSpPr>
          <p:grpSpPr bwMode="auto">
            <a:xfrm rot="-945984">
              <a:off x="1239297" y="2073570"/>
              <a:ext cx="167811" cy="625427"/>
              <a:chOff x="704" y="1880"/>
              <a:chExt cx="136" cy="128"/>
            </a:xfrm>
          </p:grpSpPr>
          <p:sp>
            <p:nvSpPr>
              <p:cNvPr id="46616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4" name="Group 606"/>
            <p:cNvGrpSpPr>
              <a:grpSpLocks/>
            </p:cNvGrpSpPr>
            <p:nvPr/>
          </p:nvGrpSpPr>
          <p:grpSpPr bwMode="auto">
            <a:xfrm rot="-496604">
              <a:off x="1117438" y="2102148"/>
              <a:ext cx="167811" cy="625427"/>
              <a:chOff x="704" y="1880"/>
              <a:chExt cx="136" cy="128"/>
            </a:xfrm>
          </p:grpSpPr>
          <p:sp>
            <p:nvSpPr>
              <p:cNvPr id="46615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5" name="Group 609"/>
            <p:cNvGrpSpPr>
              <a:grpSpLocks/>
            </p:cNvGrpSpPr>
            <p:nvPr/>
          </p:nvGrpSpPr>
          <p:grpSpPr bwMode="auto">
            <a:xfrm>
              <a:off x="991359" y="2106911"/>
              <a:ext cx="167811" cy="625427"/>
              <a:chOff x="704" y="1880"/>
              <a:chExt cx="136" cy="128"/>
            </a:xfrm>
          </p:grpSpPr>
          <p:sp>
            <p:nvSpPr>
              <p:cNvPr id="46615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6" name="Group 612"/>
            <p:cNvGrpSpPr>
              <a:grpSpLocks/>
            </p:cNvGrpSpPr>
            <p:nvPr/>
          </p:nvGrpSpPr>
          <p:grpSpPr bwMode="auto">
            <a:xfrm rot="569285">
              <a:off x="869500" y="2097385"/>
              <a:ext cx="167811" cy="625427"/>
              <a:chOff x="704" y="1880"/>
              <a:chExt cx="136" cy="128"/>
            </a:xfrm>
          </p:grpSpPr>
          <p:sp>
            <p:nvSpPr>
              <p:cNvPr id="46615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3" name="Group 590"/>
            <p:cNvGrpSpPr>
              <a:grpSpLocks/>
            </p:cNvGrpSpPr>
            <p:nvPr/>
          </p:nvGrpSpPr>
          <p:grpSpPr bwMode="auto">
            <a:xfrm rot="-3152204">
              <a:off x="1532163" y="1222782"/>
              <a:ext cx="1334095" cy="625427"/>
              <a:chOff x="1231" y="3011"/>
              <a:chExt cx="795" cy="95"/>
            </a:xfrm>
          </p:grpSpPr>
          <p:grpSp>
            <p:nvGrpSpPr>
              <p:cNvPr id="465954" name="Group 591"/>
              <p:cNvGrpSpPr>
                <a:grpSpLocks/>
              </p:cNvGrpSpPr>
              <p:nvPr/>
            </p:nvGrpSpPr>
            <p:grpSpPr bwMode="auto">
              <a:xfrm>
                <a:off x="1926" y="3011"/>
                <a:ext cx="100" cy="95"/>
                <a:chOff x="704" y="1880"/>
                <a:chExt cx="136" cy="128"/>
              </a:xfrm>
            </p:grpSpPr>
            <p:sp>
              <p:nvSpPr>
                <p:cNvPr id="46615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5" name="Group 594"/>
              <p:cNvGrpSpPr>
                <a:grpSpLocks/>
              </p:cNvGrpSpPr>
              <p:nvPr/>
            </p:nvGrpSpPr>
            <p:grpSpPr bwMode="auto">
              <a:xfrm>
                <a:off x="1819" y="3011"/>
                <a:ext cx="100" cy="95"/>
                <a:chOff x="704" y="1880"/>
                <a:chExt cx="136" cy="128"/>
              </a:xfrm>
            </p:grpSpPr>
            <p:sp>
              <p:nvSpPr>
                <p:cNvPr id="46615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6" name="Group 597"/>
              <p:cNvGrpSpPr>
                <a:grpSpLocks/>
              </p:cNvGrpSpPr>
              <p:nvPr/>
            </p:nvGrpSpPr>
            <p:grpSpPr bwMode="auto">
              <a:xfrm>
                <a:off x="1724" y="3011"/>
                <a:ext cx="100" cy="95"/>
                <a:chOff x="704" y="1880"/>
                <a:chExt cx="136" cy="128"/>
              </a:xfrm>
            </p:grpSpPr>
            <p:sp>
              <p:nvSpPr>
                <p:cNvPr id="46614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7" name="Group 600"/>
              <p:cNvGrpSpPr>
                <a:grpSpLocks/>
              </p:cNvGrpSpPr>
              <p:nvPr/>
            </p:nvGrpSpPr>
            <p:grpSpPr bwMode="auto">
              <a:xfrm>
                <a:off x="1623" y="3011"/>
                <a:ext cx="100" cy="95"/>
                <a:chOff x="704" y="1880"/>
                <a:chExt cx="136" cy="128"/>
              </a:xfrm>
            </p:grpSpPr>
            <p:sp>
              <p:nvSpPr>
                <p:cNvPr id="46614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8" name="Group 603"/>
              <p:cNvGrpSpPr>
                <a:grpSpLocks/>
              </p:cNvGrpSpPr>
              <p:nvPr/>
            </p:nvGrpSpPr>
            <p:grpSpPr bwMode="auto">
              <a:xfrm>
                <a:off x="1528" y="3011"/>
                <a:ext cx="100" cy="95"/>
                <a:chOff x="704" y="1880"/>
                <a:chExt cx="136" cy="128"/>
              </a:xfrm>
            </p:grpSpPr>
            <p:sp>
              <p:nvSpPr>
                <p:cNvPr id="46614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9" name="Group 606"/>
              <p:cNvGrpSpPr>
                <a:grpSpLocks/>
              </p:cNvGrpSpPr>
              <p:nvPr/>
            </p:nvGrpSpPr>
            <p:grpSpPr bwMode="auto">
              <a:xfrm>
                <a:off x="1427" y="3011"/>
                <a:ext cx="100" cy="95"/>
                <a:chOff x="704" y="1880"/>
                <a:chExt cx="136" cy="128"/>
              </a:xfrm>
            </p:grpSpPr>
            <p:sp>
              <p:nvSpPr>
                <p:cNvPr id="46614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0" name="Group 609"/>
              <p:cNvGrpSpPr>
                <a:grpSpLocks/>
              </p:cNvGrpSpPr>
              <p:nvPr/>
            </p:nvGrpSpPr>
            <p:grpSpPr bwMode="auto">
              <a:xfrm>
                <a:off x="1332" y="3011"/>
                <a:ext cx="100" cy="95"/>
                <a:chOff x="704" y="1880"/>
                <a:chExt cx="136" cy="128"/>
              </a:xfrm>
            </p:grpSpPr>
            <p:sp>
              <p:nvSpPr>
                <p:cNvPr id="46614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1" name="Group 612"/>
              <p:cNvGrpSpPr>
                <a:grpSpLocks/>
              </p:cNvGrpSpPr>
              <p:nvPr/>
            </p:nvGrpSpPr>
            <p:grpSpPr bwMode="auto">
              <a:xfrm>
                <a:off x="1231" y="3011"/>
                <a:ext cx="100" cy="95"/>
                <a:chOff x="704" y="1880"/>
                <a:chExt cx="136" cy="128"/>
              </a:xfrm>
            </p:grpSpPr>
            <p:sp>
              <p:nvSpPr>
                <p:cNvPr id="46613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5962" name="Group 591"/>
            <p:cNvGrpSpPr>
              <a:grpSpLocks/>
            </p:cNvGrpSpPr>
            <p:nvPr/>
          </p:nvGrpSpPr>
          <p:grpSpPr bwMode="auto">
            <a:xfrm rot="2957983">
              <a:off x="4035307" y="788413"/>
              <a:ext cx="175215" cy="640085"/>
              <a:chOff x="704" y="1880"/>
              <a:chExt cx="142" cy="131"/>
            </a:xfrm>
          </p:grpSpPr>
          <p:sp>
            <p:nvSpPr>
              <p:cNvPr id="46612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30" name="Line 593"/>
              <p:cNvSpPr>
                <a:spLocks noChangeShapeType="1"/>
              </p:cNvSpPr>
              <p:nvPr/>
            </p:nvSpPr>
            <p:spPr bwMode="auto">
              <a:xfrm flipH="1" flipV="1">
                <a:off x="774" y="1883"/>
                <a:ext cx="72" cy="128"/>
              </a:xfrm>
              <a:prstGeom prst="line">
                <a:avLst/>
              </a:prstGeom>
              <a:noFill/>
              <a:ln w="38100">
                <a:solidFill>
                  <a:srgbClr val="B2B2B2"/>
                </a:solidFill>
                <a:round/>
                <a:headEnd/>
                <a:tailEnd/>
              </a:ln>
            </p:spPr>
            <p:txBody>
              <a:bodyPr/>
              <a:lstStyle/>
              <a:p>
                <a:endParaRPr lang="en-US" dirty="0"/>
              </a:p>
            </p:txBody>
          </p:sp>
        </p:grpSp>
        <p:grpSp>
          <p:nvGrpSpPr>
            <p:cNvPr id="465963" name="Group 594"/>
            <p:cNvGrpSpPr>
              <a:grpSpLocks/>
            </p:cNvGrpSpPr>
            <p:nvPr/>
          </p:nvGrpSpPr>
          <p:grpSpPr bwMode="auto">
            <a:xfrm rot="2079614">
              <a:off x="3862581" y="626242"/>
              <a:ext cx="167811" cy="625427"/>
              <a:chOff x="704" y="1880"/>
              <a:chExt cx="136" cy="128"/>
            </a:xfrm>
          </p:grpSpPr>
          <p:sp>
            <p:nvSpPr>
              <p:cNvPr id="46612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4" name="Group 600"/>
            <p:cNvGrpSpPr>
              <a:grpSpLocks/>
            </p:cNvGrpSpPr>
            <p:nvPr/>
          </p:nvGrpSpPr>
          <p:grpSpPr bwMode="auto">
            <a:xfrm rot="1622520">
              <a:off x="3690836" y="521475"/>
              <a:ext cx="167811" cy="625427"/>
              <a:chOff x="704" y="1880"/>
              <a:chExt cx="136" cy="128"/>
            </a:xfrm>
          </p:grpSpPr>
          <p:sp>
            <p:nvSpPr>
              <p:cNvPr id="46612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5" name="Group 603"/>
            <p:cNvGrpSpPr>
              <a:grpSpLocks/>
            </p:cNvGrpSpPr>
            <p:nvPr/>
          </p:nvGrpSpPr>
          <p:grpSpPr bwMode="auto">
            <a:xfrm rot="1108313">
              <a:off x="3488558" y="440508"/>
              <a:ext cx="167811" cy="625427"/>
              <a:chOff x="704" y="1880"/>
              <a:chExt cx="136" cy="128"/>
            </a:xfrm>
          </p:grpSpPr>
          <p:sp>
            <p:nvSpPr>
              <p:cNvPr id="46612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6" name="Group 606"/>
            <p:cNvGrpSpPr>
              <a:grpSpLocks/>
            </p:cNvGrpSpPr>
            <p:nvPr/>
          </p:nvGrpSpPr>
          <p:grpSpPr bwMode="auto">
            <a:xfrm rot="186207">
              <a:off x="3242874" y="397641"/>
              <a:ext cx="167811" cy="625427"/>
              <a:chOff x="704" y="1880"/>
              <a:chExt cx="136" cy="128"/>
            </a:xfrm>
          </p:grpSpPr>
          <p:sp>
            <p:nvSpPr>
              <p:cNvPr id="46612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7" name="Group 609"/>
            <p:cNvGrpSpPr>
              <a:grpSpLocks/>
            </p:cNvGrpSpPr>
            <p:nvPr/>
          </p:nvGrpSpPr>
          <p:grpSpPr bwMode="auto">
            <a:xfrm rot="-804977">
              <a:off x="2992970" y="407165"/>
              <a:ext cx="167811" cy="625427"/>
              <a:chOff x="704" y="1880"/>
              <a:chExt cx="136" cy="128"/>
            </a:xfrm>
          </p:grpSpPr>
          <p:sp>
            <p:nvSpPr>
              <p:cNvPr id="46611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8" name="Group 612"/>
            <p:cNvGrpSpPr>
              <a:grpSpLocks/>
            </p:cNvGrpSpPr>
            <p:nvPr/>
          </p:nvGrpSpPr>
          <p:grpSpPr bwMode="auto">
            <a:xfrm rot="-1972905">
              <a:off x="2742523" y="526229"/>
              <a:ext cx="167811" cy="625427"/>
              <a:chOff x="704" y="1880"/>
              <a:chExt cx="136" cy="128"/>
            </a:xfrm>
          </p:grpSpPr>
          <p:sp>
            <p:nvSpPr>
              <p:cNvPr id="46611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9" name="Group 590"/>
            <p:cNvGrpSpPr>
              <a:grpSpLocks/>
            </p:cNvGrpSpPr>
            <p:nvPr/>
          </p:nvGrpSpPr>
          <p:grpSpPr bwMode="auto">
            <a:xfrm rot="2726436">
              <a:off x="3956279" y="1329404"/>
              <a:ext cx="1334099" cy="625427"/>
              <a:chOff x="1231" y="3011"/>
              <a:chExt cx="795" cy="95"/>
            </a:xfrm>
          </p:grpSpPr>
          <p:grpSp>
            <p:nvGrpSpPr>
              <p:cNvPr id="465972" name="Group 591"/>
              <p:cNvGrpSpPr>
                <a:grpSpLocks/>
              </p:cNvGrpSpPr>
              <p:nvPr/>
            </p:nvGrpSpPr>
            <p:grpSpPr bwMode="auto">
              <a:xfrm>
                <a:off x="1926" y="3011"/>
                <a:ext cx="100" cy="95"/>
                <a:chOff x="704" y="1880"/>
                <a:chExt cx="136" cy="128"/>
              </a:xfrm>
            </p:grpSpPr>
            <p:sp>
              <p:nvSpPr>
                <p:cNvPr id="46611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3" name="Group 594"/>
              <p:cNvGrpSpPr>
                <a:grpSpLocks/>
              </p:cNvGrpSpPr>
              <p:nvPr/>
            </p:nvGrpSpPr>
            <p:grpSpPr bwMode="auto">
              <a:xfrm>
                <a:off x="1819" y="3011"/>
                <a:ext cx="100" cy="95"/>
                <a:chOff x="704" y="1880"/>
                <a:chExt cx="136" cy="128"/>
              </a:xfrm>
            </p:grpSpPr>
            <p:sp>
              <p:nvSpPr>
                <p:cNvPr id="46611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4" name="Group 597"/>
              <p:cNvGrpSpPr>
                <a:grpSpLocks/>
              </p:cNvGrpSpPr>
              <p:nvPr/>
            </p:nvGrpSpPr>
            <p:grpSpPr bwMode="auto">
              <a:xfrm>
                <a:off x="1724" y="3011"/>
                <a:ext cx="100" cy="95"/>
                <a:chOff x="704" y="1880"/>
                <a:chExt cx="136" cy="128"/>
              </a:xfrm>
            </p:grpSpPr>
            <p:sp>
              <p:nvSpPr>
                <p:cNvPr id="46611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5" name="Group 600"/>
              <p:cNvGrpSpPr>
                <a:grpSpLocks/>
              </p:cNvGrpSpPr>
              <p:nvPr/>
            </p:nvGrpSpPr>
            <p:grpSpPr bwMode="auto">
              <a:xfrm>
                <a:off x="1623" y="3011"/>
                <a:ext cx="100" cy="95"/>
                <a:chOff x="704" y="1880"/>
                <a:chExt cx="136" cy="128"/>
              </a:xfrm>
            </p:grpSpPr>
            <p:sp>
              <p:nvSpPr>
                <p:cNvPr id="46610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6" name="Group 603"/>
              <p:cNvGrpSpPr>
                <a:grpSpLocks/>
              </p:cNvGrpSpPr>
              <p:nvPr/>
            </p:nvGrpSpPr>
            <p:grpSpPr bwMode="auto">
              <a:xfrm>
                <a:off x="1528" y="3011"/>
                <a:ext cx="100" cy="95"/>
                <a:chOff x="704" y="1880"/>
                <a:chExt cx="136" cy="128"/>
              </a:xfrm>
            </p:grpSpPr>
            <p:sp>
              <p:nvSpPr>
                <p:cNvPr id="46610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0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7" name="Group 606"/>
              <p:cNvGrpSpPr>
                <a:grpSpLocks/>
              </p:cNvGrpSpPr>
              <p:nvPr/>
            </p:nvGrpSpPr>
            <p:grpSpPr bwMode="auto">
              <a:xfrm>
                <a:off x="1427" y="3011"/>
                <a:ext cx="100" cy="95"/>
                <a:chOff x="704" y="1880"/>
                <a:chExt cx="136" cy="128"/>
              </a:xfrm>
            </p:grpSpPr>
            <p:sp>
              <p:nvSpPr>
                <p:cNvPr id="46610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0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8" name="Group 609"/>
              <p:cNvGrpSpPr>
                <a:grpSpLocks/>
              </p:cNvGrpSpPr>
              <p:nvPr/>
            </p:nvGrpSpPr>
            <p:grpSpPr bwMode="auto">
              <a:xfrm>
                <a:off x="1332" y="3011"/>
                <a:ext cx="100" cy="95"/>
                <a:chOff x="704" y="1880"/>
                <a:chExt cx="136" cy="128"/>
              </a:xfrm>
            </p:grpSpPr>
            <p:sp>
              <p:nvSpPr>
                <p:cNvPr id="46610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0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9" name="Group 612"/>
              <p:cNvGrpSpPr>
                <a:grpSpLocks/>
              </p:cNvGrpSpPr>
              <p:nvPr/>
            </p:nvGrpSpPr>
            <p:grpSpPr bwMode="auto">
              <a:xfrm>
                <a:off x="1231" y="3011"/>
                <a:ext cx="100" cy="95"/>
                <a:chOff x="704" y="1880"/>
                <a:chExt cx="136" cy="128"/>
              </a:xfrm>
            </p:grpSpPr>
            <p:sp>
              <p:nvSpPr>
                <p:cNvPr id="46610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0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5970" name="Line 613"/>
            <p:cNvSpPr>
              <a:spLocks noChangeShapeType="1"/>
            </p:cNvSpPr>
            <p:nvPr/>
          </p:nvSpPr>
          <p:spPr bwMode="auto">
            <a:xfrm rot="18792113" flipH="1">
              <a:off x="2616496" y="653658"/>
              <a:ext cx="57681" cy="608871"/>
            </a:xfrm>
            <a:prstGeom prst="line">
              <a:avLst/>
            </a:prstGeom>
            <a:noFill/>
            <a:ln w="38100">
              <a:solidFill>
                <a:srgbClr val="808080"/>
              </a:solidFill>
              <a:round/>
              <a:headEnd/>
              <a:tailEnd/>
            </a:ln>
          </p:spPr>
          <p:txBody>
            <a:bodyPr/>
            <a:lstStyle/>
            <a:p>
              <a:endParaRPr lang="en-US" dirty="0"/>
            </a:p>
          </p:txBody>
        </p:sp>
        <p:sp>
          <p:nvSpPr>
            <p:cNvPr id="465971" name="Line 614"/>
            <p:cNvSpPr>
              <a:spLocks noChangeShapeType="1"/>
            </p:cNvSpPr>
            <p:nvPr/>
          </p:nvSpPr>
          <p:spPr bwMode="auto">
            <a:xfrm rot="2807887" flipV="1">
              <a:off x="2381441" y="900684"/>
              <a:ext cx="604454" cy="79152"/>
            </a:xfrm>
            <a:prstGeom prst="line">
              <a:avLst/>
            </a:prstGeom>
            <a:noFill/>
            <a:ln w="38100">
              <a:solidFill>
                <a:srgbClr val="B2B2B2"/>
              </a:solidFill>
              <a:round/>
              <a:headEnd/>
              <a:tailEnd/>
            </a:ln>
          </p:spPr>
          <p:txBody>
            <a:bodyPr/>
            <a:lstStyle/>
            <a:p>
              <a:endParaRPr lang="en-US" dirty="0"/>
            </a:p>
          </p:txBody>
        </p:sp>
        <p:grpSp>
          <p:nvGrpSpPr>
            <p:cNvPr id="465980" name="Group 591"/>
            <p:cNvGrpSpPr>
              <a:grpSpLocks/>
            </p:cNvGrpSpPr>
            <p:nvPr/>
          </p:nvGrpSpPr>
          <p:grpSpPr bwMode="auto">
            <a:xfrm rot="-2958402">
              <a:off x="6141173" y="1614333"/>
              <a:ext cx="167811" cy="625427"/>
              <a:chOff x="704" y="1880"/>
              <a:chExt cx="136" cy="128"/>
            </a:xfrm>
          </p:grpSpPr>
          <p:sp>
            <p:nvSpPr>
              <p:cNvPr id="46609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9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1" name="Group 594"/>
            <p:cNvGrpSpPr>
              <a:grpSpLocks/>
            </p:cNvGrpSpPr>
            <p:nvPr/>
          </p:nvGrpSpPr>
          <p:grpSpPr bwMode="auto">
            <a:xfrm rot="-2484397">
              <a:off x="6094960" y="1714341"/>
              <a:ext cx="167811" cy="625427"/>
              <a:chOff x="704" y="1880"/>
              <a:chExt cx="136" cy="128"/>
            </a:xfrm>
          </p:grpSpPr>
          <p:sp>
            <p:nvSpPr>
              <p:cNvPr id="46608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9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2" name="Group 597"/>
            <p:cNvGrpSpPr>
              <a:grpSpLocks/>
            </p:cNvGrpSpPr>
            <p:nvPr/>
          </p:nvGrpSpPr>
          <p:grpSpPr bwMode="auto">
            <a:xfrm rot="-1920768">
              <a:off x="6002224" y="1795303"/>
              <a:ext cx="167811" cy="625427"/>
              <a:chOff x="704" y="1880"/>
              <a:chExt cx="136" cy="128"/>
            </a:xfrm>
          </p:grpSpPr>
          <p:sp>
            <p:nvSpPr>
              <p:cNvPr id="46608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3" name="Group 600"/>
            <p:cNvGrpSpPr>
              <a:grpSpLocks/>
            </p:cNvGrpSpPr>
            <p:nvPr/>
          </p:nvGrpSpPr>
          <p:grpSpPr bwMode="auto">
            <a:xfrm rot="-1451095">
              <a:off x="5889877" y="1861969"/>
              <a:ext cx="167811" cy="625427"/>
              <a:chOff x="704" y="1880"/>
              <a:chExt cx="136" cy="128"/>
            </a:xfrm>
          </p:grpSpPr>
          <p:sp>
            <p:nvSpPr>
              <p:cNvPr id="46608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4" name="Group 603"/>
            <p:cNvGrpSpPr>
              <a:grpSpLocks/>
            </p:cNvGrpSpPr>
            <p:nvPr/>
          </p:nvGrpSpPr>
          <p:grpSpPr bwMode="auto">
            <a:xfrm rot="-945984">
              <a:off x="5778087" y="1914362"/>
              <a:ext cx="167811" cy="625427"/>
              <a:chOff x="704" y="1880"/>
              <a:chExt cx="136" cy="128"/>
            </a:xfrm>
          </p:grpSpPr>
          <p:sp>
            <p:nvSpPr>
              <p:cNvPr id="46608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5" name="Group 606"/>
            <p:cNvGrpSpPr>
              <a:grpSpLocks/>
            </p:cNvGrpSpPr>
            <p:nvPr/>
          </p:nvGrpSpPr>
          <p:grpSpPr bwMode="auto">
            <a:xfrm rot="-496604">
              <a:off x="5656228" y="1942940"/>
              <a:ext cx="167811" cy="625427"/>
              <a:chOff x="704" y="1880"/>
              <a:chExt cx="136" cy="128"/>
            </a:xfrm>
          </p:grpSpPr>
          <p:sp>
            <p:nvSpPr>
              <p:cNvPr id="46608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6" name="Group 609"/>
            <p:cNvGrpSpPr>
              <a:grpSpLocks/>
            </p:cNvGrpSpPr>
            <p:nvPr/>
          </p:nvGrpSpPr>
          <p:grpSpPr bwMode="auto">
            <a:xfrm>
              <a:off x="5530149" y="1947703"/>
              <a:ext cx="167811" cy="625427"/>
              <a:chOff x="704" y="1880"/>
              <a:chExt cx="136" cy="128"/>
            </a:xfrm>
          </p:grpSpPr>
          <p:sp>
            <p:nvSpPr>
              <p:cNvPr id="46607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7" name="Group 612"/>
            <p:cNvGrpSpPr>
              <a:grpSpLocks/>
            </p:cNvGrpSpPr>
            <p:nvPr/>
          </p:nvGrpSpPr>
          <p:grpSpPr bwMode="auto">
            <a:xfrm rot="817219">
              <a:off x="5260637" y="1928651"/>
              <a:ext cx="167811" cy="625427"/>
              <a:chOff x="704" y="1880"/>
              <a:chExt cx="136" cy="128"/>
            </a:xfrm>
          </p:grpSpPr>
          <p:sp>
            <p:nvSpPr>
              <p:cNvPr id="46607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8" name="Group 612"/>
            <p:cNvGrpSpPr>
              <a:grpSpLocks/>
            </p:cNvGrpSpPr>
            <p:nvPr/>
          </p:nvGrpSpPr>
          <p:grpSpPr bwMode="auto">
            <a:xfrm rot="2178371">
              <a:off x="5046313" y="1825233"/>
              <a:ext cx="167811" cy="625427"/>
              <a:chOff x="704" y="1880"/>
              <a:chExt cx="136" cy="128"/>
            </a:xfrm>
          </p:grpSpPr>
          <p:sp>
            <p:nvSpPr>
              <p:cNvPr id="46607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9" name="Group 612"/>
            <p:cNvGrpSpPr>
              <a:grpSpLocks/>
            </p:cNvGrpSpPr>
            <p:nvPr/>
          </p:nvGrpSpPr>
          <p:grpSpPr bwMode="auto">
            <a:xfrm rot="1523074">
              <a:off x="5151083" y="1887136"/>
              <a:ext cx="167811" cy="625427"/>
              <a:chOff x="704" y="1880"/>
              <a:chExt cx="136" cy="128"/>
            </a:xfrm>
          </p:grpSpPr>
          <p:sp>
            <p:nvSpPr>
              <p:cNvPr id="46607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0" name="Group 612"/>
            <p:cNvGrpSpPr>
              <a:grpSpLocks/>
            </p:cNvGrpSpPr>
            <p:nvPr/>
          </p:nvGrpSpPr>
          <p:grpSpPr bwMode="auto">
            <a:xfrm rot="325823">
              <a:off x="5389222" y="1947687"/>
              <a:ext cx="167811" cy="625427"/>
              <a:chOff x="704" y="1880"/>
              <a:chExt cx="136" cy="128"/>
            </a:xfrm>
          </p:grpSpPr>
          <p:sp>
            <p:nvSpPr>
              <p:cNvPr id="46607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1" name="Group 590"/>
            <p:cNvGrpSpPr>
              <a:grpSpLocks/>
            </p:cNvGrpSpPr>
            <p:nvPr/>
          </p:nvGrpSpPr>
          <p:grpSpPr bwMode="auto">
            <a:xfrm rot="-3152204">
              <a:off x="6011634" y="1032281"/>
              <a:ext cx="1334095" cy="625427"/>
              <a:chOff x="1231" y="3011"/>
              <a:chExt cx="795" cy="95"/>
            </a:xfrm>
          </p:grpSpPr>
          <p:grpSp>
            <p:nvGrpSpPr>
              <p:cNvPr id="465994" name="Group 591"/>
              <p:cNvGrpSpPr>
                <a:grpSpLocks/>
              </p:cNvGrpSpPr>
              <p:nvPr/>
            </p:nvGrpSpPr>
            <p:grpSpPr bwMode="auto">
              <a:xfrm>
                <a:off x="1926" y="3011"/>
                <a:ext cx="100" cy="95"/>
                <a:chOff x="704" y="1880"/>
                <a:chExt cx="136" cy="128"/>
              </a:xfrm>
            </p:grpSpPr>
            <p:sp>
              <p:nvSpPr>
                <p:cNvPr id="46606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5" name="Group 594"/>
              <p:cNvGrpSpPr>
                <a:grpSpLocks/>
              </p:cNvGrpSpPr>
              <p:nvPr/>
            </p:nvGrpSpPr>
            <p:grpSpPr bwMode="auto">
              <a:xfrm>
                <a:off x="1819" y="3011"/>
                <a:ext cx="100" cy="95"/>
                <a:chOff x="704" y="1880"/>
                <a:chExt cx="136" cy="128"/>
              </a:xfrm>
            </p:grpSpPr>
            <p:sp>
              <p:nvSpPr>
                <p:cNvPr id="46606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6" name="Group 597"/>
              <p:cNvGrpSpPr>
                <a:grpSpLocks/>
              </p:cNvGrpSpPr>
              <p:nvPr/>
            </p:nvGrpSpPr>
            <p:grpSpPr bwMode="auto">
              <a:xfrm>
                <a:off x="1724" y="3011"/>
                <a:ext cx="100" cy="95"/>
                <a:chOff x="704" y="1880"/>
                <a:chExt cx="136" cy="128"/>
              </a:xfrm>
            </p:grpSpPr>
            <p:sp>
              <p:nvSpPr>
                <p:cNvPr id="46606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7" name="Group 600"/>
              <p:cNvGrpSpPr>
                <a:grpSpLocks/>
              </p:cNvGrpSpPr>
              <p:nvPr/>
            </p:nvGrpSpPr>
            <p:grpSpPr bwMode="auto">
              <a:xfrm>
                <a:off x="1623" y="3011"/>
                <a:ext cx="100" cy="95"/>
                <a:chOff x="704" y="1880"/>
                <a:chExt cx="136" cy="128"/>
              </a:xfrm>
            </p:grpSpPr>
            <p:sp>
              <p:nvSpPr>
                <p:cNvPr id="46606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8" name="Group 603"/>
              <p:cNvGrpSpPr>
                <a:grpSpLocks/>
              </p:cNvGrpSpPr>
              <p:nvPr/>
            </p:nvGrpSpPr>
            <p:grpSpPr bwMode="auto">
              <a:xfrm>
                <a:off x="1528" y="3011"/>
                <a:ext cx="100" cy="95"/>
                <a:chOff x="704" y="1880"/>
                <a:chExt cx="136" cy="128"/>
              </a:xfrm>
            </p:grpSpPr>
            <p:sp>
              <p:nvSpPr>
                <p:cNvPr id="46606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09" name="Group 606"/>
              <p:cNvGrpSpPr>
                <a:grpSpLocks/>
              </p:cNvGrpSpPr>
              <p:nvPr/>
            </p:nvGrpSpPr>
            <p:grpSpPr bwMode="auto">
              <a:xfrm>
                <a:off x="1427" y="3011"/>
                <a:ext cx="100" cy="95"/>
                <a:chOff x="704" y="1880"/>
                <a:chExt cx="136" cy="128"/>
              </a:xfrm>
            </p:grpSpPr>
            <p:sp>
              <p:nvSpPr>
                <p:cNvPr id="46605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0" name="Group 609"/>
              <p:cNvGrpSpPr>
                <a:grpSpLocks/>
              </p:cNvGrpSpPr>
              <p:nvPr/>
            </p:nvGrpSpPr>
            <p:grpSpPr bwMode="auto">
              <a:xfrm>
                <a:off x="1332" y="3011"/>
                <a:ext cx="100" cy="95"/>
                <a:chOff x="704" y="1880"/>
                <a:chExt cx="136" cy="128"/>
              </a:xfrm>
            </p:grpSpPr>
            <p:sp>
              <p:nvSpPr>
                <p:cNvPr id="46605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5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1" name="Group 612"/>
              <p:cNvGrpSpPr>
                <a:grpSpLocks/>
              </p:cNvGrpSpPr>
              <p:nvPr/>
            </p:nvGrpSpPr>
            <p:grpSpPr bwMode="auto">
              <a:xfrm>
                <a:off x="1231" y="3011"/>
                <a:ext cx="100" cy="95"/>
                <a:chOff x="704" y="1880"/>
                <a:chExt cx="136" cy="128"/>
              </a:xfrm>
            </p:grpSpPr>
            <p:sp>
              <p:nvSpPr>
                <p:cNvPr id="46605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5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6012" name="Group 591"/>
            <p:cNvGrpSpPr>
              <a:grpSpLocks/>
            </p:cNvGrpSpPr>
            <p:nvPr/>
          </p:nvGrpSpPr>
          <p:grpSpPr bwMode="auto">
            <a:xfrm rot="2957983">
              <a:off x="8484274" y="570683"/>
              <a:ext cx="175215" cy="640085"/>
              <a:chOff x="704" y="1880"/>
              <a:chExt cx="142" cy="131"/>
            </a:xfrm>
          </p:grpSpPr>
          <p:sp>
            <p:nvSpPr>
              <p:cNvPr id="46604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46" name="Line 593"/>
              <p:cNvSpPr>
                <a:spLocks noChangeShapeType="1"/>
              </p:cNvSpPr>
              <p:nvPr/>
            </p:nvSpPr>
            <p:spPr bwMode="auto">
              <a:xfrm flipH="1" flipV="1">
                <a:off x="774" y="1883"/>
                <a:ext cx="72" cy="128"/>
              </a:xfrm>
              <a:prstGeom prst="line">
                <a:avLst/>
              </a:prstGeom>
              <a:noFill/>
              <a:ln w="38100">
                <a:solidFill>
                  <a:srgbClr val="B2B2B2"/>
                </a:solidFill>
                <a:round/>
                <a:headEnd/>
                <a:tailEnd/>
              </a:ln>
            </p:spPr>
            <p:txBody>
              <a:bodyPr/>
              <a:lstStyle/>
              <a:p>
                <a:endParaRPr lang="en-US" dirty="0"/>
              </a:p>
            </p:txBody>
          </p:sp>
        </p:grpSp>
        <p:grpSp>
          <p:nvGrpSpPr>
            <p:cNvPr id="466013" name="Group 594"/>
            <p:cNvGrpSpPr>
              <a:grpSpLocks/>
            </p:cNvGrpSpPr>
            <p:nvPr/>
          </p:nvGrpSpPr>
          <p:grpSpPr bwMode="auto">
            <a:xfrm rot="2079614">
              <a:off x="8311548" y="408512"/>
              <a:ext cx="167811" cy="625427"/>
              <a:chOff x="704" y="1880"/>
              <a:chExt cx="136" cy="128"/>
            </a:xfrm>
          </p:grpSpPr>
          <p:sp>
            <p:nvSpPr>
              <p:cNvPr id="46604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4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4" name="Group 600"/>
            <p:cNvGrpSpPr>
              <a:grpSpLocks/>
            </p:cNvGrpSpPr>
            <p:nvPr/>
          </p:nvGrpSpPr>
          <p:grpSpPr bwMode="auto">
            <a:xfrm rot="1622520">
              <a:off x="8139803" y="303745"/>
              <a:ext cx="167811" cy="625427"/>
              <a:chOff x="704" y="1880"/>
              <a:chExt cx="136" cy="128"/>
            </a:xfrm>
          </p:grpSpPr>
          <p:sp>
            <p:nvSpPr>
              <p:cNvPr id="46604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4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5" name="Group 603"/>
            <p:cNvGrpSpPr>
              <a:grpSpLocks/>
            </p:cNvGrpSpPr>
            <p:nvPr/>
          </p:nvGrpSpPr>
          <p:grpSpPr bwMode="auto">
            <a:xfrm rot="1108313">
              <a:off x="7937525" y="222778"/>
              <a:ext cx="167811" cy="625427"/>
              <a:chOff x="704" y="1880"/>
              <a:chExt cx="136" cy="128"/>
            </a:xfrm>
          </p:grpSpPr>
          <p:sp>
            <p:nvSpPr>
              <p:cNvPr id="46603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4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6" name="Group 606"/>
            <p:cNvGrpSpPr>
              <a:grpSpLocks/>
            </p:cNvGrpSpPr>
            <p:nvPr/>
          </p:nvGrpSpPr>
          <p:grpSpPr bwMode="auto">
            <a:xfrm rot="186207">
              <a:off x="7691841" y="179911"/>
              <a:ext cx="167811" cy="625427"/>
              <a:chOff x="704" y="1880"/>
              <a:chExt cx="136" cy="128"/>
            </a:xfrm>
          </p:grpSpPr>
          <p:sp>
            <p:nvSpPr>
              <p:cNvPr id="46603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47" name="Group 609"/>
            <p:cNvGrpSpPr>
              <a:grpSpLocks/>
            </p:cNvGrpSpPr>
            <p:nvPr/>
          </p:nvGrpSpPr>
          <p:grpSpPr bwMode="auto">
            <a:xfrm rot="-804977">
              <a:off x="7441937" y="189435"/>
              <a:ext cx="167811" cy="625427"/>
              <a:chOff x="704" y="1880"/>
              <a:chExt cx="136" cy="128"/>
            </a:xfrm>
          </p:grpSpPr>
          <p:sp>
            <p:nvSpPr>
              <p:cNvPr id="46603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48" name="Group 612"/>
            <p:cNvGrpSpPr>
              <a:grpSpLocks/>
            </p:cNvGrpSpPr>
            <p:nvPr/>
          </p:nvGrpSpPr>
          <p:grpSpPr bwMode="auto">
            <a:xfrm rot="-1972905">
              <a:off x="7191490" y="308499"/>
              <a:ext cx="167811" cy="625427"/>
              <a:chOff x="704" y="1880"/>
              <a:chExt cx="136" cy="128"/>
            </a:xfrm>
          </p:grpSpPr>
          <p:sp>
            <p:nvSpPr>
              <p:cNvPr id="46603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49" name="Group 590"/>
            <p:cNvGrpSpPr>
              <a:grpSpLocks/>
            </p:cNvGrpSpPr>
            <p:nvPr/>
          </p:nvGrpSpPr>
          <p:grpSpPr bwMode="auto">
            <a:xfrm rot="2726436">
              <a:off x="8405246" y="1111674"/>
              <a:ext cx="1334099" cy="625427"/>
              <a:chOff x="1231" y="3011"/>
              <a:chExt cx="795" cy="95"/>
            </a:xfrm>
          </p:grpSpPr>
          <p:grpSp>
            <p:nvGrpSpPr>
              <p:cNvPr id="466050" name="Group 591"/>
              <p:cNvGrpSpPr>
                <a:grpSpLocks/>
              </p:cNvGrpSpPr>
              <p:nvPr/>
            </p:nvGrpSpPr>
            <p:grpSpPr bwMode="auto">
              <a:xfrm>
                <a:off x="1926" y="3011"/>
                <a:ext cx="100" cy="95"/>
                <a:chOff x="704" y="1880"/>
                <a:chExt cx="136" cy="128"/>
              </a:xfrm>
            </p:grpSpPr>
            <p:sp>
              <p:nvSpPr>
                <p:cNvPr id="46603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51" name="Group 594"/>
              <p:cNvGrpSpPr>
                <a:grpSpLocks/>
              </p:cNvGrpSpPr>
              <p:nvPr/>
            </p:nvGrpSpPr>
            <p:grpSpPr bwMode="auto">
              <a:xfrm>
                <a:off x="1819" y="3011"/>
                <a:ext cx="100" cy="95"/>
                <a:chOff x="704" y="1880"/>
                <a:chExt cx="136" cy="128"/>
              </a:xfrm>
            </p:grpSpPr>
            <p:sp>
              <p:nvSpPr>
                <p:cNvPr id="46602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52" name="Group 597"/>
              <p:cNvGrpSpPr>
                <a:grpSpLocks/>
              </p:cNvGrpSpPr>
              <p:nvPr/>
            </p:nvGrpSpPr>
            <p:grpSpPr bwMode="auto">
              <a:xfrm>
                <a:off x="1724" y="3011"/>
                <a:ext cx="100" cy="95"/>
                <a:chOff x="704" y="1880"/>
                <a:chExt cx="136" cy="128"/>
              </a:xfrm>
            </p:grpSpPr>
            <p:sp>
              <p:nvSpPr>
                <p:cNvPr id="46602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53" name="Group 600"/>
              <p:cNvGrpSpPr>
                <a:grpSpLocks/>
              </p:cNvGrpSpPr>
              <p:nvPr/>
            </p:nvGrpSpPr>
            <p:grpSpPr bwMode="auto">
              <a:xfrm>
                <a:off x="1623" y="3011"/>
                <a:ext cx="100" cy="95"/>
                <a:chOff x="704" y="1880"/>
                <a:chExt cx="136" cy="128"/>
              </a:xfrm>
            </p:grpSpPr>
            <p:sp>
              <p:nvSpPr>
                <p:cNvPr id="46602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54" name="Group 603"/>
              <p:cNvGrpSpPr>
                <a:grpSpLocks/>
              </p:cNvGrpSpPr>
              <p:nvPr/>
            </p:nvGrpSpPr>
            <p:grpSpPr bwMode="auto">
              <a:xfrm>
                <a:off x="1528" y="3011"/>
                <a:ext cx="100" cy="95"/>
                <a:chOff x="704" y="1880"/>
                <a:chExt cx="136" cy="128"/>
              </a:xfrm>
            </p:grpSpPr>
            <p:sp>
              <p:nvSpPr>
                <p:cNvPr id="46602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3" name="Group 606"/>
              <p:cNvGrpSpPr>
                <a:grpSpLocks/>
              </p:cNvGrpSpPr>
              <p:nvPr/>
            </p:nvGrpSpPr>
            <p:grpSpPr bwMode="auto">
              <a:xfrm>
                <a:off x="1427" y="3011"/>
                <a:ext cx="100" cy="95"/>
                <a:chOff x="704" y="1880"/>
                <a:chExt cx="136" cy="128"/>
              </a:xfrm>
            </p:grpSpPr>
            <p:sp>
              <p:nvSpPr>
                <p:cNvPr id="46602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4" name="Group 609"/>
              <p:cNvGrpSpPr>
                <a:grpSpLocks/>
              </p:cNvGrpSpPr>
              <p:nvPr/>
            </p:nvGrpSpPr>
            <p:grpSpPr bwMode="auto">
              <a:xfrm>
                <a:off x="1332" y="3011"/>
                <a:ext cx="100" cy="95"/>
                <a:chOff x="704" y="1880"/>
                <a:chExt cx="136" cy="128"/>
              </a:xfrm>
            </p:grpSpPr>
            <p:sp>
              <p:nvSpPr>
                <p:cNvPr id="46601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5" name="Group 612"/>
              <p:cNvGrpSpPr>
                <a:grpSpLocks/>
              </p:cNvGrpSpPr>
              <p:nvPr/>
            </p:nvGrpSpPr>
            <p:grpSpPr bwMode="auto">
              <a:xfrm>
                <a:off x="1231" y="3011"/>
                <a:ext cx="100" cy="95"/>
                <a:chOff x="704" y="1880"/>
                <a:chExt cx="136" cy="128"/>
              </a:xfrm>
            </p:grpSpPr>
            <p:sp>
              <p:nvSpPr>
                <p:cNvPr id="46601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1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5992" name="Line 613"/>
            <p:cNvSpPr>
              <a:spLocks noChangeShapeType="1"/>
            </p:cNvSpPr>
            <p:nvPr/>
          </p:nvSpPr>
          <p:spPr bwMode="auto">
            <a:xfrm rot="18792113" flipH="1">
              <a:off x="7092001" y="476755"/>
              <a:ext cx="57681" cy="608871"/>
            </a:xfrm>
            <a:prstGeom prst="line">
              <a:avLst/>
            </a:prstGeom>
            <a:noFill/>
            <a:ln w="38100">
              <a:solidFill>
                <a:srgbClr val="808080"/>
              </a:solidFill>
              <a:round/>
              <a:headEnd/>
              <a:tailEnd/>
            </a:ln>
          </p:spPr>
          <p:txBody>
            <a:bodyPr/>
            <a:lstStyle/>
            <a:p>
              <a:endParaRPr lang="en-US" dirty="0"/>
            </a:p>
          </p:txBody>
        </p:sp>
        <p:sp>
          <p:nvSpPr>
            <p:cNvPr id="465993" name="Line 614"/>
            <p:cNvSpPr>
              <a:spLocks noChangeShapeType="1"/>
            </p:cNvSpPr>
            <p:nvPr/>
          </p:nvSpPr>
          <p:spPr bwMode="auto">
            <a:xfrm rot="2807887" flipV="1">
              <a:off x="6849459" y="702011"/>
              <a:ext cx="604454" cy="79152"/>
            </a:xfrm>
            <a:prstGeom prst="line">
              <a:avLst/>
            </a:prstGeom>
            <a:noFill/>
            <a:ln w="38100">
              <a:solidFill>
                <a:srgbClr val="B2B2B2"/>
              </a:solidFill>
              <a:round/>
              <a:headEnd/>
              <a:tailEnd/>
            </a:ln>
          </p:spPr>
          <p:txBody>
            <a:bodyPr/>
            <a:lstStyle/>
            <a:p>
              <a:endParaRPr lang="en-US" dirty="0"/>
            </a:p>
          </p:txBody>
        </p:sp>
        <p:grpSp>
          <p:nvGrpSpPr>
            <p:cNvPr id="466096" name="Group 609"/>
            <p:cNvGrpSpPr>
              <a:grpSpLocks/>
            </p:cNvGrpSpPr>
            <p:nvPr/>
          </p:nvGrpSpPr>
          <p:grpSpPr bwMode="auto">
            <a:xfrm>
              <a:off x="9979116" y="1729973"/>
              <a:ext cx="167811" cy="625427"/>
              <a:chOff x="704" y="1880"/>
              <a:chExt cx="136" cy="128"/>
            </a:xfrm>
          </p:grpSpPr>
          <p:sp>
            <p:nvSpPr>
              <p:cNvPr id="46600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7" name="Group 612"/>
            <p:cNvGrpSpPr>
              <a:grpSpLocks/>
            </p:cNvGrpSpPr>
            <p:nvPr/>
          </p:nvGrpSpPr>
          <p:grpSpPr bwMode="auto">
            <a:xfrm rot="817219">
              <a:off x="9709604" y="1710921"/>
              <a:ext cx="167811" cy="625427"/>
              <a:chOff x="704" y="1880"/>
              <a:chExt cx="136" cy="128"/>
            </a:xfrm>
          </p:grpSpPr>
          <p:sp>
            <p:nvSpPr>
              <p:cNvPr id="46600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8" name="Group 612"/>
            <p:cNvGrpSpPr>
              <a:grpSpLocks/>
            </p:cNvGrpSpPr>
            <p:nvPr/>
          </p:nvGrpSpPr>
          <p:grpSpPr bwMode="auto">
            <a:xfrm rot="2178371">
              <a:off x="9495280" y="1607503"/>
              <a:ext cx="167811" cy="625427"/>
              <a:chOff x="704" y="1880"/>
              <a:chExt cx="136" cy="128"/>
            </a:xfrm>
          </p:grpSpPr>
          <p:sp>
            <p:nvSpPr>
              <p:cNvPr id="4660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9" name="Group 612"/>
            <p:cNvGrpSpPr>
              <a:grpSpLocks/>
            </p:cNvGrpSpPr>
            <p:nvPr/>
          </p:nvGrpSpPr>
          <p:grpSpPr bwMode="auto">
            <a:xfrm rot="1523074">
              <a:off x="9600050" y="1669406"/>
              <a:ext cx="167811" cy="625427"/>
              <a:chOff x="704" y="1880"/>
              <a:chExt cx="136" cy="128"/>
            </a:xfrm>
          </p:grpSpPr>
          <p:sp>
            <p:nvSpPr>
              <p:cNvPr id="46600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00" name="Group 612"/>
            <p:cNvGrpSpPr>
              <a:grpSpLocks/>
            </p:cNvGrpSpPr>
            <p:nvPr/>
          </p:nvGrpSpPr>
          <p:grpSpPr bwMode="auto">
            <a:xfrm rot="325823">
              <a:off x="9838189" y="1729957"/>
              <a:ext cx="167811" cy="625427"/>
              <a:chOff x="704" y="1880"/>
              <a:chExt cx="136" cy="128"/>
            </a:xfrm>
          </p:grpSpPr>
          <p:sp>
            <p:nvSpPr>
              <p:cNvPr id="46599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6131" name="Group 590"/>
          <p:cNvGrpSpPr>
            <a:grpSpLocks/>
          </p:cNvGrpSpPr>
          <p:nvPr/>
        </p:nvGrpSpPr>
        <p:grpSpPr bwMode="auto">
          <a:xfrm>
            <a:off x="7261225" y="5222875"/>
            <a:ext cx="1333500" cy="623888"/>
            <a:chOff x="1231" y="3011"/>
            <a:chExt cx="795" cy="95"/>
          </a:xfrm>
        </p:grpSpPr>
        <p:grpSp>
          <p:nvGrpSpPr>
            <p:cNvPr id="466132" name="Group 591"/>
            <p:cNvGrpSpPr>
              <a:grpSpLocks/>
            </p:cNvGrpSpPr>
            <p:nvPr/>
          </p:nvGrpSpPr>
          <p:grpSpPr bwMode="auto">
            <a:xfrm>
              <a:off x="1926" y="3011"/>
              <a:ext cx="100" cy="95"/>
              <a:chOff x="704" y="1880"/>
              <a:chExt cx="136" cy="128"/>
            </a:xfrm>
          </p:grpSpPr>
          <p:sp>
            <p:nvSpPr>
              <p:cNvPr id="46595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5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3" name="Group 594"/>
            <p:cNvGrpSpPr>
              <a:grpSpLocks/>
            </p:cNvGrpSpPr>
            <p:nvPr/>
          </p:nvGrpSpPr>
          <p:grpSpPr bwMode="auto">
            <a:xfrm>
              <a:off x="1819" y="3011"/>
              <a:ext cx="100" cy="95"/>
              <a:chOff x="704" y="1880"/>
              <a:chExt cx="136" cy="128"/>
            </a:xfrm>
          </p:grpSpPr>
          <p:sp>
            <p:nvSpPr>
              <p:cNvPr id="46594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5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4" name="Group 597"/>
            <p:cNvGrpSpPr>
              <a:grpSpLocks/>
            </p:cNvGrpSpPr>
            <p:nvPr/>
          </p:nvGrpSpPr>
          <p:grpSpPr bwMode="auto">
            <a:xfrm>
              <a:off x="1724" y="3011"/>
              <a:ext cx="100" cy="95"/>
              <a:chOff x="704" y="1880"/>
              <a:chExt cx="136" cy="128"/>
            </a:xfrm>
          </p:grpSpPr>
          <p:sp>
            <p:nvSpPr>
              <p:cNvPr id="46594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5" name="Group 600"/>
            <p:cNvGrpSpPr>
              <a:grpSpLocks/>
            </p:cNvGrpSpPr>
            <p:nvPr/>
          </p:nvGrpSpPr>
          <p:grpSpPr bwMode="auto">
            <a:xfrm>
              <a:off x="1623" y="3011"/>
              <a:ext cx="100" cy="95"/>
              <a:chOff x="704" y="1880"/>
              <a:chExt cx="136" cy="128"/>
            </a:xfrm>
          </p:grpSpPr>
          <p:sp>
            <p:nvSpPr>
              <p:cNvPr id="46594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6" name="Group 603"/>
            <p:cNvGrpSpPr>
              <a:grpSpLocks/>
            </p:cNvGrpSpPr>
            <p:nvPr/>
          </p:nvGrpSpPr>
          <p:grpSpPr bwMode="auto">
            <a:xfrm>
              <a:off x="1528" y="3011"/>
              <a:ext cx="100" cy="95"/>
              <a:chOff x="704" y="1880"/>
              <a:chExt cx="136" cy="128"/>
            </a:xfrm>
          </p:grpSpPr>
          <p:sp>
            <p:nvSpPr>
              <p:cNvPr id="46594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7" name="Group 606"/>
            <p:cNvGrpSpPr>
              <a:grpSpLocks/>
            </p:cNvGrpSpPr>
            <p:nvPr/>
          </p:nvGrpSpPr>
          <p:grpSpPr bwMode="auto">
            <a:xfrm>
              <a:off x="1427" y="3011"/>
              <a:ext cx="100" cy="95"/>
              <a:chOff x="704" y="1880"/>
              <a:chExt cx="136" cy="128"/>
            </a:xfrm>
          </p:grpSpPr>
          <p:sp>
            <p:nvSpPr>
              <p:cNvPr id="46594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8" name="Group 609"/>
            <p:cNvGrpSpPr>
              <a:grpSpLocks/>
            </p:cNvGrpSpPr>
            <p:nvPr/>
          </p:nvGrpSpPr>
          <p:grpSpPr bwMode="auto">
            <a:xfrm>
              <a:off x="1332" y="3011"/>
              <a:ext cx="100" cy="95"/>
              <a:chOff x="704" y="1880"/>
              <a:chExt cx="136" cy="128"/>
            </a:xfrm>
          </p:grpSpPr>
          <p:sp>
            <p:nvSpPr>
              <p:cNvPr id="46593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71" name="Group 612"/>
            <p:cNvGrpSpPr>
              <a:grpSpLocks/>
            </p:cNvGrpSpPr>
            <p:nvPr/>
          </p:nvGrpSpPr>
          <p:grpSpPr bwMode="auto">
            <a:xfrm>
              <a:off x="1231" y="3011"/>
              <a:ext cx="100" cy="95"/>
              <a:chOff x="704" y="1880"/>
              <a:chExt cx="136" cy="128"/>
            </a:xfrm>
          </p:grpSpPr>
          <p:sp>
            <p:nvSpPr>
              <p:cNvPr id="46593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3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5927" name="TextBox 379"/>
          <p:cNvSpPr txBox="1">
            <a:spLocks noChangeArrowheads="1"/>
          </p:cNvSpPr>
          <p:nvPr/>
        </p:nvSpPr>
        <p:spPr bwMode="auto">
          <a:xfrm>
            <a:off x="2709863" y="3697288"/>
            <a:ext cx="3662362" cy="708025"/>
          </a:xfrm>
          <a:prstGeom prst="rect">
            <a:avLst/>
          </a:prstGeom>
          <a:noFill/>
          <a:ln w="9525">
            <a:noFill/>
            <a:miter lim="800000"/>
            <a:headEnd/>
            <a:tailEnd/>
          </a:ln>
        </p:spPr>
        <p:txBody>
          <a:bodyPr wrap="none">
            <a:spAutoFit/>
          </a:bodyPr>
          <a:lstStyle/>
          <a:p>
            <a:r>
              <a:rPr lang="en-US" sz="4000" dirty="0"/>
              <a:t>Transverse Wave</a:t>
            </a:r>
          </a:p>
        </p:txBody>
      </p:sp>
      <p:sp>
        <p:nvSpPr>
          <p:cNvPr id="465928" name="TextBox 380"/>
          <p:cNvSpPr txBox="1">
            <a:spLocks noChangeArrowheads="1"/>
          </p:cNvSpPr>
          <p:nvPr/>
        </p:nvSpPr>
        <p:spPr bwMode="auto">
          <a:xfrm>
            <a:off x="2471738" y="6005513"/>
            <a:ext cx="4148137" cy="708025"/>
          </a:xfrm>
          <a:prstGeom prst="rect">
            <a:avLst/>
          </a:prstGeom>
          <a:noFill/>
          <a:ln w="9525">
            <a:noFill/>
            <a:miter lim="800000"/>
            <a:headEnd/>
            <a:tailEnd/>
          </a:ln>
        </p:spPr>
        <p:txBody>
          <a:bodyPr wrap="none">
            <a:spAutoFit/>
          </a:bodyPr>
          <a:lstStyle/>
          <a:p>
            <a:r>
              <a:rPr lang="en-US" sz="4000" dirty="0"/>
              <a:t>Longitudinal  Wave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p:txBody>
          <a:bodyPr/>
          <a:lstStyle/>
          <a:p>
            <a:r>
              <a:rPr lang="en-US" dirty="0"/>
              <a:t>Question 223.2.4</a:t>
            </a:r>
          </a:p>
        </p:txBody>
      </p:sp>
      <p:sp>
        <p:nvSpPr>
          <p:cNvPr id="46084" name="Rectangle 3"/>
          <p:cNvSpPr>
            <a:spLocks noGrp="1" noChangeArrowheads="1"/>
          </p:cNvSpPr>
          <p:nvPr>
            <p:ph idx="1"/>
          </p:nvPr>
        </p:nvSpPr>
        <p:spPr/>
        <p:txBody>
          <a:bodyPr/>
          <a:lstStyle/>
          <a:p>
            <a:pPr eaLnBrk="1" hangingPunct="1">
              <a:lnSpc>
                <a:spcPct val="120000"/>
              </a:lnSpc>
              <a:buFont typeface="Wingdings" pitchFamily="2" charset="2"/>
              <a:buNone/>
            </a:pPr>
            <a:r>
              <a:rPr lang="en-US" sz="2400" b="1" dirty="0"/>
              <a:t>At a football game, “the wave”  might circulate through the stands and move around the stadium.  In this wave motion, people stand up and sit down as the wave passes.  What type of wave would this be characterized as?</a:t>
            </a:r>
            <a:r>
              <a:rPr lang="en-US" sz="2400" b="1" dirty="0">
                <a:solidFill>
                  <a:srgbClr val="000000"/>
                </a:solidFill>
              </a:rPr>
              <a:t> </a:t>
            </a:r>
          </a:p>
          <a:p>
            <a:pPr eaLnBrk="1" hangingPunct="1">
              <a:buFont typeface="Wingdings" pitchFamily="2" charset="2"/>
              <a:buNone/>
            </a:pPr>
            <a:r>
              <a:rPr lang="en-US" sz="2400" b="1" dirty="0">
                <a:solidFill>
                  <a:schemeClr val="tx2"/>
                </a:solidFill>
                <a:cs typeface="Arial" charset="0"/>
              </a:rPr>
              <a:t>polarized wave</a:t>
            </a:r>
            <a:endParaRPr lang="en-US" sz="2400" b="1" dirty="0">
              <a:solidFill>
                <a:schemeClr val="tx2"/>
              </a:solidFill>
            </a:endParaRPr>
          </a:p>
          <a:p>
            <a:pPr eaLnBrk="1" hangingPunct="1">
              <a:buFontTx/>
              <a:buNone/>
            </a:pPr>
            <a:r>
              <a:rPr lang="en-US" sz="2400" b="1" dirty="0">
                <a:solidFill>
                  <a:schemeClr val="tx2"/>
                </a:solidFill>
              </a:rPr>
              <a:t>	a)  longitudinal</a:t>
            </a:r>
            <a:r>
              <a:rPr lang="en-US" sz="2400" b="1" dirty="0">
                <a:solidFill>
                  <a:schemeClr val="tx2"/>
                </a:solidFill>
                <a:cs typeface="Arial" charset="0"/>
              </a:rPr>
              <a:t> wave</a:t>
            </a:r>
            <a:endParaRPr lang="en-US" sz="2400" b="1" dirty="0">
              <a:solidFill>
                <a:schemeClr val="tx2"/>
              </a:solidFill>
            </a:endParaRPr>
          </a:p>
          <a:p>
            <a:pPr eaLnBrk="1" hangingPunct="1">
              <a:buFontTx/>
              <a:buNone/>
            </a:pPr>
            <a:r>
              <a:rPr lang="en-US" sz="2400" b="1" dirty="0">
                <a:solidFill>
                  <a:schemeClr val="tx2"/>
                </a:solidFill>
              </a:rPr>
              <a:t>	b)  lateral wave</a:t>
            </a:r>
          </a:p>
          <a:p>
            <a:pPr eaLnBrk="1" hangingPunct="1">
              <a:buFontTx/>
              <a:buNone/>
            </a:pPr>
            <a:r>
              <a:rPr lang="en-US" sz="2400" b="1" dirty="0">
                <a:solidFill>
                  <a:schemeClr val="tx2"/>
                </a:solidFill>
              </a:rPr>
              <a:t>	c)  </a:t>
            </a:r>
            <a:r>
              <a:rPr lang="en-US" sz="2400" b="1" dirty="0">
                <a:solidFill>
                  <a:schemeClr val="tx2"/>
                </a:solidFill>
                <a:cs typeface="Arial" charset="0"/>
              </a:rPr>
              <a:t>transverse </a:t>
            </a:r>
            <a:r>
              <a:rPr lang="en-US" sz="2400" b="1" dirty="0">
                <a:solidFill>
                  <a:schemeClr val="tx2"/>
                </a:solidFill>
              </a:rPr>
              <a:t>wave</a:t>
            </a:r>
          </a:p>
          <a:p>
            <a:pPr eaLnBrk="1" hangingPunct="1">
              <a:buFontTx/>
              <a:buNone/>
            </a:pPr>
            <a:r>
              <a:rPr lang="en-US" sz="2400" b="1" dirty="0">
                <a:solidFill>
                  <a:schemeClr val="tx2"/>
                </a:solidFill>
              </a:rPr>
              <a:t>	d)  </a:t>
            </a:r>
            <a:r>
              <a:rPr lang="en-US" sz="2400" b="1" dirty="0" err="1">
                <a:solidFill>
                  <a:schemeClr val="tx2"/>
                </a:solidFill>
              </a:rPr>
              <a:t>soliton</a:t>
            </a:r>
            <a:r>
              <a:rPr lang="en-US" sz="2400" b="1" dirty="0">
                <a:solidFill>
                  <a:schemeClr val="tx2"/>
                </a:solidFill>
              </a:rPr>
              <a:t> wave</a:t>
            </a:r>
          </a:p>
          <a:p>
            <a:pPr eaLnBrk="1" hangingPunct="1">
              <a:buFontTx/>
              <a:buNone/>
            </a:pPr>
            <a:r>
              <a:rPr lang="en-US" sz="2400" b="1" dirty="0">
                <a:solidFill>
                  <a:schemeClr val="tx2"/>
                </a:solidFill>
              </a:rPr>
              <a:t>     e) Cougar wave</a:t>
            </a:r>
            <a:endParaRPr lang="en-US" sz="2400" b="1" dirty="0"/>
          </a:p>
          <a:p>
            <a:pPr eaLnBrk="1" hangingPunct="1">
              <a:lnSpc>
                <a:spcPct val="90000"/>
              </a:lnSpc>
            </a:pPr>
            <a:endParaRPr lang="en-US" sz="2400" dirty="0"/>
          </a:p>
        </p:txBody>
      </p:sp>
      <p:sp>
        <p:nvSpPr>
          <p:cNvPr id="46082" name="Slide Number Placeholder 5"/>
          <p:cNvSpPr>
            <a:spLocks noGrp="1"/>
          </p:cNvSpPr>
          <p:nvPr>
            <p:ph type="sldNum" sz="quarter" idx="12"/>
          </p:nvPr>
        </p:nvSpPr>
        <p:spPr>
          <a:noFill/>
        </p:spPr>
        <p:txBody>
          <a:bodyPr/>
          <a:lstStyle/>
          <a:p>
            <a:fld id="{DA3A0356-25C4-47A8-BD36-BE5A8451A2B5}" type="slidenum">
              <a:rPr lang="en-US" smtClean="0"/>
              <a:pPr/>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p:txBody>
          <a:bodyPr/>
          <a:lstStyle/>
          <a:p>
            <a:r>
              <a:rPr lang="en-US" dirty="0"/>
              <a:t>Question 223.2.3</a:t>
            </a:r>
          </a:p>
        </p:txBody>
      </p:sp>
      <p:sp>
        <p:nvSpPr>
          <p:cNvPr id="44036" name="Rectangle 3"/>
          <p:cNvSpPr>
            <a:spLocks noGrp="1" noChangeArrowheads="1"/>
          </p:cNvSpPr>
          <p:nvPr>
            <p:ph idx="1"/>
          </p:nvPr>
        </p:nvSpPr>
        <p:spPr>
          <a:xfrm>
            <a:off x="457200" y="1600200"/>
            <a:ext cx="3790950" cy="4525963"/>
          </a:xfrm>
        </p:spPr>
        <p:txBody>
          <a:bodyPr/>
          <a:lstStyle/>
          <a:p>
            <a:pPr marL="609600" indent="-609600" eaLnBrk="1" hangingPunct="1">
              <a:buFontTx/>
              <a:buNone/>
            </a:pPr>
            <a:r>
              <a:rPr lang="en-US" dirty="0"/>
              <a:t>Is an ocean wave … </a:t>
            </a:r>
          </a:p>
          <a:p>
            <a:pPr marL="990600" lvl="1" indent="-533400" eaLnBrk="1" hangingPunct="1">
              <a:buFontTx/>
              <a:buAutoNum type="alphaLcParenR"/>
            </a:pPr>
            <a:r>
              <a:rPr lang="en-US" dirty="0"/>
              <a:t>Transverse</a:t>
            </a:r>
          </a:p>
          <a:p>
            <a:pPr marL="990600" lvl="1" indent="-533400" eaLnBrk="1" hangingPunct="1">
              <a:buFontTx/>
              <a:buAutoNum type="alphaLcParenR"/>
            </a:pPr>
            <a:r>
              <a:rPr lang="en-US" dirty="0"/>
              <a:t>Longitudinal</a:t>
            </a:r>
          </a:p>
          <a:p>
            <a:pPr marL="990600" lvl="1" indent="-533400" eaLnBrk="1" hangingPunct="1">
              <a:buFontTx/>
              <a:buAutoNum type="alphaLcParenR"/>
            </a:pPr>
            <a:r>
              <a:rPr lang="en-US" dirty="0"/>
              <a:t>A combination of transverse and longitudinal</a:t>
            </a:r>
          </a:p>
        </p:txBody>
      </p:sp>
      <p:sp>
        <p:nvSpPr>
          <p:cNvPr id="44034" name="Slide Number Placeholder 5"/>
          <p:cNvSpPr>
            <a:spLocks noGrp="1"/>
          </p:cNvSpPr>
          <p:nvPr>
            <p:ph type="sldNum" sz="quarter" idx="12"/>
          </p:nvPr>
        </p:nvSpPr>
        <p:spPr>
          <a:noFill/>
        </p:spPr>
        <p:txBody>
          <a:bodyPr/>
          <a:lstStyle/>
          <a:p>
            <a:fld id="{4AD62F2E-7083-45D0-8919-2DFD6873DB31}" type="slidenum">
              <a:rPr lang="en-US" smtClean="0"/>
              <a:pPr/>
              <a:t>37</a:t>
            </a:fld>
            <a:endParaRPr lang="en-US"/>
          </a:p>
        </p:txBody>
      </p:sp>
      <p:pic>
        <p:nvPicPr>
          <p:cNvPr id="44037" name="Picture 4" descr="J5P87D0K"/>
          <p:cNvPicPr>
            <a:picLocks noChangeAspect="1" noChangeArrowheads="1"/>
          </p:cNvPicPr>
          <p:nvPr/>
        </p:nvPicPr>
        <p:blipFill>
          <a:blip r:embed="rId2" cstate="print"/>
          <a:srcRect/>
          <a:stretch>
            <a:fillRect/>
          </a:stretch>
        </p:blipFill>
        <p:spPr bwMode="auto">
          <a:xfrm>
            <a:off x="3768725" y="2470150"/>
            <a:ext cx="5111750" cy="2397125"/>
          </a:xfrm>
          <a:prstGeom prst="rect">
            <a:avLst/>
          </a:prstGeom>
          <a:noFill/>
          <a:ln w="9525">
            <a:noFill/>
            <a:miter lim="800000"/>
            <a:headEnd/>
            <a:tailEnd/>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2933"/>
            <a:ext cx="8229600" cy="1143000"/>
          </a:xfrm>
        </p:spPr>
        <p:txBody>
          <a:bodyPr/>
          <a:lstStyle/>
          <a:p>
            <a:r>
              <a:rPr lang="en-US" dirty="0"/>
              <a:t>Question 223.2.5</a:t>
            </a:r>
          </a:p>
        </p:txBody>
      </p:sp>
      <p:sp>
        <p:nvSpPr>
          <p:cNvPr id="6" name="Rectangle 3"/>
          <p:cNvSpPr>
            <a:spLocks noGrp="1" noChangeArrowheads="1"/>
          </p:cNvSpPr>
          <p:nvPr>
            <p:ph idx="1"/>
          </p:nvPr>
        </p:nvSpPr>
        <p:spPr>
          <a:xfrm>
            <a:off x="0" y="932983"/>
            <a:ext cx="4921624" cy="4525963"/>
          </a:xfrm>
        </p:spPr>
        <p:txBody>
          <a:bodyPr/>
          <a:lstStyle/>
          <a:p>
            <a:pPr marL="609600" indent="-609600" eaLnBrk="1" hangingPunct="1">
              <a:buFontTx/>
              <a:buNone/>
            </a:pPr>
            <a:r>
              <a:rPr lang="en-US" dirty="0"/>
              <a:t>In an ocean wave, what would be the most likely path a single particle traverses as the wave moves by? </a:t>
            </a:r>
          </a:p>
        </p:txBody>
      </p:sp>
      <p:pic>
        <p:nvPicPr>
          <p:cNvPr id="7" name="Picture 4" descr="J5P87D0K"/>
          <p:cNvPicPr>
            <a:picLocks noChangeAspect="1" noChangeArrowheads="1"/>
          </p:cNvPicPr>
          <p:nvPr/>
        </p:nvPicPr>
        <p:blipFill>
          <a:blip r:embed="rId2" cstate="print"/>
          <a:srcRect l="15001" r="16221"/>
          <a:stretch>
            <a:fillRect/>
          </a:stretch>
        </p:blipFill>
        <p:spPr bwMode="auto">
          <a:xfrm>
            <a:off x="5403271" y="1403933"/>
            <a:ext cx="2759825" cy="1881704"/>
          </a:xfrm>
          <a:prstGeom prst="rect">
            <a:avLst/>
          </a:prstGeom>
          <a:noFill/>
          <a:ln w="9525">
            <a:noFill/>
            <a:miter lim="800000"/>
            <a:headEnd/>
            <a:tailEnd/>
          </a:ln>
        </p:spPr>
      </p:pic>
      <p:sp>
        <p:nvSpPr>
          <p:cNvPr id="8" name="Oval 7"/>
          <p:cNvSpPr/>
          <p:nvPr/>
        </p:nvSpPr>
        <p:spPr>
          <a:xfrm>
            <a:off x="6251169" y="1926361"/>
            <a:ext cx="166254" cy="1496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p:cNvCxnSpPr>
            <a:stCxn id="8" idx="6"/>
          </p:cNvCxnSpPr>
          <p:nvPr/>
        </p:nvCxnSpPr>
        <p:spPr>
          <a:xfrm>
            <a:off x="6417423" y="2001176"/>
            <a:ext cx="1280161" cy="8315"/>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11" name="Picture 4" descr="J5P87D0K"/>
          <p:cNvPicPr>
            <a:picLocks noChangeAspect="1" noChangeArrowheads="1"/>
          </p:cNvPicPr>
          <p:nvPr/>
        </p:nvPicPr>
        <p:blipFill>
          <a:blip r:embed="rId2" cstate="print"/>
          <a:srcRect l="15001" r="16221"/>
          <a:stretch>
            <a:fillRect/>
          </a:stretch>
        </p:blipFill>
        <p:spPr bwMode="auto">
          <a:xfrm>
            <a:off x="584661" y="4282894"/>
            <a:ext cx="2759825" cy="1881704"/>
          </a:xfrm>
          <a:prstGeom prst="rect">
            <a:avLst/>
          </a:prstGeom>
          <a:noFill/>
          <a:ln w="9525">
            <a:noFill/>
            <a:miter lim="800000"/>
            <a:headEnd/>
            <a:tailEnd/>
          </a:ln>
        </p:spPr>
      </p:pic>
      <p:sp>
        <p:nvSpPr>
          <p:cNvPr id="12" name="Oval 11"/>
          <p:cNvSpPr/>
          <p:nvPr/>
        </p:nvSpPr>
        <p:spPr>
          <a:xfrm>
            <a:off x="1432559" y="4805322"/>
            <a:ext cx="166254" cy="1496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Arrow Connector 12"/>
          <p:cNvCxnSpPr/>
          <p:nvPr/>
        </p:nvCxnSpPr>
        <p:spPr>
          <a:xfrm rot="16200000" flipH="1">
            <a:off x="1055716" y="4877368"/>
            <a:ext cx="914403" cy="3"/>
          </a:xfrm>
          <a:prstGeom prst="straightConnector1">
            <a:avLst/>
          </a:prstGeom>
          <a:ln w="381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pic>
        <p:nvPicPr>
          <p:cNvPr id="18" name="Picture 4" descr="J5P87D0K"/>
          <p:cNvPicPr>
            <a:picLocks noChangeAspect="1" noChangeArrowheads="1"/>
          </p:cNvPicPr>
          <p:nvPr/>
        </p:nvPicPr>
        <p:blipFill>
          <a:blip r:embed="rId2" cstate="print"/>
          <a:srcRect l="15001" r="16221"/>
          <a:stretch>
            <a:fillRect/>
          </a:stretch>
        </p:blipFill>
        <p:spPr bwMode="auto">
          <a:xfrm>
            <a:off x="5408814" y="4318918"/>
            <a:ext cx="2759825" cy="1881704"/>
          </a:xfrm>
          <a:prstGeom prst="rect">
            <a:avLst/>
          </a:prstGeom>
          <a:noFill/>
          <a:ln w="9525">
            <a:noFill/>
            <a:miter lim="800000"/>
            <a:headEnd/>
            <a:tailEnd/>
          </a:ln>
        </p:spPr>
      </p:pic>
      <p:sp>
        <p:nvSpPr>
          <p:cNvPr id="19" name="Oval 18"/>
          <p:cNvSpPr/>
          <p:nvPr/>
        </p:nvSpPr>
        <p:spPr>
          <a:xfrm>
            <a:off x="6256712" y="4841346"/>
            <a:ext cx="166254" cy="1496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Arc 20"/>
          <p:cNvSpPr/>
          <p:nvPr/>
        </p:nvSpPr>
        <p:spPr>
          <a:xfrm>
            <a:off x="5968538" y="4569804"/>
            <a:ext cx="731520" cy="665017"/>
          </a:xfrm>
          <a:prstGeom prst="arc">
            <a:avLst>
              <a:gd name="adj1" fmla="val 16200000"/>
              <a:gd name="adj2" fmla="val 12516622"/>
            </a:avLst>
          </a:prstGeom>
          <a:ln w="38100">
            <a:solidFill>
              <a:srgbClr val="FF0000"/>
            </a:solidFill>
            <a:headEnd type="none"/>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2" name="Straight Arrow Connector 21"/>
          <p:cNvCxnSpPr/>
          <p:nvPr/>
        </p:nvCxnSpPr>
        <p:spPr>
          <a:xfrm>
            <a:off x="6054434" y="1122798"/>
            <a:ext cx="1280161" cy="8315"/>
          </a:xfrm>
          <a:prstGeom prst="straightConnector1">
            <a:avLst/>
          </a:prstGeom>
          <a:ln w="38100">
            <a:solidFill>
              <a:schemeClr val="accent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a:off x="6123708" y="4118140"/>
            <a:ext cx="1280161" cy="8315"/>
          </a:xfrm>
          <a:prstGeom prst="straightConnector1">
            <a:avLst/>
          </a:prstGeom>
          <a:ln w="38100">
            <a:solidFill>
              <a:schemeClr val="accent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a:off x="1205345" y="4120909"/>
            <a:ext cx="1280161" cy="8315"/>
          </a:xfrm>
          <a:prstGeom prst="straightConnector1">
            <a:avLst/>
          </a:prstGeom>
          <a:ln w="38100">
            <a:solidFill>
              <a:schemeClr val="accent1"/>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1745672" y="6165842"/>
            <a:ext cx="338554" cy="369332"/>
          </a:xfrm>
          <a:prstGeom prst="rect">
            <a:avLst/>
          </a:prstGeom>
          <a:noFill/>
        </p:spPr>
        <p:txBody>
          <a:bodyPr wrap="none" rtlCol="0">
            <a:spAutoFit/>
          </a:bodyPr>
          <a:lstStyle/>
          <a:p>
            <a:r>
              <a:rPr lang="en-US" dirty="0"/>
              <a:t>A</a:t>
            </a:r>
          </a:p>
        </p:txBody>
      </p:sp>
      <p:sp>
        <p:nvSpPr>
          <p:cNvPr id="26" name="TextBox 25"/>
          <p:cNvSpPr txBox="1"/>
          <p:nvPr/>
        </p:nvSpPr>
        <p:spPr>
          <a:xfrm>
            <a:off x="6553199" y="3309045"/>
            <a:ext cx="338554" cy="369332"/>
          </a:xfrm>
          <a:prstGeom prst="rect">
            <a:avLst/>
          </a:prstGeom>
          <a:noFill/>
        </p:spPr>
        <p:txBody>
          <a:bodyPr wrap="none" rtlCol="0">
            <a:spAutoFit/>
          </a:bodyPr>
          <a:lstStyle/>
          <a:p>
            <a:r>
              <a:rPr lang="en-US" dirty="0"/>
              <a:t>B</a:t>
            </a:r>
          </a:p>
        </p:txBody>
      </p:sp>
      <p:sp>
        <p:nvSpPr>
          <p:cNvPr id="27" name="TextBox 26"/>
          <p:cNvSpPr txBox="1"/>
          <p:nvPr/>
        </p:nvSpPr>
        <p:spPr>
          <a:xfrm>
            <a:off x="6555974" y="6187945"/>
            <a:ext cx="351378" cy="369332"/>
          </a:xfrm>
          <a:prstGeom prst="rect">
            <a:avLst/>
          </a:prstGeom>
          <a:noFill/>
        </p:spPr>
        <p:txBody>
          <a:bodyPr wrap="none" rtlCol="0">
            <a:spAutoFit/>
          </a:bodyPr>
          <a:lstStyle/>
          <a:p>
            <a:r>
              <a:rPr lang="en-US" dirty="0"/>
              <a:t>C</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2" cstate="print"/>
          <a:srcRect/>
          <a:stretch>
            <a:fillRect/>
          </a:stretch>
        </p:blipFill>
        <p:spPr bwMode="auto">
          <a:xfrm>
            <a:off x="2338388" y="474663"/>
            <a:ext cx="4467225" cy="5915025"/>
          </a:xfrm>
          <a:prstGeom prst="rect">
            <a:avLst/>
          </a:prstGeom>
          <a:noFill/>
          <a:ln w="9525">
            <a:noFill/>
            <a:miter lim="800000"/>
            <a:headEnd/>
            <a:tailEnd/>
          </a:ln>
          <a:effectLst/>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descr="J5P87D0K"/>
          <p:cNvPicPr>
            <a:picLocks noChangeAspect="1" noChangeArrowheads="1"/>
          </p:cNvPicPr>
          <p:nvPr/>
        </p:nvPicPr>
        <p:blipFill>
          <a:blip r:embed="rId2" cstate="print"/>
          <a:srcRect l="15001" r="16221"/>
          <a:stretch>
            <a:fillRect/>
          </a:stretch>
        </p:blipFill>
        <p:spPr bwMode="auto">
          <a:xfrm>
            <a:off x="1785665" y="1536681"/>
            <a:ext cx="5732856" cy="3908776"/>
          </a:xfrm>
          <a:prstGeom prst="rect">
            <a:avLst/>
          </a:prstGeom>
          <a:noFill/>
          <a:ln w="9525">
            <a:noFill/>
            <a:miter lim="800000"/>
            <a:headEnd/>
            <a:tailEnd/>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Rectangle 2"/>
          <p:cNvSpPr>
            <a:spLocks noGrp="1" noChangeArrowheads="1"/>
          </p:cNvSpPr>
          <p:nvPr>
            <p:ph type="title"/>
          </p:nvPr>
        </p:nvSpPr>
        <p:spPr/>
        <p:txBody>
          <a:bodyPr/>
          <a:lstStyle/>
          <a:p>
            <a:r>
              <a:rPr lang="en-US" dirty="0"/>
              <a:t>Question 223.2.7</a:t>
            </a:r>
          </a:p>
        </p:txBody>
      </p:sp>
      <p:sp>
        <p:nvSpPr>
          <p:cNvPr id="50180" name="Rectangle 3"/>
          <p:cNvSpPr>
            <a:spLocks noGrp="1" noChangeArrowheads="1"/>
          </p:cNvSpPr>
          <p:nvPr>
            <p:ph idx="1"/>
          </p:nvPr>
        </p:nvSpPr>
        <p:spPr/>
        <p:txBody>
          <a:bodyPr/>
          <a:lstStyle/>
          <a:p>
            <a:pPr marL="609600" indent="-609600" eaLnBrk="1" hangingPunct="1">
              <a:buFontTx/>
              <a:buNone/>
            </a:pPr>
            <a:r>
              <a:rPr lang="en-US" dirty="0"/>
              <a:t>Does a wave on a string move faster for a heavier or lighter rope?</a:t>
            </a:r>
          </a:p>
          <a:p>
            <a:pPr marL="609600" indent="-609600" eaLnBrk="1" hangingPunct="1">
              <a:buFont typeface="+mj-lt"/>
              <a:buAutoNum type="alphaLcParenR"/>
            </a:pPr>
            <a:r>
              <a:rPr lang="en-US" dirty="0"/>
              <a:t>Heavier</a:t>
            </a:r>
          </a:p>
          <a:p>
            <a:pPr marL="609600" indent="-609600" eaLnBrk="1" hangingPunct="1">
              <a:buFont typeface="+mj-lt"/>
              <a:buAutoNum type="alphaLcParenR"/>
            </a:pPr>
            <a:r>
              <a:rPr lang="en-US" dirty="0"/>
              <a:t>lighter</a:t>
            </a:r>
          </a:p>
        </p:txBody>
      </p:sp>
      <p:sp>
        <p:nvSpPr>
          <p:cNvPr id="50178" name="Slide Number Placeholder 5"/>
          <p:cNvSpPr>
            <a:spLocks noGrp="1"/>
          </p:cNvSpPr>
          <p:nvPr>
            <p:ph type="sldNum" sz="quarter" idx="12"/>
          </p:nvPr>
        </p:nvSpPr>
        <p:spPr>
          <a:noFill/>
        </p:spPr>
        <p:txBody>
          <a:bodyPr/>
          <a:lstStyle/>
          <a:p>
            <a:fld id="{2D6BF6D5-4A63-45E5-8F7F-88530ECEECFE}" type="slidenum">
              <a:rPr lang="en-US" smtClean="0"/>
              <a:pPr/>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ChangeArrowheads="1"/>
          </p:cNvSpPr>
          <p:nvPr>
            <p:ph type="title"/>
          </p:nvPr>
        </p:nvSpPr>
        <p:spPr/>
        <p:txBody>
          <a:bodyPr/>
          <a:lstStyle/>
          <a:p>
            <a:r>
              <a:rPr lang="en-US" dirty="0"/>
              <a:t>Question 223.2.7.5</a:t>
            </a:r>
          </a:p>
        </p:txBody>
      </p:sp>
      <p:sp>
        <p:nvSpPr>
          <p:cNvPr id="51204" name="Rectangle 3"/>
          <p:cNvSpPr>
            <a:spLocks noGrp="1" noChangeArrowheads="1"/>
          </p:cNvSpPr>
          <p:nvPr>
            <p:ph idx="1"/>
          </p:nvPr>
        </p:nvSpPr>
        <p:spPr/>
        <p:txBody>
          <a:bodyPr/>
          <a:lstStyle/>
          <a:p>
            <a:pPr marL="609600" indent="-609600" eaLnBrk="1" hangingPunct="1">
              <a:buFontTx/>
              <a:buNone/>
            </a:pPr>
            <a:r>
              <a:rPr lang="en-US" dirty="0"/>
              <a:t>A wave is traveling on a rope. Does the wave speed increase or decrease as you pull harder on a rope</a:t>
            </a:r>
          </a:p>
          <a:p>
            <a:pPr marL="609600" indent="-609600" eaLnBrk="1" hangingPunct="1">
              <a:buFontTx/>
              <a:buAutoNum type="arabicPeriod"/>
            </a:pPr>
            <a:r>
              <a:rPr lang="en-US" dirty="0"/>
              <a:t>Increase</a:t>
            </a:r>
          </a:p>
          <a:p>
            <a:pPr marL="609600" indent="-609600" eaLnBrk="1" hangingPunct="1">
              <a:buFontTx/>
              <a:buAutoNum type="arabicPeriod"/>
            </a:pPr>
            <a:r>
              <a:rPr lang="en-US" dirty="0"/>
              <a:t>Decrease</a:t>
            </a:r>
          </a:p>
        </p:txBody>
      </p:sp>
      <p:sp>
        <p:nvSpPr>
          <p:cNvPr id="51202" name="Slide Number Placeholder 5"/>
          <p:cNvSpPr>
            <a:spLocks noGrp="1"/>
          </p:cNvSpPr>
          <p:nvPr>
            <p:ph type="sldNum" sz="quarter" idx="12"/>
          </p:nvPr>
        </p:nvSpPr>
        <p:spPr>
          <a:noFill/>
        </p:spPr>
        <p:txBody>
          <a:bodyPr/>
          <a:lstStyle/>
          <a:p>
            <a:fld id="{527FF320-592F-4310-BED6-ED57DA8E0B3F}" type="slidenum">
              <a:rPr lang="en-US" smtClean="0"/>
              <a:pPr/>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Title 1"/>
          <p:cNvSpPr>
            <a:spLocks noGrp="1"/>
          </p:cNvSpPr>
          <p:nvPr>
            <p:ph type="title"/>
          </p:nvPr>
        </p:nvSpPr>
        <p:spPr/>
        <p:txBody>
          <a:bodyPr/>
          <a:lstStyle/>
          <a:p>
            <a:r>
              <a:rPr lang="en-US" dirty="0"/>
              <a:t>Question 223.2.6</a:t>
            </a:r>
          </a:p>
        </p:txBody>
      </p:sp>
      <p:sp>
        <p:nvSpPr>
          <p:cNvPr id="3" name="Content Placeholder 2"/>
          <p:cNvSpPr>
            <a:spLocks noGrp="1"/>
          </p:cNvSpPr>
          <p:nvPr>
            <p:ph idx="1"/>
          </p:nvPr>
        </p:nvSpPr>
        <p:spPr>
          <a:xfrm>
            <a:off x="457200" y="1335088"/>
            <a:ext cx="8308975" cy="4791075"/>
          </a:xfrm>
        </p:spPr>
        <p:txBody>
          <a:bodyPr>
            <a:normAutofit fontScale="92500" lnSpcReduction="10000"/>
          </a:bodyPr>
          <a:lstStyle/>
          <a:p>
            <a:pPr>
              <a:buFontTx/>
              <a:buNone/>
              <a:defRPr/>
            </a:pPr>
            <a:r>
              <a:rPr lang="en-US" sz="2800" dirty="0"/>
              <a:t>We learned that the speed of waves on strings is given by</a:t>
            </a:r>
          </a:p>
          <a:p>
            <a:pPr>
              <a:buFontTx/>
              <a:buNone/>
              <a:defRPr/>
            </a:pPr>
            <a:endParaRPr lang="en-US" sz="2800"/>
          </a:p>
          <a:p>
            <a:pPr>
              <a:buFontTx/>
              <a:buNone/>
              <a:defRPr/>
            </a:pPr>
            <a:endParaRPr lang="en-US" sz="2800" dirty="0"/>
          </a:p>
          <a:p>
            <a:pPr>
              <a:buFontTx/>
              <a:buNone/>
              <a:defRPr/>
            </a:pPr>
            <a:r>
              <a:rPr lang="en-US" sz="2800" dirty="0"/>
              <a:t>Will this equation work for a wave traveling along a large vertically hanging chain?</a:t>
            </a:r>
          </a:p>
          <a:p>
            <a:pPr marL="514350" indent="-514350">
              <a:buFontTx/>
              <a:buAutoNum type="alphaLcParenR"/>
              <a:defRPr/>
            </a:pPr>
            <a:r>
              <a:rPr lang="en-US" sz="2800" dirty="0"/>
              <a:t>Yes, this is a general formula</a:t>
            </a:r>
          </a:p>
          <a:p>
            <a:pPr marL="514350" indent="-514350">
              <a:buFontTx/>
              <a:buAutoNum type="alphaLcParenR"/>
              <a:defRPr/>
            </a:pPr>
            <a:r>
              <a:rPr lang="en-US" sz="2800" dirty="0"/>
              <a:t>No, because chains are not strings</a:t>
            </a:r>
          </a:p>
          <a:p>
            <a:pPr marL="514350" indent="-514350">
              <a:buFontTx/>
              <a:buAutoNum type="alphaLcParenR"/>
              <a:defRPr/>
            </a:pPr>
            <a:r>
              <a:rPr lang="en-US" sz="2800" dirty="0"/>
              <a:t>No, because the tension along the chain varies </a:t>
            </a:r>
          </a:p>
          <a:p>
            <a:pPr marL="514350" indent="-514350">
              <a:buFontTx/>
              <a:buAutoNum type="alphaLcParenR"/>
              <a:defRPr/>
            </a:pPr>
            <a:r>
              <a:rPr lang="en-US" sz="2800" dirty="0"/>
              <a:t>No, because tension is unique to ropes and strings, and really chains experience normal forces between the links.</a:t>
            </a:r>
          </a:p>
        </p:txBody>
      </p:sp>
      <p:graphicFrame>
        <p:nvGraphicFramePr>
          <p:cNvPr id="3074" name="Object 2"/>
          <p:cNvGraphicFramePr>
            <a:graphicFrameLocks noChangeAspect="1"/>
          </p:cNvGraphicFramePr>
          <p:nvPr/>
        </p:nvGraphicFramePr>
        <p:xfrm>
          <a:off x="4575222" y="1723765"/>
          <a:ext cx="1079500" cy="950912"/>
        </p:xfrm>
        <a:graphic>
          <a:graphicData uri="http://schemas.openxmlformats.org/presentationml/2006/ole">
            <mc:AlternateContent xmlns:mc="http://schemas.openxmlformats.org/markup-compatibility/2006">
              <mc:Choice xmlns:v="urn:schemas-microsoft-com:vml" Requires="v">
                <p:oleObj name="Equation" r:id="rId2" imgW="533160" imgH="469800" progId="Equation.3">
                  <p:embed/>
                </p:oleObj>
              </mc:Choice>
              <mc:Fallback>
                <p:oleObj name="Equation" r:id="rId2" imgW="533160" imgH="469800" progId="Equation.3">
                  <p:embed/>
                  <p:pic>
                    <p:nvPicPr>
                      <p:cNvPr id="3074"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5222" y="1723765"/>
                        <a:ext cx="1079500" cy="9509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9"/>
          <p:cNvGrpSpPr>
            <a:grpSpLocks/>
          </p:cNvGrpSpPr>
          <p:nvPr/>
        </p:nvGrpSpPr>
        <p:grpSpPr bwMode="auto">
          <a:xfrm>
            <a:off x="1090613" y="2846388"/>
            <a:ext cx="6740525" cy="1549400"/>
            <a:chOff x="3312" y="1632"/>
            <a:chExt cx="2064" cy="480"/>
          </a:xfrm>
        </p:grpSpPr>
        <p:sp>
          <p:nvSpPr>
            <p:cNvPr id="466946" name="Rectangle 10"/>
            <p:cNvSpPr>
              <a:spLocks noChangeArrowheads="1"/>
            </p:cNvSpPr>
            <p:nvPr/>
          </p:nvSpPr>
          <p:spPr bwMode="auto">
            <a:xfrm>
              <a:off x="4128" y="1680"/>
              <a:ext cx="1248" cy="384"/>
            </a:xfrm>
            <a:prstGeom prst="rect">
              <a:avLst/>
            </a:prstGeom>
            <a:solidFill>
              <a:schemeClr val="accent1"/>
            </a:solidFill>
            <a:ln w="9525">
              <a:noFill/>
              <a:miter lim="800000"/>
              <a:headEnd/>
              <a:tailEnd/>
            </a:ln>
          </p:spPr>
          <p:txBody>
            <a:bodyPr wrap="none" anchor="ctr"/>
            <a:lstStyle/>
            <a:p>
              <a:endParaRPr lang="en-US" b="1" dirty="0"/>
            </a:p>
          </p:txBody>
        </p:sp>
        <p:sp>
          <p:nvSpPr>
            <p:cNvPr id="466947" name="Rectangle 11"/>
            <p:cNvSpPr>
              <a:spLocks noChangeArrowheads="1"/>
            </p:cNvSpPr>
            <p:nvPr/>
          </p:nvSpPr>
          <p:spPr bwMode="auto">
            <a:xfrm>
              <a:off x="3648" y="1632"/>
              <a:ext cx="1728" cy="48"/>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b="1" dirty="0"/>
            </a:p>
          </p:txBody>
        </p:sp>
        <p:sp>
          <p:nvSpPr>
            <p:cNvPr id="466948" name="Rectangle 12"/>
            <p:cNvSpPr>
              <a:spLocks noChangeArrowheads="1"/>
            </p:cNvSpPr>
            <p:nvPr/>
          </p:nvSpPr>
          <p:spPr bwMode="auto">
            <a:xfrm>
              <a:off x="3648" y="2064"/>
              <a:ext cx="1728" cy="48"/>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b="1" dirty="0"/>
            </a:p>
          </p:txBody>
        </p:sp>
        <p:sp>
          <p:nvSpPr>
            <p:cNvPr id="466949" name="Rectangle 13"/>
            <p:cNvSpPr>
              <a:spLocks noChangeArrowheads="1"/>
            </p:cNvSpPr>
            <p:nvPr/>
          </p:nvSpPr>
          <p:spPr bwMode="auto">
            <a:xfrm>
              <a:off x="3312" y="1800"/>
              <a:ext cx="672" cy="144"/>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b="1" dirty="0"/>
            </a:p>
          </p:txBody>
        </p:sp>
        <p:sp>
          <p:nvSpPr>
            <p:cNvPr id="466950" name="Rectangle 14"/>
            <p:cNvSpPr>
              <a:spLocks noChangeArrowheads="1"/>
            </p:cNvSpPr>
            <p:nvPr/>
          </p:nvSpPr>
          <p:spPr bwMode="auto">
            <a:xfrm>
              <a:off x="3984" y="1680"/>
              <a:ext cx="144" cy="384"/>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b="1" dirty="0"/>
            </a:p>
          </p:txBody>
        </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24"/>
          <p:cNvGrpSpPr>
            <a:grpSpLocks/>
          </p:cNvGrpSpPr>
          <p:nvPr/>
        </p:nvGrpSpPr>
        <p:grpSpPr bwMode="auto">
          <a:xfrm>
            <a:off x="2478088" y="1371600"/>
            <a:ext cx="4176712" cy="5218113"/>
            <a:chOff x="2052322" y="95328"/>
            <a:chExt cx="4942113" cy="6420690"/>
          </a:xfrm>
        </p:grpSpPr>
        <p:sp>
          <p:nvSpPr>
            <p:cNvPr id="2" name="Oval 1"/>
            <p:cNvSpPr/>
            <p:nvPr/>
          </p:nvSpPr>
          <p:spPr>
            <a:xfrm>
              <a:off x="2580156" y="1454866"/>
              <a:ext cx="1376880" cy="1269683"/>
            </a:xfrm>
            <a:prstGeom prst="ellipse">
              <a:avLst/>
            </a:prstGeom>
            <a:solidFill>
              <a:srgbClr val="FDFDC3"/>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3" name="Freeform 2"/>
            <p:cNvSpPr/>
            <p:nvPr/>
          </p:nvSpPr>
          <p:spPr>
            <a:xfrm>
              <a:off x="3102356" y="2152215"/>
              <a:ext cx="710041" cy="478572"/>
            </a:xfrm>
            <a:custGeom>
              <a:avLst/>
              <a:gdLst>
                <a:gd name="connsiteX0" fmla="*/ 0 w 1045029"/>
                <a:gd name="connsiteY0" fmla="*/ 587829 h 751115"/>
                <a:gd name="connsiteX1" fmla="*/ 293915 w 1045029"/>
                <a:gd name="connsiteY1" fmla="*/ 604157 h 751115"/>
                <a:gd name="connsiteX2" fmla="*/ 685800 w 1045029"/>
                <a:gd name="connsiteY2" fmla="*/ 440872 h 751115"/>
                <a:gd name="connsiteX3" fmla="*/ 865415 w 1045029"/>
                <a:gd name="connsiteY3" fmla="*/ 195943 h 751115"/>
                <a:gd name="connsiteX4" fmla="*/ 963386 w 1045029"/>
                <a:gd name="connsiteY4" fmla="*/ 0 h 751115"/>
                <a:gd name="connsiteX5" fmla="*/ 1045029 w 1045029"/>
                <a:gd name="connsiteY5" fmla="*/ 65315 h 751115"/>
                <a:gd name="connsiteX6" fmla="*/ 947058 w 1045029"/>
                <a:gd name="connsiteY6" fmla="*/ 310243 h 751115"/>
                <a:gd name="connsiteX7" fmla="*/ 669472 w 1045029"/>
                <a:gd name="connsiteY7" fmla="*/ 620486 h 751115"/>
                <a:gd name="connsiteX8" fmla="*/ 212272 w 1045029"/>
                <a:gd name="connsiteY8" fmla="*/ 751115 h 751115"/>
                <a:gd name="connsiteX9" fmla="*/ 0 w 1045029"/>
                <a:gd name="connsiteY9" fmla="*/ 702129 h 751115"/>
                <a:gd name="connsiteX10" fmla="*/ 32658 w 1045029"/>
                <a:gd name="connsiteY10" fmla="*/ 522515 h 751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45029" h="751115">
                  <a:moveTo>
                    <a:pt x="0" y="587829"/>
                  </a:moveTo>
                  <a:lnTo>
                    <a:pt x="293915" y="604157"/>
                  </a:lnTo>
                  <a:lnTo>
                    <a:pt x="685800" y="440872"/>
                  </a:lnTo>
                  <a:lnTo>
                    <a:pt x="865415" y="195943"/>
                  </a:lnTo>
                  <a:lnTo>
                    <a:pt x="963386" y="0"/>
                  </a:lnTo>
                  <a:lnTo>
                    <a:pt x="1045029" y="65315"/>
                  </a:lnTo>
                  <a:lnTo>
                    <a:pt x="947058" y="310243"/>
                  </a:lnTo>
                  <a:lnTo>
                    <a:pt x="669472" y="620486"/>
                  </a:lnTo>
                  <a:lnTo>
                    <a:pt x="212272" y="751115"/>
                  </a:lnTo>
                  <a:lnTo>
                    <a:pt x="0" y="702129"/>
                  </a:lnTo>
                  <a:lnTo>
                    <a:pt x="32658" y="522515"/>
                  </a:lnTo>
                </a:path>
              </a:pathLst>
            </a:custGeom>
            <a:solidFill>
              <a:schemeClr val="bg1"/>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4" name="Oval 3"/>
            <p:cNvSpPr/>
            <p:nvPr/>
          </p:nvSpPr>
          <p:spPr>
            <a:xfrm>
              <a:off x="4625752" y="1249763"/>
              <a:ext cx="1376879" cy="1269683"/>
            </a:xfrm>
            <a:prstGeom prst="ellipse">
              <a:avLst/>
            </a:prstGeom>
            <a:solidFill>
              <a:srgbClr val="FDFDC3"/>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5" name="Freeform 4"/>
            <p:cNvSpPr/>
            <p:nvPr/>
          </p:nvSpPr>
          <p:spPr>
            <a:xfrm>
              <a:off x="5147952" y="1947112"/>
              <a:ext cx="710041" cy="478573"/>
            </a:xfrm>
            <a:custGeom>
              <a:avLst/>
              <a:gdLst>
                <a:gd name="connsiteX0" fmla="*/ 0 w 1045029"/>
                <a:gd name="connsiteY0" fmla="*/ 587829 h 751115"/>
                <a:gd name="connsiteX1" fmla="*/ 293915 w 1045029"/>
                <a:gd name="connsiteY1" fmla="*/ 604157 h 751115"/>
                <a:gd name="connsiteX2" fmla="*/ 685800 w 1045029"/>
                <a:gd name="connsiteY2" fmla="*/ 440872 h 751115"/>
                <a:gd name="connsiteX3" fmla="*/ 865415 w 1045029"/>
                <a:gd name="connsiteY3" fmla="*/ 195943 h 751115"/>
                <a:gd name="connsiteX4" fmla="*/ 963386 w 1045029"/>
                <a:gd name="connsiteY4" fmla="*/ 0 h 751115"/>
                <a:gd name="connsiteX5" fmla="*/ 1045029 w 1045029"/>
                <a:gd name="connsiteY5" fmla="*/ 65315 h 751115"/>
                <a:gd name="connsiteX6" fmla="*/ 947058 w 1045029"/>
                <a:gd name="connsiteY6" fmla="*/ 310243 h 751115"/>
                <a:gd name="connsiteX7" fmla="*/ 669472 w 1045029"/>
                <a:gd name="connsiteY7" fmla="*/ 620486 h 751115"/>
                <a:gd name="connsiteX8" fmla="*/ 212272 w 1045029"/>
                <a:gd name="connsiteY8" fmla="*/ 751115 h 751115"/>
                <a:gd name="connsiteX9" fmla="*/ 0 w 1045029"/>
                <a:gd name="connsiteY9" fmla="*/ 702129 h 751115"/>
                <a:gd name="connsiteX10" fmla="*/ 32658 w 1045029"/>
                <a:gd name="connsiteY10" fmla="*/ 522515 h 751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45029" h="751115">
                  <a:moveTo>
                    <a:pt x="0" y="587829"/>
                  </a:moveTo>
                  <a:lnTo>
                    <a:pt x="293915" y="604157"/>
                  </a:lnTo>
                  <a:lnTo>
                    <a:pt x="685800" y="440872"/>
                  </a:lnTo>
                  <a:lnTo>
                    <a:pt x="865415" y="195943"/>
                  </a:lnTo>
                  <a:lnTo>
                    <a:pt x="963386" y="0"/>
                  </a:lnTo>
                  <a:lnTo>
                    <a:pt x="1045029" y="65315"/>
                  </a:lnTo>
                  <a:lnTo>
                    <a:pt x="947058" y="310243"/>
                  </a:lnTo>
                  <a:lnTo>
                    <a:pt x="669472" y="620486"/>
                  </a:lnTo>
                  <a:lnTo>
                    <a:pt x="212272" y="751115"/>
                  </a:lnTo>
                  <a:lnTo>
                    <a:pt x="0" y="702129"/>
                  </a:lnTo>
                  <a:lnTo>
                    <a:pt x="32658" y="522515"/>
                  </a:lnTo>
                </a:path>
              </a:pathLst>
            </a:custGeom>
            <a:solidFill>
              <a:schemeClr val="bg1"/>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8" name="Rectangle 7"/>
            <p:cNvSpPr/>
            <p:nvPr/>
          </p:nvSpPr>
          <p:spPr>
            <a:xfrm>
              <a:off x="4832378" y="1454866"/>
              <a:ext cx="944843" cy="863384"/>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10" name="Arc 9"/>
            <p:cNvSpPr/>
            <p:nvPr/>
          </p:nvSpPr>
          <p:spPr>
            <a:xfrm>
              <a:off x="4633266" y="1236089"/>
              <a:ext cx="1354338" cy="1279450"/>
            </a:xfrm>
            <a:prstGeom prst="arc">
              <a:avLst>
                <a:gd name="adj1" fmla="val 18879662"/>
                <a:gd name="adj2" fmla="val 2725591"/>
              </a:avLst>
            </a:prstGeom>
            <a:solidFill>
              <a:srgbClr val="FFFF00"/>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11" name="Arc 10"/>
            <p:cNvSpPr/>
            <p:nvPr/>
          </p:nvSpPr>
          <p:spPr>
            <a:xfrm flipH="1">
              <a:off x="4637023" y="1249763"/>
              <a:ext cx="1354338" cy="1279449"/>
            </a:xfrm>
            <a:prstGeom prst="arc">
              <a:avLst>
                <a:gd name="adj1" fmla="val 18879662"/>
                <a:gd name="adj2" fmla="val 2725591"/>
              </a:avLst>
            </a:prstGeom>
            <a:solidFill>
              <a:srgbClr val="FFFF00"/>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9" name="Oval 8"/>
            <p:cNvSpPr/>
            <p:nvPr/>
          </p:nvSpPr>
          <p:spPr>
            <a:xfrm>
              <a:off x="4954475" y="1548627"/>
              <a:ext cx="732582" cy="697350"/>
            </a:xfrm>
            <a:prstGeom prst="ellipse">
              <a:avLst/>
            </a:prstGeom>
            <a:solidFill>
              <a:srgbClr val="FDFDC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sz="4400" dirty="0">
                  <a:solidFill>
                    <a:schemeClr val="tx1"/>
                  </a:solidFill>
                </a:rPr>
                <a:t>9</a:t>
              </a:r>
            </a:p>
          </p:txBody>
        </p:sp>
        <p:cxnSp>
          <p:nvCxnSpPr>
            <p:cNvPr id="13" name="Straight Arrow Connector 12"/>
            <p:cNvCxnSpPr/>
            <p:nvPr/>
          </p:nvCxnSpPr>
          <p:spPr>
            <a:xfrm>
              <a:off x="2657172" y="1245857"/>
              <a:ext cx="1254782" cy="1953"/>
            </a:xfrm>
            <a:prstGeom prst="straightConnector1">
              <a:avLst/>
            </a:prstGeom>
            <a:ln w="889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467979" name="TextBox 13"/>
            <p:cNvSpPr txBox="1">
              <a:spLocks noChangeArrowheads="1"/>
            </p:cNvSpPr>
            <p:nvPr/>
          </p:nvSpPr>
          <p:spPr bwMode="auto">
            <a:xfrm>
              <a:off x="3708203" y="95328"/>
              <a:ext cx="1471990" cy="643797"/>
            </a:xfrm>
            <a:prstGeom prst="rect">
              <a:avLst/>
            </a:prstGeom>
            <a:noFill/>
            <a:ln w="9525">
              <a:noFill/>
              <a:miter lim="800000"/>
              <a:headEnd/>
              <a:tailEnd/>
            </a:ln>
          </p:spPr>
          <p:txBody>
            <a:bodyPr wrap="none">
              <a:spAutoFit/>
            </a:bodyPr>
            <a:lstStyle/>
            <a:p>
              <a:r>
                <a:rPr lang="en-US" sz="2800" dirty="0"/>
                <a:t>Before</a:t>
              </a:r>
            </a:p>
          </p:txBody>
        </p:sp>
        <p:sp>
          <p:nvSpPr>
            <p:cNvPr id="467980" name="TextBox 14"/>
            <p:cNvSpPr txBox="1">
              <a:spLocks noChangeArrowheads="1"/>
            </p:cNvSpPr>
            <p:nvPr/>
          </p:nvSpPr>
          <p:spPr bwMode="auto">
            <a:xfrm>
              <a:off x="3817006" y="3481456"/>
              <a:ext cx="1115466" cy="643797"/>
            </a:xfrm>
            <a:prstGeom prst="rect">
              <a:avLst/>
            </a:prstGeom>
            <a:noFill/>
            <a:ln w="9525">
              <a:noFill/>
              <a:miter lim="800000"/>
              <a:headEnd/>
              <a:tailEnd/>
            </a:ln>
          </p:spPr>
          <p:txBody>
            <a:bodyPr wrap="none">
              <a:spAutoFit/>
            </a:bodyPr>
            <a:lstStyle/>
            <a:p>
              <a:r>
                <a:rPr lang="en-US" sz="2800" dirty="0"/>
                <a:t>After</a:t>
              </a:r>
            </a:p>
          </p:txBody>
        </p:sp>
        <p:sp>
          <p:nvSpPr>
            <p:cNvPr id="16" name="Oval 15"/>
            <p:cNvSpPr/>
            <p:nvPr/>
          </p:nvSpPr>
          <p:spPr>
            <a:xfrm>
              <a:off x="2435519" y="4783388"/>
              <a:ext cx="1376879" cy="1269683"/>
            </a:xfrm>
            <a:prstGeom prst="ellipse">
              <a:avLst/>
            </a:prstGeom>
            <a:solidFill>
              <a:srgbClr val="FDFDC3"/>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17" name="Freeform 16"/>
            <p:cNvSpPr/>
            <p:nvPr/>
          </p:nvSpPr>
          <p:spPr>
            <a:xfrm>
              <a:off x="2957719" y="5480738"/>
              <a:ext cx="710041" cy="478572"/>
            </a:xfrm>
            <a:custGeom>
              <a:avLst/>
              <a:gdLst>
                <a:gd name="connsiteX0" fmla="*/ 0 w 1045029"/>
                <a:gd name="connsiteY0" fmla="*/ 587829 h 751115"/>
                <a:gd name="connsiteX1" fmla="*/ 293915 w 1045029"/>
                <a:gd name="connsiteY1" fmla="*/ 604157 h 751115"/>
                <a:gd name="connsiteX2" fmla="*/ 685800 w 1045029"/>
                <a:gd name="connsiteY2" fmla="*/ 440872 h 751115"/>
                <a:gd name="connsiteX3" fmla="*/ 865415 w 1045029"/>
                <a:gd name="connsiteY3" fmla="*/ 195943 h 751115"/>
                <a:gd name="connsiteX4" fmla="*/ 963386 w 1045029"/>
                <a:gd name="connsiteY4" fmla="*/ 0 h 751115"/>
                <a:gd name="connsiteX5" fmla="*/ 1045029 w 1045029"/>
                <a:gd name="connsiteY5" fmla="*/ 65315 h 751115"/>
                <a:gd name="connsiteX6" fmla="*/ 947058 w 1045029"/>
                <a:gd name="connsiteY6" fmla="*/ 310243 h 751115"/>
                <a:gd name="connsiteX7" fmla="*/ 669472 w 1045029"/>
                <a:gd name="connsiteY7" fmla="*/ 620486 h 751115"/>
                <a:gd name="connsiteX8" fmla="*/ 212272 w 1045029"/>
                <a:gd name="connsiteY8" fmla="*/ 751115 h 751115"/>
                <a:gd name="connsiteX9" fmla="*/ 0 w 1045029"/>
                <a:gd name="connsiteY9" fmla="*/ 702129 h 751115"/>
                <a:gd name="connsiteX10" fmla="*/ 32658 w 1045029"/>
                <a:gd name="connsiteY10" fmla="*/ 522515 h 751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45029" h="751115">
                  <a:moveTo>
                    <a:pt x="0" y="587829"/>
                  </a:moveTo>
                  <a:lnTo>
                    <a:pt x="293915" y="604157"/>
                  </a:lnTo>
                  <a:lnTo>
                    <a:pt x="685800" y="440872"/>
                  </a:lnTo>
                  <a:lnTo>
                    <a:pt x="865415" y="195943"/>
                  </a:lnTo>
                  <a:lnTo>
                    <a:pt x="963386" y="0"/>
                  </a:lnTo>
                  <a:lnTo>
                    <a:pt x="1045029" y="65315"/>
                  </a:lnTo>
                  <a:lnTo>
                    <a:pt x="947058" y="310243"/>
                  </a:lnTo>
                  <a:lnTo>
                    <a:pt x="669472" y="620486"/>
                  </a:lnTo>
                  <a:lnTo>
                    <a:pt x="212272" y="751115"/>
                  </a:lnTo>
                  <a:lnTo>
                    <a:pt x="0" y="702129"/>
                  </a:lnTo>
                  <a:lnTo>
                    <a:pt x="32658" y="522515"/>
                  </a:lnTo>
                </a:path>
              </a:pathLst>
            </a:custGeom>
            <a:solidFill>
              <a:schemeClr val="bg1"/>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18" name="Oval 17"/>
            <p:cNvSpPr/>
            <p:nvPr/>
          </p:nvSpPr>
          <p:spPr>
            <a:xfrm>
              <a:off x="5008949" y="3785223"/>
              <a:ext cx="1375001" cy="1269683"/>
            </a:xfrm>
            <a:prstGeom prst="ellipse">
              <a:avLst/>
            </a:prstGeom>
            <a:solidFill>
              <a:srgbClr val="FDFDC3"/>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19" name="Freeform 18"/>
            <p:cNvSpPr/>
            <p:nvPr/>
          </p:nvSpPr>
          <p:spPr>
            <a:xfrm>
              <a:off x="5529270" y="4482571"/>
              <a:ext cx="710041" cy="478573"/>
            </a:xfrm>
            <a:custGeom>
              <a:avLst/>
              <a:gdLst>
                <a:gd name="connsiteX0" fmla="*/ 0 w 1045029"/>
                <a:gd name="connsiteY0" fmla="*/ 587829 h 751115"/>
                <a:gd name="connsiteX1" fmla="*/ 293915 w 1045029"/>
                <a:gd name="connsiteY1" fmla="*/ 604157 h 751115"/>
                <a:gd name="connsiteX2" fmla="*/ 685800 w 1045029"/>
                <a:gd name="connsiteY2" fmla="*/ 440872 h 751115"/>
                <a:gd name="connsiteX3" fmla="*/ 865415 w 1045029"/>
                <a:gd name="connsiteY3" fmla="*/ 195943 h 751115"/>
                <a:gd name="connsiteX4" fmla="*/ 963386 w 1045029"/>
                <a:gd name="connsiteY4" fmla="*/ 0 h 751115"/>
                <a:gd name="connsiteX5" fmla="*/ 1045029 w 1045029"/>
                <a:gd name="connsiteY5" fmla="*/ 65315 h 751115"/>
                <a:gd name="connsiteX6" fmla="*/ 947058 w 1045029"/>
                <a:gd name="connsiteY6" fmla="*/ 310243 h 751115"/>
                <a:gd name="connsiteX7" fmla="*/ 669472 w 1045029"/>
                <a:gd name="connsiteY7" fmla="*/ 620486 h 751115"/>
                <a:gd name="connsiteX8" fmla="*/ 212272 w 1045029"/>
                <a:gd name="connsiteY8" fmla="*/ 751115 h 751115"/>
                <a:gd name="connsiteX9" fmla="*/ 0 w 1045029"/>
                <a:gd name="connsiteY9" fmla="*/ 702129 h 751115"/>
                <a:gd name="connsiteX10" fmla="*/ 32658 w 1045029"/>
                <a:gd name="connsiteY10" fmla="*/ 522515 h 751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45029" h="751115">
                  <a:moveTo>
                    <a:pt x="0" y="587829"/>
                  </a:moveTo>
                  <a:lnTo>
                    <a:pt x="293915" y="604157"/>
                  </a:lnTo>
                  <a:lnTo>
                    <a:pt x="685800" y="440872"/>
                  </a:lnTo>
                  <a:lnTo>
                    <a:pt x="865415" y="195943"/>
                  </a:lnTo>
                  <a:lnTo>
                    <a:pt x="963386" y="0"/>
                  </a:lnTo>
                  <a:lnTo>
                    <a:pt x="1045029" y="65315"/>
                  </a:lnTo>
                  <a:lnTo>
                    <a:pt x="947058" y="310243"/>
                  </a:lnTo>
                  <a:lnTo>
                    <a:pt x="669472" y="620486"/>
                  </a:lnTo>
                  <a:lnTo>
                    <a:pt x="212272" y="751115"/>
                  </a:lnTo>
                  <a:lnTo>
                    <a:pt x="0" y="702129"/>
                  </a:lnTo>
                  <a:lnTo>
                    <a:pt x="32658" y="522515"/>
                  </a:lnTo>
                </a:path>
              </a:pathLst>
            </a:custGeom>
            <a:solidFill>
              <a:schemeClr val="bg1"/>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20" name="Rectangle 19"/>
            <p:cNvSpPr/>
            <p:nvPr/>
          </p:nvSpPr>
          <p:spPr>
            <a:xfrm>
              <a:off x="5215575" y="3990325"/>
              <a:ext cx="942965" cy="863384"/>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21" name="Arc 20"/>
            <p:cNvSpPr/>
            <p:nvPr/>
          </p:nvSpPr>
          <p:spPr>
            <a:xfrm>
              <a:off x="5016463" y="3771549"/>
              <a:ext cx="1352460" cy="1279450"/>
            </a:xfrm>
            <a:prstGeom prst="arc">
              <a:avLst>
                <a:gd name="adj1" fmla="val 18879662"/>
                <a:gd name="adj2" fmla="val 2725591"/>
              </a:avLst>
            </a:prstGeom>
            <a:solidFill>
              <a:srgbClr val="FFFF00"/>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22" name="Arc 21"/>
            <p:cNvSpPr/>
            <p:nvPr/>
          </p:nvSpPr>
          <p:spPr>
            <a:xfrm flipH="1">
              <a:off x="5020220" y="3785223"/>
              <a:ext cx="1352460" cy="1279449"/>
            </a:xfrm>
            <a:prstGeom prst="arc">
              <a:avLst>
                <a:gd name="adj1" fmla="val 18879662"/>
                <a:gd name="adj2" fmla="val 2725591"/>
              </a:avLst>
            </a:prstGeom>
            <a:solidFill>
              <a:srgbClr val="FFFF00"/>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23" name="Oval 22"/>
            <p:cNvSpPr/>
            <p:nvPr/>
          </p:nvSpPr>
          <p:spPr>
            <a:xfrm>
              <a:off x="5337672" y="4084086"/>
              <a:ext cx="732582" cy="697350"/>
            </a:xfrm>
            <a:prstGeom prst="ellipse">
              <a:avLst/>
            </a:prstGeom>
            <a:solidFill>
              <a:srgbClr val="FDFDC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sz="4400" dirty="0">
                  <a:solidFill>
                    <a:schemeClr val="tx1"/>
                  </a:solidFill>
                </a:rPr>
                <a:t>9</a:t>
              </a:r>
            </a:p>
          </p:txBody>
        </p:sp>
        <p:cxnSp>
          <p:nvCxnSpPr>
            <p:cNvPr id="24" name="Straight Arrow Connector 23"/>
            <p:cNvCxnSpPr/>
            <p:nvPr/>
          </p:nvCxnSpPr>
          <p:spPr>
            <a:xfrm flipV="1">
              <a:off x="6395221" y="3343764"/>
              <a:ext cx="599214" cy="539127"/>
            </a:xfrm>
            <a:prstGeom prst="straightConnector1">
              <a:avLst/>
            </a:prstGeom>
            <a:ln w="889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rot="5400000">
              <a:off x="2002723" y="5987423"/>
              <a:ext cx="578194" cy="478996"/>
            </a:xfrm>
            <a:prstGeom prst="straightConnector1">
              <a:avLst/>
            </a:prstGeom>
            <a:ln w="889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8993" name="Picture 1"/>
          <p:cNvPicPr>
            <a:picLocks noChangeAspect="1" noChangeArrowheads="1"/>
          </p:cNvPicPr>
          <p:nvPr/>
        </p:nvPicPr>
        <p:blipFill>
          <a:blip r:embed="rId2" cstate="print"/>
          <a:srcRect/>
          <a:stretch>
            <a:fillRect/>
          </a:stretch>
        </p:blipFill>
        <p:spPr bwMode="auto">
          <a:xfrm>
            <a:off x="1828800" y="1681163"/>
            <a:ext cx="5294313" cy="4733925"/>
          </a:xfrm>
          <a:prstGeom prst="rect">
            <a:avLst/>
          </a:prstGeom>
          <a:noFill/>
          <a:ln w="9525">
            <a:noFill/>
            <a:miter lim="800000"/>
            <a:headEnd/>
            <a:tailEnd/>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0017" name="Picture 1" descr="speaker.jpg"/>
          <p:cNvPicPr>
            <a:picLocks noChangeAspect="1" noChangeArrowheads="1"/>
          </p:cNvPicPr>
          <p:nvPr/>
        </p:nvPicPr>
        <p:blipFill>
          <a:blip r:embed="rId2" cstate="print"/>
          <a:srcRect/>
          <a:stretch>
            <a:fillRect/>
          </a:stretch>
        </p:blipFill>
        <p:spPr bwMode="auto">
          <a:xfrm>
            <a:off x="2162175" y="1890713"/>
            <a:ext cx="5122863" cy="4170362"/>
          </a:xfrm>
          <a:prstGeom prst="rect">
            <a:avLst/>
          </a:prstGeom>
          <a:noFill/>
          <a:ln w="9525">
            <a:noFill/>
            <a:miter lim="800000"/>
            <a:headEnd/>
            <a:tailEnd/>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38"/>
          <p:cNvGrpSpPr>
            <a:grpSpLocks/>
          </p:cNvGrpSpPr>
          <p:nvPr/>
        </p:nvGrpSpPr>
        <p:grpSpPr bwMode="auto">
          <a:xfrm>
            <a:off x="1376363" y="2649538"/>
            <a:ext cx="6853237" cy="1592262"/>
            <a:chOff x="3360" y="3552"/>
            <a:chExt cx="2064" cy="480"/>
          </a:xfrm>
        </p:grpSpPr>
        <p:sp>
          <p:nvSpPr>
            <p:cNvPr id="3" name="Rectangle 39"/>
            <p:cNvSpPr>
              <a:spLocks noChangeArrowheads="1"/>
            </p:cNvSpPr>
            <p:nvPr/>
          </p:nvSpPr>
          <p:spPr bwMode="auto">
            <a:xfrm>
              <a:off x="4176" y="3600"/>
              <a:ext cx="528" cy="384"/>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 name="Rectangle 40"/>
            <p:cNvSpPr>
              <a:spLocks noChangeArrowheads="1"/>
            </p:cNvSpPr>
            <p:nvPr/>
          </p:nvSpPr>
          <p:spPr bwMode="auto">
            <a:xfrm>
              <a:off x="4704" y="3600"/>
              <a:ext cx="528" cy="384"/>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1044" name="Rectangle 41"/>
            <p:cNvSpPr>
              <a:spLocks noChangeArrowheads="1"/>
            </p:cNvSpPr>
            <p:nvPr/>
          </p:nvSpPr>
          <p:spPr bwMode="auto">
            <a:xfrm>
              <a:off x="5232" y="3600"/>
              <a:ext cx="192" cy="384"/>
            </a:xfrm>
            <a:prstGeom prst="rect">
              <a:avLst/>
            </a:prstGeom>
            <a:solidFill>
              <a:schemeClr val="accent1"/>
            </a:solidFill>
            <a:ln w="9525">
              <a:noFill/>
              <a:miter lim="800000"/>
              <a:headEnd/>
              <a:tailEnd/>
            </a:ln>
          </p:spPr>
          <p:txBody>
            <a:bodyPr wrap="none" anchor="ctr"/>
            <a:lstStyle/>
            <a:p>
              <a:endParaRPr lang="en-US" dirty="0"/>
            </a:p>
          </p:txBody>
        </p:sp>
        <p:sp>
          <p:nvSpPr>
            <p:cNvPr id="471045" name="Rectangle 42"/>
            <p:cNvSpPr>
              <a:spLocks noChangeArrowheads="1"/>
            </p:cNvSpPr>
            <p:nvPr/>
          </p:nvSpPr>
          <p:spPr bwMode="auto">
            <a:xfrm>
              <a:off x="3696" y="3552"/>
              <a:ext cx="1728" cy="48"/>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1046" name="Rectangle 43"/>
            <p:cNvSpPr>
              <a:spLocks noChangeArrowheads="1"/>
            </p:cNvSpPr>
            <p:nvPr/>
          </p:nvSpPr>
          <p:spPr bwMode="auto">
            <a:xfrm>
              <a:off x="3696" y="3984"/>
              <a:ext cx="1728" cy="48"/>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1047" name="Rectangle 44"/>
            <p:cNvSpPr>
              <a:spLocks noChangeArrowheads="1"/>
            </p:cNvSpPr>
            <p:nvPr/>
          </p:nvSpPr>
          <p:spPr bwMode="auto">
            <a:xfrm>
              <a:off x="3360" y="3720"/>
              <a:ext cx="672" cy="144"/>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1048" name="Rectangle 45"/>
            <p:cNvSpPr>
              <a:spLocks noChangeArrowheads="1"/>
            </p:cNvSpPr>
            <p:nvPr/>
          </p:nvSpPr>
          <p:spPr bwMode="auto">
            <a:xfrm>
              <a:off x="4032" y="3600"/>
              <a:ext cx="144" cy="384"/>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2065" name="Title 1"/>
          <p:cNvSpPr>
            <a:spLocks noGrp="1"/>
          </p:cNvSpPr>
          <p:nvPr>
            <p:ph type="title"/>
          </p:nvPr>
        </p:nvSpPr>
        <p:spPr/>
        <p:txBody>
          <a:bodyPr/>
          <a:lstStyle/>
          <a:p>
            <a:r>
              <a:rPr lang="en-US" dirty="0"/>
              <a:t>Question 7.5</a:t>
            </a:r>
          </a:p>
        </p:txBody>
      </p:sp>
      <p:sp>
        <p:nvSpPr>
          <p:cNvPr id="3" name="Content Placeholder 2"/>
          <p:cNvSpPr>
            <a:spLocks noGrp="1"/>
          </p:cNvSpPr>
          <p:nvPr>
            <p:ph idx="1"/>
          </p:nvPr>
        </p:nvSpPr>
        <p:spPr/>
        <p:txBody>
          <a:bodyPr/>
          <a:lstStyle/>
          <a:p>
            <a:pPr>
              <a:buFontTx/>
              <a:buNone/>
              <a:defRPr/>
            </a:pPr>
            <a:r>
              <a:rPr lang="en-US" dirty="0"/>
              <a:t>For sound waves in air, something experiences simple harmonic motion, what is it?</a:t>
            </a:r>
          </a:p>
          <a:p>
            <a:pPr marL="514350" indent="-514350">
              <a:buFontTx/>
              <a:buAutoNum type="alphaLcParenR"/>
              <a:defRPr/>
            </a:pPr>
            <a:r>
              <a:rPr lang="en-US" dirty="0"/>
              <a:t>A pipe</a:t>
            </a:r>
          </a:p>
          <a:p>
            <a:pPr marL="514350" indent="-514350">
              <a:buFontTx/>
              <a:buAutoNum type="alphaLcParenR"/>
              <a:defRPr/>
            </a:pPr>
            <a:r>
              <a:rPr lang="en-US" dirty="0"/>
              <a:t>The air particles</a:t>
            </a:r>
          </a:p>
          <a:p>
            <a:pPr marL="514350" indent="-514350">
              <a:buFontTx/>
              <a:buAutoNum type="alphaLcParenR"/>
              <a:defRPr/>
            </a:pPr>
            <a:r>
              <a:rPr lang="en-US" dirty="0"/>
              <a:t>The pressure </a:t>
            </a:r>
          </a:p>
          <a:p>
            <a:pPr marL="514350" indent="-514350">
              <a:buFontTx/>
              <a:buAutoNum type="alphaLcParenR"/>
              <a:defRPr/>
            </a:pPr>
            <a:r>
              <a:rPr lang="en-US" dirty="0"/>
              <a:t>dust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10"/>
          <p:cNvGrpSpPr>
            <a:grpSpLocks/>
          </p:cNvGrpSpPr>
          <p:nvPr/>
        </p:nvGrpSpPr>
        <p:grpSpPr bwMode="auto">
          <a:xfrm>
            <a:off x="1566863" y="1390650"/>
            <a:ext cx="6673850" cy="3919538"/>
            <a:chOff x="1306287" y="-38122"/>
            <a:chExt cx="6673061" cy="3918857"/>
          </a:xfrm>
        </p:grpSpPr>
        <p:cxnSp>
          <p:nvCxnSpPr>
            <p:cNvPr id="196" name="Straight Connector 195"/>
            <p:cNvCxnSpPr/>
            <p:nvPr/>
          </p:nvCxnSpPr>
          <p:spPr>
            <a:xfrm rot="16200000" flipH="1">
              <a:off x="-636474" y="1904639"/>
              <a:ext cx="3918857" cy="33333"/>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97" name="Straight Connector 196"/>
            <p:cNvCxnSpPr/>
            <p:nvPr/>
          </p:nvCxnSpPr>
          <p:spPr>
            <a:xfrm rot="16200000" flipH="1">
              <a:off x="-190440" y="1904639"/>
              <a:ext cx="3918857" cy="3333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98" name="Straight Connector 197"/>
            <p:cNvCxnSpPr/>
            <p:nvPr/>
          </p:nvCxnSpPr>
          <p:spPr>
            <a:xfrm rot="16200000" flipH="1">
              <a:off x="223055"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99" name="Straight Connector 198"/>
            <p:cNvCxnSpPr/>
            <p:nvPr/>
          </p:nvCxnSpPr>
          <p:spPr>
            <a:xfrm rot="16200000" flipH="1">
              <a:off x="734963" y="1904639"/>
              <a:ext cx="3918857" cy="33333"/>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0" name="Straight Connector 199"/>
            <p:cNvCxnSpPr/>
            <p:nvPr/>
          </p:nvCxnSpPr>
          <p:spPr>
            <a:xfrm rot="16200000" flipH="1">
              <a:off x="1246078" y="1904639"/>
              <a:ext cx="3918857" cy="33333"/>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1" name="Straight Connector 200"/>
            <p:cNvCxnSpPr/>
            <p:nvPr/>
          </p:nvCxnSpPr>
          <p:spPr>
            <a:xfrm rot="16200000" flipH="1">
              <a:off x="1708779"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2" name="Straight Connector 201"/>
            <p:cNvCxnSpPr/>
            <p:nvPr/>
          </p:nvCxnSpPr>
          <p:spPr>
            <a:xfrm rot="16200000" flipH="1">
              <a:off x="2253227"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3" name="Straight Connector 202"/>
            <p:cNvCxnSpPr/>
            <p:nvPr/>
          </p:nvCxnSpPr>
          <p:spPr>
            <a:xfrm rot="16200000" flipH="1">
              <a:off x="2781008" y="1904639"/>
              <a:ext cx="3918857" cy="3333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4" name="Straight Connector 203"/>
            <p:cNvCxnSpPr/>
            <p:nvPr/>
          </p:nvCxnSpPr>
          <p:spPr>
            <a:xfrm rot="16200000" flipH="1">
              <a:off x="3276250" y="1904639"/>
              <a:ext cx="3918857" cy="3333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5" name="Straight Connector 204"/>
            <p:cNvCxnSpPr/>
            <p:nvPr/>
          </p:nvCxnSpPr>
          <p:spPr>
            <a:xfrm rot="16200000" flipH="1">
              <a:off x="3755618" y="1904639"/>
              <a:ext cx="3918857" cy="3333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6" name="Straight Connector 205"/>
            <p:cNvCxnSpPr/>
            <p:nvPr/>
          </p:nvCxnSpPr>
          <p:spPr>
            <a:xfrm rot="16200000" flipH="1">
              <a:off x="4267527"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7" name="Straight Connector 206"/>
            <p:cNvCxnSpPr/>
            <p:nvPr/>
          </p:nvCxnSpPr>
          <p:spPr>
            <a:xfrm rot="16200000" flipH="1">
              <a:off x="4696895" y="1904639"/>
              <a:ext cx="3918857" cy="33333"/>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8" name="Straight Connector 207"/>
            <p:cNvCxnSpPr/>
            <p:nvPr/>
          </p:nvCxnSpPr>
          <p:spPr>
            <a:xfrm rot="16200000" flipH="1">
              <a:off x="5143723"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9" name="Straight Connector 208"/>
            <p:cNvCxnSpPr/>
            <p:nvPr/>
          </p:nvCxnSpPr>
          <p:spPr>
            <a:xfrm rot="16200000" flipH="1">
              <a:off x="5589757"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10" name="Straight Connector 209"/>
            <p:cNvCxnSpPr/>
            <p:nvPr/>
          </p:nvCxnSpPr>
          <p:spPr>
            <a:xfrm rot="16200000" flipH="1">
              <a:off x="6003252" y="1904639"/>
              <a:ext cx="3918857" cy="3333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
        <p:nvSpPr>
          <p:cNvPr id="473090" name="Rectangle 41"/>
          <p:cNvSpPr>
            <a:spLocks noChangeArrowheads="1"/>
          </p:cNvSpPr>
          <p:nvPr/>
        </p:nvSpPr>
        <p:spPr bwMode="auto">
          <a:xfrm>
            <a:off x="1420813" y="1889125"/>
            <a:ext cx="7086600" cy="830263"/>
          </a:xfrm>
          <a:prstGeom prst="rect">
            <a:avLst/>
          </a:prstGeom>
          <a:solidFill>
            <a:schemeClr val="accent1"/>
          </a:solidFill>
          <a:ln w="9525">
            <a:noFill/>
            <a:miter lim="800000"/>
            <a:headEnd/>
            <a:tailEnd/>
          </a:ln>
        </p:spPr>
        <p:txBody>
          <a:bodyPr wrap="none" anchor="ctr"/>
          <a:lstStyle/>
          <a:p>
            <a:endParaRPr lang="en-US" dirty="0"/>
          </a:p>
        </p:txBody>
      </p:sp>
      <p:sp>
        <p:nvSpPr>
          <p:cNvPr id="473091" name="Rectangle 42"/>
          <p:cNvSpPr>
            <a:spLocks noChangeArrowheads="1"/>
          </p:cNvSpPr>
          <p:nvPr/>
        </p:nvSpPr>
        <p:spPr bwMode="auto">
          <a:xfrm>
            <a:off x="760413" y="1789113"/>
            <a:ext cx="7727950"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3092" name="Rectangle 43"/>
          <p:cNvSpPr>
            <a:spLocks noChangeArrowheads="1"/>
          </p:cNvSpPr>
          <p:nvPr/>
        </p:nvSpPr>
        <p:spPr bwMode="auto">
          <a:xfrm>
            <a:off x="760413" y="2684463"/>
            <a:ext cx="7727950" cy="133350"/>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3093" name="Rectangle 44"/>
          <p:cNvSpPr>
            <a:spLocks noChangeArrowheads="1"/>
          </p:cNvSpPr>
          <p:nvPr/>
        </p:nvSpPr>
        <p:spPr bwMode="auto">
          <a:xfrm>
            <a:off x="261938" y="2136775"/>
            <a:ext cx="998537" cy="300038"/>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3094" name="Rectangle 45"/>
          <p:cNvSpPr>
            <a:spLocks noChangeArrowheads="1"/>
          </p:cNvSpPr>
          <p:nvPr/>
        </p:nvSpPr>
        <p:spPr bwMode="auto">
          <a:xfrm>
            <a:off x="1260475" y="1889125"/>
            <a:ext cx="214313" cy="795338"/>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grpSp>
        <p:nvGrpSpPr>
          <p:cNvPr id="3" name="Group 134"/>
          <p:cNvGrpSpPr>
            <a:grpSpLocks/>
          </p:cNvGrpSpPr>
          <p:nvPr/>
        </p:nvGrpSpPr>
        <p:grpSpPr bwMode="auto">
          <a:xfrm>
            <a:off x="1535113" y="2220913"/>
            <a:ext cx="2994025" cy="147637"/>
            <a:chOff x="1273631" y="791844"/>
            <a:chExt cx="2993619" cy="146957"/>
          </a:xfrm>
        </p:grpSpPr>
        <p:sp>
          <p:nvSpPr>
            <p:cNvPr id="13" name="Oval 12"/>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 name="Oval 13"/>
            <p:cNvSpPr/>
            <p:nvPr/>
          </p:nvSpPr>
          <p:spPr>
            <a:xfrm>
              <a:off x="1703785"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 name="Oval 14"/>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 name="Oval 15"/>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 name="Oval 16"/>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 name="Oval 17"/>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 name="Oval 19"/>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60" name="Rectangle 39"/>
          <p:cNvSpPr>
            <a:spLocks noChangeArrowheads="1"/>
          </p:cNvSpPr>
          <p:nvPr/>
        </p:nvSpPr>
        <p:spPr bwMode="auto">
          <a:xfrm>
            <a:off x="1458913" y="3135313"/>
            <a:ext cx="2986087" cy="830262"/>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3097" name="Rectangle 41"/>
          <p:cNvSpPr>
            <a:spLocks noChangeArrowheads="1"/>
          </p:cNvSpPr>
          <p:nvPr/>
        </p:nvSpPr>
        <p:spPr bwMode="auto">
          <a:xfrm>
            <a:off x="4278313" y="3135313"/>
            <a:ext cx="4217987" cy="830262"/>
          </a:xfrm>
          <a:prstGeom prst="rect">
            <a:avLst/>
          </a:prstGeom>
          <a:solidFill>
            <a:schemeClr val="accent1"/>
          </a:solidFill>
          <a:ln w="9525">
            <a:noFill/>
            <a:miter lim="800000"/>
            <a:headEnd/>
            <a:tailEnd/>
          </a:ln>
        </p:spPr>
        <p:txBody>
          <a:bodyPr wrap="none" anchor="ctr"/>
          <a:lstStyle/>
          <a:p>
            <a:endParaRPr lang="en-US" dirty="0"/>
          </a:p>
        </p:txBody>
      </p:sp>
      <p:sp>
        <p:nvSpPr>
          <p:cNvPr id="113" name="Rectangle 112"/>
          <p:cNvSpPr/>
          <p:nvPr/>
        </p:nvSpPr>
        <p:spPr>
          <a:xfrm>
            <a:off x="1109663" y="3143250"/>
            <a:ext cx="1552575" cy="8175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3099" name="Rectangle 44"/>
          <p:cNvSpPr>
            <a:spLocks noChangeArrowheads="1"/>
          </p:cNvSpPr>
          <p:nvPr/>
        </p:nvSpPr>
        <p:spPr bwMode="auto">
          <a:xfrm>
            <a:off x="1638300" y="3384550"/>
            <a:ext cx="1000125" cy="29845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3100" name="Rectangle 45"/>
          <p:cNvSpPr>
            <a:spLocks noChangeArrowheads="1"/>
          </p:cNvSpPr>
          <p:nvPr/>
        </p:nvSpPr>
        <p:spPr bwMode="auto">
          <a:xfrm>
            <a:off x="2638425" y="3135313"/>
            <a:ext cx="214313"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7" name="Oval 66"/>
          <p:cNvSpPr/>
          <p:nvPr/>
        </p:nvSpPr>
        <p:spPr>
          <a:xfrm>
            <a:off x="2928938" y="3762375"/>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8" name="Oval 67"/>
          <p:cNvSpPr/>
          <p:nvPr/>
        </p:nvSpPr>
        <p:spPr>
          <a:xfrm>
            <a:off x="2886075" y="3609975"/>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9" name="Oval 68"/>
          <p:cNvSpPr/>
          <p:nvPr/>
        </p:nvSpPr>
        <p:spPr>
          <a:xfrm>
            <a:off x="2906713" y="3222625"/>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15" name="Straight Connector 114"/>
          <p:cNvCxnSpPr/>
          <p:nvPr/>
        </p:nvCxnSpPr>
        <p:spPr>
          <a:xfrm>
            <a:off x="914400" y="5348288"/>
            <a:ext cx="7837488" cy="15875"/>
          </a:xfrm>
          <a:prstGeom prst="line">
            <a:avLst/>
          </a:prstGeom>
        </p:spPr>
        <p:style>
          <a:lnRef idx="1">
            <a:schemeClr val="accent1"/>
          </a:lnRef>
          <a:fillRef idx="0">
            <a:schemeClr val="accent1"/>
          </a:fillRef>
          <a:effectRef idx="0">
            <a:schemeClr val="accent1"/>
          </a:effectRef>
          <a:fontRef idx="minor">
            <a:schemeClr val="tx1"/>
          </a:fontRef>
        </p:style>
      </p:cxnSp>
      <p:sp>
        <p:nvSpPr>
          <p:cNvPr id="116" name="Rectangle 115"/>
          <p:cNvSpPr/>
          <p:nvPr/>
        </p:nvSpPr>
        <p:spPr>
          <a:xfrm>
            <a:off x="1519238" y="4792663"/>
            <a:ext cx="200025" cy="555625"/>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7" name="Rectangle 116"/>
          <p:cNvSpPr/>
          <p:nvPr/>
        </p:nvSpPr>
        <p:spPr>
          <a:xfrm>
            <a:off x="1958975" y="4986338"/>
            <a:ext cx="193675" cy="35718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8" name="Rectangle 117"/>
          <p:cNvSpPr/>
          <p:nvPr/>
        </p:nvSpPr>
        <p:spPr>
          <a:xfrm>
            <a:off x="2368550" y="5162550"/>
            <a:ext cx="215900" cy="180975"/>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3108" name="Rectangle 43"/>
          <p:cNvSpPr>
            <a:spLocks noChangeArrowheads="1"/>
          </p:cNvSpPr>
          <p:nvPr/>
        </p:nvSpPr>
        <p:spPr bwMode="auto">
          <a:xfrm>
            <a:off x="749300" y="3932238"/>
            <a:ext cx="7727950"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nvGrpSpPr>
          <p:cNvPr id="4" name="Group 135"/>
          <p:cNvGrpSpPr>
            <a:grpSpLocks/>
          </p:cNvGrpSpPr>
          <p:nvPr/>
        </p:nvGrpSpPr>
        <p:grpSpPr bwMode="auto">
          <a:xfrm flipH="1">
            <a:off x="4414838" y="2209800"/>
            <a:ext cx="2992437" cy="147638"/>
            <a:chOff x="1273631" y="791844"/>
            <a:chExt cx="2993619" cy="146957"/>
          </a:xfrm>
        </p:grpSpPr>
        <p:sp>
          <p:nvSpPr>
            <p:cNvPr id="137" name="Oval 136"/>
            <p:cNvSpPr/>
            <p:nvPr/>
          </p:nvSpPr>
          <p:spPr>
            <a:xfrm>
              <a:off x="1273631" y="791844"/>
              <a:ext cx="11434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8" name="Oval 137"/>
            <p:cNvSpPr/>
            <p:nvPr/>
          </p:nvSpPr>
          <p:spPr>
            <a:xfrm>
              <a:off x="1704013" y="791844"/>
              <a:ext cx="11434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9" name="Oval 138"/>
            <p:cNvSpPr/>
            <p:nvPr/>
          </p:nvSpPr>
          <p:spPr>
            <a:xfrm>
              <a:off x="2134396" y="791844"/>
              <a:ext cx="112757"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0" name="Oval 139"/>
            <p:cNvSpPr/>
            <p:nvPr/>
          </p:nvSpPr>
          <p:spPr>
            <a:xfrm>
              <a:off x="2645773" y="791844"/>
              <a:ext cx="11434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1" name="Oval 140"/>
            <p:cNvSpPr/>
            <p:nvPr/>
          </p:nvSpPr>
          <p:spPr>
            <a:xfrm>
              <a:off x="3141268" y="791844"/>
              <a:ext cx="11434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2" name="Oval 141"/>
            <p:cNvSpPr/>
            <p:nvPr/>
          </p:nvSpPr>
          <p:spPr>
            <a:xfrm>
              <a:off x="3619294" y="791844"/>
              <a:ext cx="11434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3" name="Oval 142"/>
            <p:cNvSpPr/>
            <p:nvPr/>
          </p:nvSpPr>
          <p:spPr>
            <a:xfrm>
              <a:off x="4152905" y="791844"/>
              <a:ext cx="11434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45" name="Oval 144"/>
          <p:cNvSpPr/>
          <p:nvPr/>
        </p:nvSpPr>
        <p:spPr>
          <a:xfrm>
            <a:off x="7304088" y="2209800"/>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6" name="Oval 145"/>
          <p:cNvSpPr/>
          <p:nvPr/>
        </p:nvSpPr>
        <p:spPr>
          <a:xfrm>
            <a:off x="7734300" y="2209800"/>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7" name="Oval 146"/>
          <p:cNvSpPr/>
          <p:nvPr/>
        </p:nvSpPr>
        <p:spPr>
          <a:xfrm>
            <a:off x="8164513" y="2209800"/>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6" name="Oval 155"/>
          <p:cNvSpPr/>
          <p:nvPr/>
        </p:nvSpPr>
        <p:spPr>
          <a:xfrm>
            <a:off x="2911475" y="3484563"/>
            <a:ext cx="114300" cy="14605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7" name="Oval 156"/>
          <p:cNvSpPr/>
          <p:nvPr/>
        </p:nvSpPr>
        <p:spPr>
          <a:xfrm>
            <a:off x="3406775" y="3484563"/>
            <a:ext cx="114300" cy="14605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8" name="Oval 157"/>
          <p:cNvSpPr/>
          <p:nvPr/>
        </p:nvSpPr>
        <p:spPr>
          <a:xfrm>
            <a:off x="3886200" y="3484563"/>
            <a:ext cx="114300" cy="14605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9" name="Oval 158"/>
          <p:cNvSpPr/>
          <p:nvPr/>
        </p:nvSpPr>
        <p:spPr>
          <a:xfrm>
            <a:off x="4419600" y="3484563"/>
            <a:ext cx="114300" cy="146050"/>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5" name="Group 159"/>
          <p:cNvGrpSpPr>
            <a:grpSpLocks/>
          </p:cNvGrpSpPr>
          <p:nvPr/>
        </p:nvGrpSpPr>
        <p:grpSpPr bwMode="auto">
          <a:xfrm flipH="1">
            <a:off x="4419600" y="3473450"/>
            <a:ext cx="2994025" cy="146050"/>
            <a:chOff x="1273631" y="791844"/>
            <a:chExt cx="2993619" cy="146957"/>
          </a:xfrm>
        </p:grpSpPr>
        <p:sp>
          <p:nvSpPr>
            <p:cNvPr id="161" name="Oval 160"/>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2" name="Oval 161"/>
            <p:cNvSpPr/>
            <p:nvPr/>
          </p:nvSpPr>
          <p:spPr>
            <a:xfrm>
              <a:off x="1703785"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3" name="Oval 162"/>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4" name="Oval 163"/>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5" name="Oval 164"/>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6" name="Oval 165"/>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7" name="Oval 166"/>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68" name="Oval 167"/>
          <p:cNvSpPr/>
          <p:nvPr/>
        </p:nvSpPr>
        <p:spPr>
          <a:xfrm>
            <a:off x="7310438" y="3473450"/>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9" name="Oval 168"/>
          <p:cNvSpPr/>
          <p:nvPr/>
        </p:nvSpPr>
        <p:spPr>
          <a:xfrm>
            <a:off x="7739063" y="3473450"/>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0" name="Oval 169"/>
          <p:cNvSpPr/>
          <p:nvPr/>
        </p:nvSpPr>
        <p:spPr>
          <a:xfrm>
            <a:off x="8169275" y="3473450"/>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3121" name="Rectangle 42"/>
          <p:cNvSpPr>
            <a:spLocks noChangeArrowheads="1"/>
          </p:cNvSpPr>
          <p:nvPr/>
        </p:nvSpPr>
        <p:spPr bwMode="auto">
          <a:xfrm>
            <a:off x="749300" y="3035300"/>
            <a:ext cx="7727950"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83" name="Rectangle 182"/>
          <p:cNvSpPr/>
          <p:nvPr/>
        </p:nvSpPr>
        <p:spPr>
          <a:xfrm>
            <a:off x="3352800" y="5326063"/>
            <a:ext cx="228600" cy="7143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4" name="Rectangle 183"/>
          <p:cNvSpPr/>
          <p:nvPr/>
        </p:nvSpPr>
        <p:spPr>
          <a:xfrm>
            <a:off x="2836863" y="5326063"/>
            <a:ext cx="227012" cy="714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5" name="Rectangle 184"/>
          <p:cNvSpPr/>
          <p:nvPr/>
        </p:nvSpPr>
        <p:spPr>
          <a:xfrm>
            <a:off x="3832225" y="5326063"/>
            <a:ext cx="228600" cy="71437"/>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6" name="Rectangle 185"/>
          <p:cNvSpPr/>
          <p:nvPr/>
        </p:nvSpPr>
        <p:spPr>
          <a:xfrm>
            <a:off x="4343400" y="5326063"/>
            <a:ext cx="228600" cy="71437"/>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7" name="Rectangle 186"/>
          <p:cNvSpPr/>
          <p:nvPr/>
        </p:nvSpPr>
        <p:spPr>
          <a:xfrm>
            <a:off x="4856163" y="5326063"/>
            <a:ext cx="227012" cy="71437"/>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8" name="Rectangle 187"/>
          <p:cNvSpPr/>
          <p:nvPr/>
        </p:nvSpPr>
        <p:spPr>
          <a:xfrm>
            <a:off x="5432425" y="5326063"/>
            <a:ext cx="228600" cy="7143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9" name="Rectangle 188"/>
          <p:cNvSpPr/>
          <p:nvPr/>
        </p:nvSpPr>
        <p:spPr>
          <a:xfrm>
            <a:off x="5878513" y="5326063"/>
            <a:ext cx="228600" cy="714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0" name="Rectangle 189"/>
          <p:cNvSpPr/>
          <p:nvPr/>
        </p:nvSpPr>
        <p:spPr>
          <a:xfrm>
            <a:off x="6373813" y="5326063"/>
            <a:ext cx="228600" cy="714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1" name="Rectangle 190"/>
          <p:cNvSpPr/>
          <p:nvPr/>
        </p:nvSpPr>
        <p:spPr>
          <a:xfrm>
            <a:off x="6804025" y="5326063"/>
            <a:ext cx="228600" cy="7143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2" name="Rectangle 191"/>
          <p:cNvSpPr/>
          <p:nvPr/>
        </p:nvSpPr>
        <p:spPr>
          <a:xfrm>
            <a:off x="7267575" y="5326063"/>
            <a:ext cx="227013" cy="71437"/>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3" name="Rectangle 192"/>
          <p:cNvSpPr/>
          <p:nvPr/>
        </p:nvSpPr>
        <p:spPr>
          <a:xfrm>
            <a:off x="7696200" y="5326063"/>
            <a:ext cx="228600" cy="7143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4" name="Rectangle 193"/>
          <p:cNvSpPr/>
          <p:nvPr/>
        </p:nvSpPr>
        <p:spPr>
          <a:xfrm>
            <a:off x="8159750" y="5326063"/>
            <a:ext cx="227013" cy="714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4" name="Freeform 83"/>
          <p:cNvSpPr/>
          <p:nvPr/>
        </p:nvSpPr>
        <p:spPr>
          <a:xfrm>
            <a:off x="1585913" y="2381250"/>
            <a:ext cx="1304925" cy="1447800"/>
          </a:xfrm>
          <a:custGeom>
            <a:avLst/>
            <a:gdLst>
              <a:gd name="connsiteX0" fmla="*/ 0 w 1304925"/>
              <a:gd name="connsiteY0" fmla="*/ 0 h 1447800"/>
              <a:gd name="connsiteX1" fmla="*/ 219075 w 1304925"/>
              <a:gd name="connsiteY1" fmla="*/ 1047750 h 1447800"/>
              <a:gd name="connsiteX2" fmla="*/ 1304925 w 1304925"/>
              <a:gd name="connsiteY2" fmla="*/ 1447800 h 1447800"/>
            </a:gdLst>
            <a:ahLst/>
            <a:cxnLst>
              <a:cxn ang="0">
                <a:pos x="connsiteX0" y="connsiteY0"/>
              </a:cxn>
              <a:cxn ang="0">
                <a:pos x="connsiteX1" y="connsiteY1"/>
              </a:cxn>
              <a:cxn ang="0">
                <a:pos x="connsiteX2" y="connsiteY2"/>
              </a:cxn>
            </a:cxnLst>
            <a:rect l="l" t="t" r="r" b="b"/>
            <a:pathLst>
              <a:path w="1304925" h="1447800">
                <a:moveTo>
                  <a:pt x="0" y="0"/>
                </a:moveTo>
                <a:cubicBezTo>
                  <a:pt x="794" y="403225"/>
                  <a:pt x="1588" y="806450"/>
                  <a:pt x="219075" y="1047750"/>
                </a:cubicBezTo>
                <a:cubicBezTo>
                  <a:pt x="436562" y="1289050"/>
                  <a:pt x="1071563" y="1339850"/>
                  <a:pt x="1304925" y="1447800"/>
                </a:cubicBezTo>
              </a:path>
            </a:pathLst>
          </a:custGeom>
          <a:ln>
            <a:solidFill>
              <a:srgbClr val="C00000"/>
            </a:solidFill>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sp>
        <p:nvSpPr>
          <p:cNvPr id="85" name="Freeform 84"/>
          <p:cNvSpPr/>
          <p:nvPr/>
        </p:nvSpPr>
        <p:spPr>
          <a:xfrm>
            <a:off x="2014538" y="2333625"/>
            <a:ext cx="819150" cy="1343025"/>
          </a:xfrm>
          <a:custGeom>
            <a:avLst/>
            <a:gdLst>
              <a:gd name="connsiteX0" fmla="*/ 0 w 1304925"/>
              <a:gd name="connsiteY0" fmla="*/ 0 h 1447800"/>
              <a:gd name="connsiteX1" fmla="*/ 219075 w 1304925"/>
              <a:gd name="connsiteY1" fmla="*/ 1047750 h 1447800"/>
              <a:gd name="connsiteX2" fmla="*/ 1304925 w 1304925"/>
              <a:gd name="connsiteY2" fmla="*/ 1447800 h 1447800"/>
            </a:gdLst>
            <a:ahLst/>
            <a:cxnLst>
              <a:cxn ang="0">
                <a:pos x="connsiteX0" y="connsiteY0"/>
              </a:cxn>
              <a:cxn ang="0">
                <a:pos x="connsiteX1" y="connsiteY1"/>
              </a:cxn>
              <a:cxn ang="0">
                <a:pos x="connsiteX2" y="connsiteY2"/>
              </a:cxn>
            </a:cxnLst>
            <a:rect l="l" t="t" r="r" b="b"/>
            <a:pathLst>
              <a:path w="1304925" h="1447800">
                <a:moveTo>
                  <a:pt x="0" y="0"/>
                </a:moveTo>
                <a:cubicBezTo>
                  <a:pt x="794" y="403225"/>
                  <a:pt x="1588" y="806450"/>
                  <a:pt x="219075" y="1047750"/>
                </a:cubicBezTo>
                <a:cubicBezTo>
                  <a:pt x="436562" y="1289050"/>
                  <a:pt x="1071563" y="1339850"/>
                  <a:pt x="1304925" y="1447800"/>
                </a:cubicBezTo>
              </a:path>
            </a:pathLst>
          </a:custGeom>
          <a:ln>
            <a:solidFill>
              <a:srgbClr val="FF0000"/>
            </a:solidFill>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sp>
        <p:nvSpPr>
          <p:cNvPr id="86" name="Freeform 85"/>
          <p:cNvSpPr/>
          <p:nvPr/>
        </p:nvSpPr>
        <p:spPr>
          <a:xfrm>
            <a:off x="2424113" y="2333625"/>
            <a:ext cx="428625" cy="952500"/>
          </a:xfrm>
          <a:custGeom>
            <a:avLst/>
            <a:gdLst>
              <a:gd name="connsiteX0" fmla="*/ 0 w 1304925"/>
              <a:gd name="connsiteY0" fmla="*/ 0 h 1447800"/>
              <a:gd name="connsiteX1" fmla="*/ 219075 w 1304925"/>
              <a:gd name="connsiteY1" fmla="*/ 1047750 h 1447800"/>
              <a:gd name="connsiteX2" fmla="*/ 1304925 w 1304925"/>
              <a:gd name="connsiteY2" fmla="*/ 1447800 h 1447800"/>
            </a:gdLst>
            <a:ahLst/>
            <a:cxnLst>
              <a:cxn ang="0">
                <a:pos x="connsiteX0" y="connsiteY0"/>
              </a:cxn>
              <a:cxn ang="0">
                <a:pos x="connsiteX1" y="connsiteY1"/>
              </a:cxn>
              <a:cxn ang="0">
                <a:pos x="connsiteX2" y="connsiteY2"/>
              </a:cxn>
            </a:cxnLst>
            <a:rect l="l" t="t" r="r" b="b"/>
            <a:pathLst>
              <a:path w="1304925" h="1447800">
                <a:moveTo>
                  <a:pt x="0" y="0"/>
                </a:moveTo>
                <a:cubicBezTo>
                  <a:pt x="794" y="403225"/>
                  <a:pt x="1588" y="806450"/>
                  <a:pt x="219075" y="1047750"/>
                </a:cubicBezTo>
                <a:cubicBezTo>
                  <a:pt x="436562" y="1289050"/>
                  <a:pt x="1071563" y="1339850"/>
                  <a:pt x="1304925" y="1447800"/>
                </a:cubicBezTo>
              </a:path>
            </a:pathLst>
          </a:custGeom>
          <a:ln>
            <a:solidFill>
              <a:srgbClr val="FFC000"/>
            </a:solidFill>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cxnSp>
        <p:nvCxnSpPr>
          <p:cNvPr id="88" name="Straight Arrow Connector 87"/>
          <p:cNvCxnSpPr/>
          <p:nvPr/>
        </p:nvCxnSpPr>
        <p:spPr>
          <a:xfrm rot="5400000">
            <a:off x="2599531" y="2767807"/>
            <a:ext cx="714375" cy="1588"/>
          </a:xfrm>
          <a:prstGeom prst="straightConnector1">
            <a:avLst/>
          </a:prstGeom>
          <a:ln>
            <a:solidFill>
              <a:srgbClr val="FFFF00"/>
            </a:solidFill>
            <a:tailEnd type="arrow"/>
          </a:ln>
        </p:spPr>
        <p:style>
          <a:lnRef idx="1">
            <a:schemeClr val="accent1"/>
          </a:lnRef>
          <a:fillRef idx="0">
            <a:schemeClr val="accent1"/>
          </a:fillRef>
          <a:effectRef idx="0">
            <a:schemeClr val="accent1"/>
          </a:effectRef>
          <a:fontRef idx="minor">
            <a:schemeClr val="tx1"/>
          </a:fontRef>
        </p:style>
      </p:cxnSp>
      <p:sp>
        <p:nvSpPr>
          <p:cNvPr id="473138" name="TextBox 88"/>
          <p:cNvSpPr txBox="1">
            <a:spLocks noChangeArrowheads="1"/>
          </p:cNvSpPr>
          <p:nvPr/>
        </p:nvSpPr>
        <p:spPr bwMode="auto">
          <a:xfrm>
            <a:off x="204788" y="4618038"/>
            <a:ext cx="1209675" cy="954087"/>
          </a:xfrm>
          <a:prstGeom prst="rect">
            <a:avLst/>
          </a:prstGeom>
          <a:noFill/>
          <a:ln w="9525">
            <a:noFill/>
            <a:miter lim="800000"/>
            <a:headEnd/>
            <a:tailEnd/>
          </a:ln>
        </p:spPr>
        <p:txBody>
          <a:bodyPr>
            <a:spAutoFit/>
          </a:bodyPr>
          <a:lstStyle/>
          <a:p>
            <a:r>
              <a:rPr lang="en-US" sz="1400" dirty="0"/>
              <a:t>Bar Graph of Displacement from  Original Position</a:t>
            </a:r>
          </a:p>
        </p:txBody>
      </p:sp>
      <p:sp>
        <p:nvSpPr>
          <p:cNvPr id="90" name="Right Arrow 89"/>
          <p:cNvSpPr/>
          <p:nvPr/>
        </p:nvSpPr>
        <p:spPr>
          <a:xfrm>
            <a:off x="414338" y="3424238"/>
            <a:ext cx="893762" cy="24447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26"/>
          <p:cNvGrpSpPr>
            <a:grpSpLocks/>
          </p:cNvGrpSpPr>
          <p:nvPr/>
        </p:nvGrpSpPr>
        <p:grpSpPr bwMode="auto">
          <a:xfrm>
            <a:off x="1306513" y="1592263"/>
            <a:ext cx="6672262" cy="3919537"/>
            <a:chOff x="1306287" y="-38122"/>
            <a:chExt cx="6673061" cy="3918857"/>
          </a:xfrm>
        </p:grpSpPr>
        <p:cxnSp>
          <p:nvCxnSpPr>
            <p:cNvPr id="128" name="Straight Connector 127"/>
            <p:cNvCxnSpPr/>
            <p:nvPr/>
          </p:nvCxnSpPr>
          <p:spPr>
            <a:xfrm rot="16200000" flipH="1">
              <a:off x="-636471"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p:cNvCxnSpPr/>
            <p:nvPr/>
          </p:nvCxnSpPr>
          <p:spPr>
            <a:xfrm rot="16200000" flipH="1">
              <a:off x="-190331" y="1904636"/>
              <a:ext cx="3918857" cy="33342"/>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p:cNvCxnSpPr/>
            <p:nvPr/>
          </p:nvCxnSpPr>
          <p:spPr>
            <a:xfrm rot="16200000" flipH="1">
              <a:off x="22326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1" name="Straight Connector 130"/>
            <p:cNvCxnSpPr/>
            <p:nvPr/>
          </p:nvCxnSpPr>
          <p:spPr>
            <a:xfrm rot="16200000" flipH="1">
              <a:off x="734499"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rot="16200000" flipH="1">
              <a:off x="1246529"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rot="16200000" flipH="1">
              <a:off x="170934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p:cNvCxnSpPr/>
            <p:nvPr/>
          </p:nvCxnSpPr>
          <p:spPr>
            <a:xfrm rot="16200000" flipH="1">
              <a:off x="2253125"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p:cNvCxnSpPr/>
            <p:nvPr/>
          </p:nvCxnSpPr>
          <p:spPr>
            <a:xfrm rot="16200000" flipH="1">
              <a:off x="278103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p:cNvCxnSpPr/>
            <p:nvPr/>
          </p:nvCxnSpPr>
          <p:spPr>
            <a:xfrm rot="16200000" flipH="1">
              <a:off x="327639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p:cNvCxnSpPr/>
            <p:nvPr/>
          </p:nvCxnSpPr>
          <p:spPr>
            <a:xfrm rot="16200000" flipH="1">
              <a:off x="375587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0" name="Straight Connector 149"/>
            <p:cNvCxnSpPr/>
            <p:nvPr/>
          </p:nvCxnSpPr>
          <p:spPr>
            <a:xfrm rot="16200000" flipH="1">
              <a:off x="4267109"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p:cNvCxnSpPr/>
            <p:nvPr/>
          </p:nvCxnSpPr>
          <p:spPr>
            <a:xfrm rot="16200000" flipH="1">
              <a:off x="4697374"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2" name="Straight Connector 151"/>
            <p:cNvCxnSpPr/>
            <p:nvPr/>
          </p:nvCxnSpPr>
          <p:spPr>
            <a:xfrm rot="16200000" flipH="1">
              <a:off x="5143514"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p:cNvCxnSpPr/>
            <p:nvPr/>
          </p:nvCxnSpPr>
          <p:spPr>
            <a:xfrm rot="16200000" flipH="1">
              <a:off x="5589655"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4" name="Straight Connector 153"/>
            <p:cNvCxnSpPr/>
            <p:nvPr/>
          </p:nvCxnSpPr>
          <p:spPr>
            <a:xfrm rot="16200000" flipH="1">
              <a:off x="6003249"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
        <p:nvSpPr>
          <p:cNvPr id="475138" name="Rectangle 41"/>
          <p:cNvSpPr>
            <a:spLocks noChangeArrowheads="1"/>
          </p:cNvSpPr>
          <p:nvPr/>
        </p:nvSpPr>
        <p:spPr bwMode="auto">
          <a:xfrm>
            <a:off x="555625" y="3554413"/>
            <a:ext cx="7689850" cy="830262"/>
          </a:xfrm>
          <a:prstGeom prst="rect">
            <a:avLst/>
          </a:prstGeom>
          <a:solidFill>
            <a:schemeClr val="accent1"/>
          </a:solidFill>
          <a:ln w="9525">
            <a:noFill/>
            <a:miter lim="800000"/>
            <a:headEnd/>
            <a:tailEnd/>
          </a:ln>
        </p:spPr>
        <p:txBody>
          <a:bodyPr wrap="none" anchor="ctr"/>
          <a:lstStyle/>
          <a:p>
            <a:endParaRPr lang="en-US" dirty="0"/>
          </a:p>
        </p:txBody>
      </p:sp>
      <p:sp>
        <p:nvSpPr>
          <p:cNvPr id="97" name="Rectangle 39"/>
          <p:cNvSpPr>
            <a:spLocks noChangeArrowheads="1"/>
          </p:cNvSpPr>
          <p:nvPr/>
        </p:nvSpPr>
        <p:spPr bwMode="auto">
          <a:xfrm>
            <a:off x="2640013" y="3548063"/>
            <a:ext cx="2986087" cy="83185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98" name="Rectangle 97"/>
          <p:cNvSpPr/>
          <p:nvPr/>
        </p:nvSpPr>
        <p:spPr>
          <a:xfrm>
            <a:off x="0" y="3567113"/>
            <a:ext cx="1352550" cy="81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5141" name="Rectangle 42"/>
          <p:cNvSpPr>
            <a:spLocks noChangeArrowheads="1"/>
          </p:cNvSpPr>
          <p:nvPr/>
        </p:nvSpPr>
        <p:spPr bwMode="auto">
          <a:xfrm>
            <a:off x="500063" y="3454400"/>
            <a:ext cx="7726362"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5142" name="Rectangle 43"/>
          <p:cNvSpPr>
            <a:spLocks noChangeArrowheads="1"/>
          </p:cNvSpPr>
          <p:nvPr/>
        </p:nvSpPr>
        <p:spPr bwMode="auto">
          <a:xfrm>
            <a:off x="500063" y="4351338"/>
            <a:ext cx="7726362"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5143" name="Rectangle 44"/>
          <p:cNvSpPr>
            <a:spLocks noChangeArrowheads="1"/>
          </p:cNvSpPr>
          <p:nvPr/>
        </p:nvSpPr>
        <p:spPr bwMode="auto">
          <a:xfrm>
            <a:off x="252413" y="3802063"/>
            <a:ext cx="998537" cy="300037"/>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5144" name="Rectangle 45"/>
          <p:cNvSpPr>
            <a:spLocks noChangeArrowheads="1"/>
          </p:cNvSpPr>
          <p:nvPr/>
        </p:nvSpPr>
        <p:spPr bwMode="auto">
          <a:xfrm>
            <a:off x="1250950" y="3554413"/>
            <a:ext cx="214313"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0" name="Rectangle 39"/>
          <p:cNvSpPr>
            <a:spLocks noChangeArrowheads="1"/>
          </p:cNvSpPr>
          <p:nvPr/>
        </p:nvSpPr>
        <p:spPr bwMode="auto">
          <a:xfrm>
            <a:off x="1196975" y="2252663"/>
            <a:ext cx="2986088" cy="83185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5146" name="Rectangle 41"/>
          <p:cNvSpPr>
            <a:spLocks noChangeArrowheads="1"/>
          </p:cNvSpPr>
          <p:nvPr/>
        </p:nvSpPr>
        <p:spPr bwMode="auto">
          <a:xfrm>
            <a:off x="4016375" y="2252663"/>
            <a:ext cx="4217988" cy="831850"/>
          </a:xfrm>
          <a:prstGeom prst="rect">
            <a:avLst/>
          </a:prstGeom>
          <a:solidFill>
            <a:schemeClr val="accent1"/>
          </a:solidFill>
          <a:ln w="9525">
            <a:noFill/>
            <a:miter lim="800000"/>
            <a:headEnd/>
            <a:tailEnd/>
          </a:ln>
        </p:spPr>
        <p:txBody>
          <a:bodyPr wrap="none" anchor="ctr"/>
          <a:lstStyle/>
          <a:p>
            <a:endParaRPr lang="en-US" dirty="0"/>
          </a:p>
        </p:txBody>
      </p:sp>
      <p:sp>
        <p:nvSpPr>
          <p:cNvPr id="113" name="Rectangle 112"/>
          <p:cNvSpPr/>
          <p:nvPr/>
        </p:nvSpPr>
        <p:spPr>
          <a:xfrm>
            <a:off x="849313" y="2262188"/>
            <a:ext cx="1550987" cy="81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5148" name="Rectangle 44"/>
          <p:cNvSpPr>
            <a:spLocks noChangeArrowheads="1"/>
          </p:cNvSpPr>
          <p:nvPr/>
        </p:nvSpPr>
        <p:spPr bwMode="auto">
          <a:xfrm>
            <a:off x="1376363" y="2501900"/>
            <a:ext cx="1000125" cy="29845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5149" name="Rectangle 45"/>
          <p:cNvSpPr>
            <a:spLocks noChangeArrowheads="1"/>
          </p:cNvSpPr>
          <p:nvPr/>
        </p:nvSpPr>
        <p:spPr bwMode="auto">
          <a:xfrm>
            <a:off x="2376488" y="2252663"/>
            <a:ext cx="214312"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7" name="Oval 66"/>
          <p:cNvSpPr/>
          <p:nvPr/>
        </p:nvSpPr>
        <p:spPr>
          <a:xfrm>
            <a:off x="2667000" y="287972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8" name="Oval 67"/>
          <p:cNvSpPr/>
          <p:nvPr/>
        </p:nvSpPr>
        <p:spPr>
          <a:xfrm>
            <a:off x="2625725" y="2727325"/>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9" name="Oval 68"/>
          <p:cNvSpPr/>
          <p:nvPr/>
        </p:nvSpPr>
        <p:spPr>
          <a:xfrm>
            <a:off x="2644775" y="234156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5153" name="Rectangle 43"/>
          <p:cNvSpPr>
            <a:spLocks noChangeArrowheads="1"/>
          </p:cNvSpPr>
          <p:nvPr/>
        </p:nvSpPr>
        <p:spPr bwMode="auto">
          <a:xfrm>
            <a:off x="488950" y="3049588"/>
            <a:ext cx="7726363"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56" name="Oval 155"/>
          <p:cNvSpPr/>
          <p:nvPr/>
        </p:nvSpPr>
        <p:spPr>
          <a:xfrm>
            <a:off x="2651125" y="2601913"/>
            <a:ext cx="114300" cy="14763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7" name="Oval 156"/>
          <p:cNvSpPr/>
          <p:nvPr/>
        </p:nvSpPr>
        <p:spPr>
          <a:xfrm>
            <a:off x="3146425" y="2601913"/>
            <a:ext cx="114300" cy="14763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8" name="Oval 157"/>
          <p:cNvSpPr/>
          <p:nvPr/>
        </p:nvSpPr>
        <p:spPr>
          <a:xfrm>
            <a:off x="3624263" y="2601913"/>
            <a:ext cx="114300" cy="14763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9" name="Oval 158"/>
          <p:cNvSpPr/>
          <p:nvPr/>
        </p:nvSpPr>
        <p:spPr>
          <a:xfrm>
            <a:off x="4157663" y="2601913"/>
            <a:ext cx="114300" cy="14763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3" name="Group 159"/>
          <p:cNvGrpSpPr>
            <a:grpSpLocks/>
          </p:cNvGrpSpPr>
          <p:nvPr/>
        </p:nvGrpSpPr>
        <p:grpSpPr bwMode="auto">
          <a:xfrm flipH="1">
            <a:off x="4157663" y="2590800"/>
            <a:ext cx="2994025" cy="147638"/>
            <a:chOff x="1273631" y="791844"/>
            <a:chExt cx="2993619" cy="146957"/>
          </a:xfrm>
        </p:grpSpPr>
        <p:sp>
          <p:nvSpPr>
            <p:cNvPr id="161" name="Oval 160"/>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2" name="Oval 161"/>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3" name="Oval 162"/>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4" name="Oval 163"/>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5" name="Oval 164"/>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6" name="Oval 165"/>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7" name="Oval 166"/>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68" name="Oval 167"/>
          <p:cNvSpPr/>
          <p:nvPr/>
        </p:nvSpPr>
        <p:spPr>
          <a:xfrm>
            <a:off x="7048500" y="2590800"/>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9" name="Oval 168"/>
          <p:cNvSpPr/>
          <p:nvPr/>
        </p:nvSpPr>
        <p:spPr>
          <a:xfrm>
            <a:off x="7478713" y="2590800"/>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0" name="Oval 169"/>
          <p:cNvSpPr/>
          <p:nvPr/>
        </p:nvSpPr>
        <p:spPr>
          <a:xfrm>
            <a:off x="7908925" y="2590800"/>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5162" name="Rectangle 42"/>
          <p:cNvSpPr>
            <a:spLocks noChangeArrowheads="1"/>
          </p:cNvSpPr>
          <p:nvPr/>
        </p:nvSpPr>
        <p:spPr bwMode="auto">
          <a:xfrm>
            <a:off x="488950" y="2152650"/>
            <a:ext cx="7726363" cy="133350"/>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79" name="Oval 78"/>
          <p:cNvSpPr/>
          <p:nvPr/>
        </p:nvSpPr>
        <p:spPr>
          <a:xfrm>
            <a:off x="1774825" y="4076700"/>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0" name="Oval 79"/>
          <p:cNvSpPr/>
          <p:nvPr/>
        </p:nvSpPr>
        <p:spPr>
          <a:xfrm>
            <a:off x="2222500" y="3973513"/>
            <a:ext cx="114300" cy="14763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1" name="Oval 80"/>
          <p:cNvSpPr/>
          <p:nvPr/>
        </p:nvSpPr>
        <p:spPr>
          <a:xfrm>
            <a:off x="2095500" y="3652838"/>
            <a:ext cx="114300" cy="14763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2" name="Oval 81"/>
          <p:cNvSpPr/>
          <p:nvPr/>
        </p:nvSpPr>
        <p:spPr>
          <a:xfrm>
            <a:off x="3913188" y="3881438"/>
            <a:ext cx="114300" cy="14763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3" name="Oval 82"/>
          <p:cNvSpPr/>
          <p:nvPr/>
        </p:nvSpPr>
        <p:spPr>
          <a:xfrm>
            <a:off x="4081463" y="3686175"/>
            <a:ext cx="114300" cy="14605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4" name="Oval 83"/>
          <p:cNvSpPr/>
          <p:nvPr/>
        </p:nvSpPr>
        <p:spPr>
          <a:xfrm>
            <a:off x="4087813" y="4060825"/>
            <a:ext cx="114300" cy="14763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5" name="Oval 84"/>
          <p:cNvSpPr/>
          <p:nvPr/>
        </p:nvSpPr>
        <p:spPr>
          <a:xfrm>
            <a:off x="4164013" y="3865563"/>
            <a:ext cx="114300" cy="146050"/>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4" name="Group 159"/>
          <p:cNvGrpSpPr>
            <a:grpSpLocks/>
          </p:cNvGrpSpPr>
          <p:nvPr/>
        </p:nvGrpSpPr>
        <p:grpSpPr bwMode="auto">
          <a:xfrm flipH="1">
            <a:off x="4164013" y="3854450"/>
            <a:ext cx="2994025" cy="146050"/>
            <a:chOff x="1273631" y="791844"/>
            <a:chExt cx="2993619" cy="146957"/>
          </a:xfrm>
        </p:grpSpPr>
        <p:sp>
          <p:nvSpPr>
            <p:cNvPr id="87" name="Oval 86"/>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8" name="Oval 87"/>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9" name="Oval 88"/>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0" name="Oval 89"/>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1" name="Oval 90"/>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2" name="Oval 91"/>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3" name="Oval 92"/>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94" name="Oval 93"/>
          <p:cNvSpPr/>
          <p:nvPr/>
        </p:nvSpPr>
        <p:spPr>
          <a:xfrm>
            <a:off x="7053263" y="3854450"/>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5" name="Oval 94"/>
          <p:cNvSpPr/>
          <p:nvPr/>
        </p:nvSpPr>
        <p:spPr>
          <a:xfrm>
            <a:off x="7483475" y="3854450"/>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6" name="Oval 95"/>
          <p:cNvSpPr/>
          <p:nvPr/>
        </p:nvSpPr>
        <p:spPr>
          <a:xfrm>
            <a:off x="7913688" y="3854450"/>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55" name="Straight Connector 154"/>
          <p:cNvCxnSpPr/>
          <p:nvPr/>
        </p:nvCxnSpPr>
        <p:spPr>
          <a:xfrm>
            <a:off x="652463" y="5922963"/>
            <a:ext cx="7839075" cy="15875"/>
          </a:xfrm>
          <a:prstGeom prst="line">
            <a:avLst/>
          </a:prstGeom>
        </p:spPr>
        <p:style>
          <a:lnRef idx="1">
            <a:schemeClr val="accent1"/>
          </a:lnRef>
          <a:fillRef idx="0">
            <a:schemeClr val="accent1"/>
          </a:fillRef>
          <a:effectRef idx="0">
            <a:schemeClr val="accent1"/>
          </a:effectRef>
          <a:fontRef idx="minor">
            <a:schemeClr val="tx1"/>
          </a:fontRef>
        </p:style>
      </p:cxnSp>
      <p:sp>
        <p:nvSpPr>
          <p:cNvPr id="160" name="Rectangle 159"/>
          <p:cNvSpPr/>
          <p:nvPr/>
        </p:nvSpPr>
        <p:spPr>
          <a:xfrm>
            <a:off x="1257300" y="5821363"/>
            <a:ext cx="195263" cy="101600"/>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1" name="Rectangle 170"/>
          <p:cNvSpPr/>
          <p:nvPr/>
        </p:nvSpPr>
        <p:spPr>
          <a:xfrm>
            <a:off x="1698625" y="5691188"/>
            <a:ext cx="179388" cy="2270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2" name="Rectangle 171"/>
          <p:cNvSpPr/>
          <p:nvPr/>
        </p:nvSpPr>
        <p:spPr>
          <a:xfrm>
            <a:off x="2106613" y="5478463"/>
            <a:ext cx="244475" cy="4397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3" name="Rectangle 172"/>
          <p:cNvSpPr/>
          <p:nvPr/>
        </p:nvSpPr>
        <p:spPr>
          <a:xfrm>
            <a:off x="3092450" y="5527675"/>
            <a:ext cx="222250" cy="428625"/>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4" name="Rectangle 173"/>
          <p:cNvSpPr/>
          <p:nvPr/>
        </p:nvSpPr>
        <p:spPr>
          <a:xfrm>
            <a:off x="2574925" y="5314950"/>
            <a:ext cx="217488" cy="623888"/>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7" name="Rectangle 176"/>
          <p:cNvSpPr/>
          <p:nvPr/>
        </p:nvSpPr>
        <p:spPr>
          <a:xfrm flipV="1">
            <a:off x="3570288" y="5707063"/>
            <a:ext cx="201612" cy="20955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0" name="Rectangle 179"/>
          <p:cNvSpPr/>
          <p:nvPr/>
        </p:nvSpPr>
        <p:spPr>
          <a:xfrm>
            <a:off x="4083050" y="5900738"/>
            <a:ext cx="227013" cy="71437"/>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5" name="Rectangle 194"/>
          <p:cNvSpPr/>
          <p:nvPr/>
        </p:nvSpPr>
        <p:spPr>
          <a:xfrm>
            <a:off x="4594225" y="5900738"/>
            <a:ext cx="228600" cy="71437"/>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6" name="Rectangle 195"/>
          <p:cNvSpPr/>
          <p:nvPr/>
        </p:nvSpPr>
        <p:spPr>
          <a:xfrm>
            <a:off x="5170488" y="5900738"/>
            <a:ext cx="228600" cy="7143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7" name="Rectangle 196"/>
          <p:cNvSpPr/>
          <p:nvPr/>
        </p:nvSpPr>
        <p:spPr>
          <a:xfrm>
            <a:off x="5618163" y="5900738"/>
            <a:ext cx="227012" cy="714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8" name="Rectangle 197"/>
          <p:cNvSpPr/>
          <p:nvPr/>
        </p:nvSpPr>
        <p:spPr>
          <a:xfrm>
            <a:off x="6113463" y="5900738"/>
            <a:ext cx="227012" cy="714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9" name="Rectangle 198"/>
          <p:cNvSpPr/>
          <p:nvPr/>
        </p:nvSpPr>
        <p:spPr>
          <a:xfrm>
            <a:off x="6542088" y="5900738"/>
            <a:ext cx="228600" cy="7143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0" name="Rectangle 199"/>
          <p:cNvSpPr/>
          <p:nvPr/>
        </p:nvSpPr>
        <p:spPr>
          <a:xfrm>
            <a:off x="7005638" y="5900738"/>
            <a:ext cx="228600" cy="71437"/>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1" name="Rectangle 200"/>
          <p:cNvSpPr/>
          <p:nvPr/>
        </p:nvSpPr>
        <p:spPr>
          <a:xfrm>
            <a:off x="7435850" y="5900738"/>
            <a:ext cx="227013" cy="7143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2" name="Rectangle 201"/>
          <p:cNvSpPr/>
          <p:nvPr/>
        </p:nvSpPr>
        <p:spPr>
          <a:xfrm>
            <a:off x="7897813" y="5900738"/>
            <a:ext cx="228600" cy="714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5" name="Group 116"/>
          <p:cNvGrpSpPr>
            <a:grpSpLocks/>
          </p:cNvGrpSpPr>
          <p:nvPr/>
        </p:nvGrpSpPr>
        <p:grpSpPr bwMode="auto">
          <a:xfrm>
            <a:off x="1258888" y="1724025"/>
            <a:ext cx="2994025" cy="146050"/>
            <a:chOff x="1273631" y="791844"/>
            <a:chExt cx="2993619" cy="146957"/>
          </a:xfrm>
        </p:grpSpPr>
        <p:sp>
          <p:nvSpPr>
            <p:cNvPr id="99" name="Oval 98"/>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0" name="Oval 99"/>
            <p:cNvSpPr/>
            <p:nvPr/>
          </p:nvSpPr>
          <p:spPr>
            <a:xfrm>
              <a:off x="1703785"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1" name="Oval 100"/>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2" name="Oval 101"/>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3" name="Oval 102"/>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4" name="Oval 103"/>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5" name="Oval 104"/>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6" name="Group 124"/>
          <p:cNvGrpSpPr>
            <a:grpSpLocks/>
          </p:cNvGrpSpPr>
          <p:nvPr/>
        </p:nvGrpSpPr>
        <p:grpSpPr bwMode="auto">
          <a:xfrm flipH="1">
            <a:off x="4138613" y="1712913"/>
            <a:ext cx="2992437" cy="146050"/>
            <a:chOff x="1273631" y="791844"/>
            <a:chExt cx="2993619" cy="146957"/>
          </a:xfrm>
        </p:grpSpPr>
        <p:sp>
          <p:nvSpPr>
            <p:cNvPr id="107" name="Oval 106"/>
            <p:cNvSpPr/>
            <p:nvPr/>
          </p:nvSpPr>
          <p:spPr>
            <a:xfrm>
              <a:off x="1273631" y="791844"/>
              <a:ext cx="11434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8" name="Oval 107"/>
            <p:cNvSpPr/>
            <p:nvPr/>
          </p:nvSpPr>
          <p:spPr>
            <a:xfrm>
              <a:off x="1704013" y="791844"/>
              <a:ext cx="11434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9" name="Oval 108"/>
            <p:cNvSpPr/>
            <p:nvPr/>
          </p:nvSpPr>
          <p:spPr>
            <a:xfrm>
              <a:off x="2134396" y="791844"/>
              <a:ext cx="112757"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0" name="Oval 109"/>
            <p:cNvSpPr/>
            <p:nvPr/>
          </p:nvSpPr>
          <p:spPr>
            <a:xfrm>
              <a:off x="2645773" y="791844"/>
              <a:ext cx="11434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1" name="Oval 110"/>
            <p:cNvSpPr/>
            <p:nvPr/>
          </p:nvSpPr>
          <p:spPr>
            <a:xfrm>
              <a:off x="3141268" y="791844"/>
              <a:ext cx="11434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2" name="Oval 111"/>
            <p:cNvSpPr/>
            <p:nvPr/>
          </p:nvSpPr>
          <p:spPr>
            <a:xfrm>
              <a:off x="3619294" y="791844"/>
              <a:ext cx="11434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4" name="Oval 113"/>
            <p:cNvSpPr/>
            <p:nvPr/>
          </p:nvSpPr>
          <p:spPr>
            <a:xfrm>
              <a:off x="4152905" y="791844"/>
              <a:ext cx="11434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15" name="Oval 114"/>
          <p:cNvSpPr/>
          <p:nvPr/>
        </p:nvSpPr>
        <p:spPr>
          <a:xfrm>
            <a:off x="7027863" y="1712913"/>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6" name="Oval 115"/>
          <p:cNvSpPr/>
          <p:nvPr/>
        </p:nvSpPr>
        <p:spPr>
          <a:xfrm>
            <a:off x="7458075" y="1712913"/>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7" name="Oval 116"/>
          <p:cNvSpPr/>
          <p:nvPr/>
        </p:nvSpPr>
        <p:spPr>
          <a:xfrm>
            <a:off x="7888288" y="17129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26"/>
          <p:cNvGrpSpPr>
            <a:grpSpLocks/>
          </p:cNvGrpSpPr>
          <p:nvPr/>
        </p:nvGrpSpPr>
        <p:grpSpPr bwMode="auto">
          <a:xfrm>
            <a:off x="1306513" y="1584325"/>
            <a:ext cx="6672262" cy="3919538"/>
            <a:chOff x="1306287" y="-38122"/>
            <a:chExt cx="6673061" cy="3918857"/>
          </a:xfrm>
        </p:grpSpPr>
        <p:cxnSp>
          <p:nvCxnSpPr>
            <p:cNvPr id="128" name="Straight Connector 127"/>
            <p:cNvCxnSpPr/>
            <p:nvPr/>
          </p:nvCxnSpPr>
          <p:spPr>
            <a:xfrm rot="16200000" flipH="1">
              <a:off x="-636471"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p:cNvCxnSpPr/>
            <p:nvPr/>
          </p:nvCxnSpPr>
          <p:spPr>
            <a:xfrm rot="16200000" flipH="1">
              <a:off x="-190330" y="1904636"/>
              <a:ext cx="3918857" cy="33342"/>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p:cNvCxnSpPr/>
            <p:nvPr/>
          </p:nvCxnSpPr>
          <p:spPr>
            <a:xfrm rot="16200000" flipH="1">
              <a:off x="22326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1" name="Straight Connector 130"/>
            <p:cNvCxnSpPr/>
            <p:nvPr/>
          </p:nvCxnSpPr>
          <p:spPr>
            <a:xfrm rot="16200000" flipH="1">
              <a:off x="734500"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rot="16200000" flipH="1">
              <a:off x="1246530"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rot="16200000" flipH="1">
              <a:off x="170934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p:cNvCxnSpPr/>
            <p:nvPr/>
          </p:nvCxnSpPr>
          <p:spPr>
            <a:xfrm rot="16200000" flipH="1">
              <a:off x="2253125"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p:cNvCxnSpPr/>
            <p:nvPr/>
          </p:nvCxnSpPr>
          <p:spPr>
            <a:xfrm rot="16200000" flipH="1">
              <a:off x="2781032"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p:cNvCxnSpPr/>
            <p:nvPr/>
          </p:nvCxnSpPr>
          <p:spPr>
            <a:xfrm rot="16200000" flipH="1">
              <a:off x="327639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p:cNvCxnSpPr/>
            <p:nvPr/>
          </p:nvCxnSpPr>
          <p:spPr>
            <a:xfrm rot="16200000" flipH="1">
              <a:off x="375587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0" name="Straight Connector 149"/>
            <p:cNvCxnSpPr/>
            <p:nvPr/>
          </p:nvCxnSpPr>
          <p:spPr>
            <a:xfrm rot="16200000" flipH="1">
              <a:off x="4267110"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p:cNvCxnSpPr/>
            <p:nvPr/>
          </p:nvCxnSpPr>
          <p:spPr>
            <a:xfrm rot="16200000" flipH="1">
              <a:off x="4697374"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2" name="Straight Connector 151"/>
            <p:cNvCxnSpPr/>
            <p:nvPr/>
          </p:nvCxnSpPr>
          <p:spPr>
            <a:xfrm rot="16200000" flipH="1">
              <a:off x="5143515"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p:cNvCxnSpPr/>
            <p:nvPr/>
          </p:nvCxnSpPr>
          <p:spPr>
            <a:xfrm rot="16200000" flipH="1">
              <a:off x="5589656"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4" name="Straight Connector 153"/>
            <p:cNvCxnSpPr/>
            <p:nvPr/>
          </p:nvCxnSpPr>
          <p:spPr>
            <a:xfrm rot="16200000" flipH="1">
              <a:off x="6003250"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
        <p:nvSpPr>
          <p:cNvPr id="477186" name="Rectangle 41"/>
          <p:cNvSpPr>
            <a:spLocks noChangeArrowheads="1"/>
          </p:cNvSpPr>
          <p:nvPr/>
        </p:nvSpPr>
        <p:spPr bwMode="auto">
          <a:xfrm>
            <a:off x="2530475" y="3605213"/>
            <a:ext cx="2901950" cy="831850"/>
          </a:xfrm>
          <a:prstGeom prst="rect">
            <a:avLst/>
          </a:prstGeom>
          <a:solidFill>
            <a:schemeClr val="accent1"/>
          </a:solidFill>
          <a:ln w="9525">
            <a:noFill/>
            <a:miter lim="800000"/>
            <a:headEnd/>
            <a:tailEnd/>
          </a:ln>
        </p:spPr>
        <p:txBody>
          <a:bodyPr wrap="none" anchor="ctr"/>
          <a:lstStyle/>
          <a:p>
            <a:endParaRPr lang="en-US" dirty="0"/>
          </a:p>
        </p:txBody>
      </p:sp>
      <p:sp>
        <p:nvSpPr>
          <p:cNvPr id="477187" name="Rectangle 41"/>
          <p:cNvSpPr>
            <a:spLocks noChangeArrowheads="1"/>
          </p:cNvSpPr>
          <p:nvPr/>
        </p:nvSpPr>
        <p:spPr bwMode="auto">
          <a:xfrm>
            <a:off x="587375" y="2108200"/>
            <a:ext cx="7691438" cy="831850"/>
          </a:xfrm>
          <a:prstGeom prst="rect">
            <a:avLst/>
          </a:prstGeom>
          <a:solidFill>
            <a:schemeClr val="accent1"/>
          </a:solidFill>
          <a:ln w="9525">
            <a:noFill/>
            <a:miter lim="800000"/>
            <a:headEnd/>
            <a:tailEnd/>
          </a:ln>
        </p:spPr>
        <p:txBody>
          <a:bodyPr wrap="none" anchor="ctr"/>
          <a:lstStyle/>
          <a:p>
            <a:endParaRPr lang="en-US" dirty="0"/>
          </a:p>
        </p:txBody>
      </p:sp>
      <p:sp>
        <p:nvSpPr>
          <p:cNvPr id="97" name="Rectangle 39"/>
          <p:cNvSpPr>
            <a:spLocks noChangeArrowheads="1"/>
          </p:cNvSpPr>
          <p:nvPr/>
        </p:nvSpPr>
        <p:spPr bwMode="auto">
          <a:xfrm>
            <a:off x="2671763" y="2103438"/>
            <a:ext cx="2986087" cy="83185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7189" name="Rectangle 42"/>
          <p:cNvSpPr>
            <a:spLocks noChangeArrowheads="1"/>
          </p:cNvSpPr>
          <p:nvPr/>
        </p:nvSpPr>
        <p:spPr bwMode="auto">
          <a:xfrm>
            <a:off x="531813" y="2009775"/>
            <a:ext cx="7727950"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7190" name="Rectangle 43"/>
          <p:cNvSpPr>
            <a:spLocks noChangeArrowheads="1"/>
          </p:cNvSpPr>
          <p:nvPr/>
        </p:nvSpPr>
        <p:spPr bwMode="auto">
          <a:xfrm>
            <a:off x="531813" y="2905125"/>
            <a:ext cx="7727950" cy="133350"/>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7191" name="Rectangle 44"/>
          <p:cNvSpPr>
            <a:spLocks noChangeArrowheads="1"/>
          </p:cNvSpPr>
          <p:nvPr/>
        </p:nvSpPr>
        <p:spPr bwMode="auto">
          <a:xfrm>
            <a:off x="-620713" y="2357438"/>
            <a:ext cx="1000126" cy="300037"/>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7192" name="Rectangle 45"/>
          <p:cNvSpPr>
            <a:spLocks noChangeArrowheads="1"/>
          </p:cNvSpPr>
          <p:nvPr/>
        </p:nvSpPr>
        <p:spPr bwMode="auto">
          <a:xfrm>
            <a:off x="379413" y="2108200"/>
            <a:ext cx="214312"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0" name="Rectangle 39"/>
          <p:cNvSpPr>
            <a:spLocks noChangeArrowheads="1"/>
          </p:cNvSpPr>
          <p:nvPr/>
        </p:nvSpPr>
        <p:spPr bwMode="auto">
          <a:xfrm>
            <a:off x="-1" y="3584576"/>
            <a:ext cx="2665413" cy="82117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7194" name="Rectangle 41"/>
          <p:cNvSpPr>
            <a:spLocks noChangeArrowheads="1"/>
          </p:cNvSpPr>
          <p:nvPr/>
        </p:nvSpPr>
        <p:spPr bwMode="auto">
          <a:xfrm>
            <a:off x="5600700" y="3584575"/>
            <a:ext cx="2633663" cy="830263"/>
          </a:xfrm>
          <a:prstGeom prst="rect">
            <a:avLst/>
          </a:prstGeom>
          <a:solidFill>
            <a:schemeClr val="accent1"/>
          </a:solidFill>
          <a:ln w="9525">
            <a:noFill/>
            <a:miter lim="800000"/>
            <a:headEnd/>
            <a:tailEnd/>
          </a:ln>
        </p:spPr>
        <p:txBody>
          <a:bodyPr wrap="none" anchor="ctr"/>
          <a:lstStyle/>
          <a:p>
            <a:endParaRPr lang="en-US" dirty="0"/>
          </a:p>
        </p:txBody>
      </p:sp>
      <p:sp>
        <p:nvSpPr>
          <p:cNvPr id="143" name="Rectangle 39"/>
          <p:cNvSpPr>
            <a:spLocks noChangeArrowheads="1"/>
          </p:cNvSpPr>
          <p:nvPr/>
        </p:nvSpPr>
        <p:spPr bwMode="auto">
          <a:xfrm>
            <a:off x="4795838" y="3573463"/>
            <a:ext cx="2984500" cy="830262"/>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113" name="Rectangle 112"/>
          <p:cNvSpPr/>
          <p:nvPr/>
        </p:nvSpPr>
        <p:spPr>
          <a:xfrm>
            <a:off x="0" y="3444875"/>
            <a:ext cx="473075" cy="9937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7197" name="Rectangle 44"/>
          <p:cNvSpPr>
            <a:spLocks noChangeArrowheads="1"/>
          </p:cNvSpPr>
          <p:nvPr/>
        </p:nvSpPr>
        <p:spPr bwMode="auto">
          <a:xfrm>
            <a:off x="-598488" y="3833813"/>
            <a:ext cx="998538" cy="29845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7198" name="Rectangle 45"/>
          <p:cNvSpPr>
            <a:spLocks noChangeArrowheads="1"/>
          </p:cNvSpPr>
          <p:nvPr/>
        </p:nvSpPr>
        <p:spPr bwMode="auto">
          <a:xfrm>
            <a:off x="400050" y="3584575"/>
            <a:ext cx="214313"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7" name="Oval 66"/>
          <p:cNvSpPr/>
          <p:nvPr/>
        </p:nvSpPr>
        <p:spPr>
          <a:xfrm>
            <a:off x="690563" y="4178300"/>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8" name="Oval 67"/>
          <p:cNvSpPr/>
          <p:nvPr/>
        </p:nvSpPr>
        <p:spPr>
          <a:xfrm>
            <a:off x="666750" y="3813175"/>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9" name="Oval 68"/>
          <p:cNvSpPr/>
          <p:nvPr/>
        </p:nvSpPr>
        <p:spPr>
          <a:xfrm>
            <a:off x="1306513" y="3949700"/>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7202" name="Rectangle 43"/>
          <p:cNvSpPr>
            <a:spLocks noChangeArrowheads="1"/>
          </p:cNvSpPr>
          <p:nvPr/>
        </p:nvSpPr>
        <p:spPr bwMode="auto">
          <a:xfrm>
            <a:off x="488950" y="4381500"/>
            <a:ext cx="7726363"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56" name="Oval 155"/>
          <p:cNvSpPr/>
          <p:nvPr/>
        </p:nvSpPr>
        <p:spPr>
          <a:xfrm>
            <a:off x="2176463" y="3949700"/>
            <a:ext cx="114300" cy="147638"/>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7204" name="Rectangle 42"/>
          <p:cNvSpPr>
            <a:spLocks noChangeArrowheads="1"/>
          </p:cNvSpPr>
          <p:nvPr/>
        </p:nvSpPr>
        <p:spPr bwMode="auto">
          <a:xfrm>
            <a:off x="488950" y="3484563"/>
            <a:ext cx="7726363"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79" name="Oval 78"/>
          <p:cNvSpPr/>
          <p:nvPr/>
        </p:nvSpPr>
        <p:spPr>
          <a:xfrm>
            <a:off x="1806575" y="263207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0" name="Oval 79"/>
          <p:cNvSpPr/>
          <p:nvPr/>
        </p:nvSpPr>
        <p:spPr>
          <a:xfrm>
            <a:off x="2255838" y="2528888"/>
            <a:ext cx="114300" cy="14763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1" name="Oval 80"/>
          <p:cNvSpPr/>
          <p:nvPr/>
        </p:nvSpPr>
        <p:spPr>
          <a:xfrm>
            <a:off x="2128838" y="22082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2" name="Oval 81"/>
          <p:cNvSpPr/>
          <p:nvPr/>
        </p:nvSpPr>
        <p:spPr>
          <a:xfrm>
            <a:off x="3946525" y="2486025"/>
            <a:ext cx="114300" cy="14605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3" name="Oval 82"/>
          <p:cNvSpPr/>
          <p:nvPr/>
        </p:nvSpPr>
        <p:spPr>
          <a:xfrm>
            <a:off x="4114800" y="2289175"/>
            <a:ext cx="114300" cy="147638"/>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4" name="Oval 83"/>
          <p:cNvSpPr/>
          <p:nvPr/>
        </p:nvSpPr>
        <p:spPr>
          <a:xfrm>
            <a:off x="4119563" y="2665413"/>
            <a:ext cx="114300" cy="14605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5" name="Oval 84"/>
          <p:cNvSpPr/>
          <p:nvPr/>
        </p:nvSpPr>
        <p:spPr>
          <a:xfrm>
            <a:off x="4195763" y="2468563"/>
            <a:ext cx="114300" cy="14763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3" name="Group 159"/>
          <p:cNvGrpSpPr>
            <a:grpSpLocks/>
          </p:cNvGrpSpPr>
          <p:nvPr/>
        </p:nvGrpSpPr>
        <p:grpSpPr bwMode="auto">
          <a:xfrm flipH="1">
            <a:off x="4195763" y="2459038"/>
            <a:ext cx="2994025" cy="146050"/>
            <a:chOff x="1273631" y="791844"/>
            <a:chExt cx="2993619" cy="146957"/>
          </a:xfrm>
        </p:grpSpPr>
        <p:sp>
          <p:nvSpPr>
            <p:cNvPr id="87" name="Oval 86"/>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8" name="Oval 87"/>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9" name="Oval 88"/>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0" name="Oval 89"/>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1" name="Oval 90"/>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2" name="Oval 91"/>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3" name="Oval 92"/>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94" name="Oval 93"/>
          <p:cNvSpPr/>
          <p:nvPr/>
        </p:nvSpPr>
        <p:spPr>
          <a:xfrm>
            <a:off x="7086600" y="2459038"/>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5" name="Oval 94"/>
          <p:cNvSpPr/>
          <p:nvPr/>
        </p:nvSpPr>
        <p:spPr>
          <a:xfrm>
            <a:off x="7516813" y="2459038"/>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6" name="Oval 95"/>
          <p:cNvSpPr/>
          <p:nvPr/>
        </p:nvSpPr>
        <p:spPr>
          <a:xfrm>
            <a:off x="7947025" y="2459038"/>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55" name="Straight Connector 154"/>
          <p:cNvCxnSpPr/>
          <p:nvPr/>
        </p:nvCxnSpPr>
        <p:spPr>
          <a:xfrm>
            <a:off x="652463" y="5915025"/>
            <a:ext cx="7839075" cy="15875"/>
          </a:xfrm>
          <a:prstGeom prst="line">
            <a:avLst/>
          </a:prstGeom>
        </p:spPr>
        <p:style>
          <a:lnRef idx="1">
            <a:schemeClr val="accent1"/>
          </a:lnRef>
          <a:fillRef idx="0">
            <a:schemeClr val="accent1"/>
          </a:fillRef>
          <a:effectRef idx="0">
            <a:schemeClr val="accent1"/>
          </a:effectRef>
          <a:fontRef idx="minor">
            <a:schemeClr val="tx1"/>
          </a:fontRef>
        </p:style>
      </p:cxnSp>
      <p:sp>
        <p:nvSpPr>
          <p:cNvPr id="173" name="Rectangle 172"/>
          <p:cNvSpPr/>
          <p:nvPr/>
        </p:nvSpPr>
        <p:spPr>
          <a:xfrm>
            <a:off x="3092450" y="5862638"/>
            <a:ext cx="238125" cy="14763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7" name="Rectangle 176"/>
          <p:cNvSpPr/>
          <p:nvPr/>
        </p:nvSpPr>
        <p:spPr>
          <a:xfrm flipV="1">
            <a:off x="3570288" y="5667375"/>
            <a:ext cx="282575" cy="277813"/>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0" name="Rectangle 179"/>
          <p:cNvSpPr/>
          <p:nvPr/>
        </p:nvSpPr>
        <p:spPr>
          <a:xfrm>
            <a:off x="4083050" y="5470525"/>
            <a:ext cx="244475" cy="493713"/>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5" name="Rectangle 194"/>
          <p:cNvSpPr/>
          <p:nvPr/>
        </p:nvSpPr>
        <p:spPr>
          <a:xfrm>
            <a:off x="4594225" y="5259388"/>
            <a:ext cx="255588" cy="70485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6" name="Rectangle 195"/>
          <p:cNvSpPr/>
          <p:nvPr/>
        </p:nvSpPr>
        <p:spPr>
          <a:xfrm>
            <a:off x="5170488" y="5568950"/>
            <a:ext cx="266700" cy="395288"/>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7" name="Rectangle 196"/>
          <p:cNvSpPr/>
          <p:nvPr/>
        </p:nvSpPr>
        <p:spPr>
          <a:xfrm>
            <a:off x="5618163" y="5781675"/>
            <a:ext cx="276225" cy="182563"/>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8" name="Rectangle 197"/>
          <p:cNvSpPr/>
          <p:nvPr/>
        </p:nvSpPr>
        <p:spPr>
          <a:xfrm>
            <a:off x="6113463" y="5892800"/>
            <a:ext cx="227012" cy="71438"/>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9" name="Rectangle 198"/>
          <p:cNvSpPr/>
          <p:nvPr/>
        </p:nvSpPr>
        <p:spPr>
          <a:xfrm>
            <a:off x="6542088" y="5892800"/>
            <a:ext cx="228600" cy="7143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0" name="Rectangle 199"/>
          <p:cNvSpPr/>
          <p:nvPr/>
        </p:nvSpPr>
        <p:spPr>
          <a:xfrm>
            <a:off x="7005638" y="5892800"/>
            <a:ext cx="228600" cy="71438"/>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1" name="Rectangle 200"/>
          <p:cNvSpPr/>
          <p:nvPr/>
        </p:nvSpPr>
        <p:spPr>
          <a:xfrm>
            <a:off x="7435850" y="5892800"/>
            <a:ext cx="227013" cy="7143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2" name="Rectangle 201"/>
          <p:cNvSpPr/>
          <p:nvPr/>
        </p:nvSpPr>
        <p:spPr>
          <a:xfrm>
            <a:off x="7897813" y="5892800"/>
            <a:ext cx="228600" cy="71438"/>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6" name="Rectangle 85"/>
          <p:cNvSpPr/>
          <p:nvPr/>
        </p:nvSpPr>
        <p:spPr>
          <a:xfrm>
            <a:off x="1257300" y="5911850"/>
            <a:ext cx="163513" cy="327025"/>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8" name="Rectangle 97"/>
          <p:cNvSpPr/>
          <p:nvPr/>
        </p:nvSpPr>
        <p:spPr>
          <a:xfrm>
            <a:off x="1698625" y="5926138"/>
            <a:ext cx="179388" cy="492125"/>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9" name="Rectangle 98"/>
          <p:cNvSpPr/>
          <p:nvPr/>
        </p:nvSpPr>
        <p:spPr>
          <a:xfrm>
            <a:off x="2106613" y="5889625"/>
            <a:ext cx="212725" cy="349250"/>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0" name="Rectangle 99"/>
          <p:cNvSpPr/>
          <p:nvPr/>
        </p:nvSpPr>
        <p:spPr>
          <a:xfrm>
            <a:off x="2574925" y="5889625"/>
            <a:ext cx="184150" cy="201613"/>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2" name="Oval 101"/>
          <p:cNvSpPr/>
          <p:nvPr/>
        </p:nvSpPr>
        <p:spPr>
          <a:xfrm>
            <a:off x="3157538" y="3911600"/>
            <a:ext cx="114300" cy="147638"/>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3" name="Oval 102"/>
          <p:cNvSpPr/>
          <p:nvPr/>
        </p:nvSpPr>
        <p:spPr>
          <a:xfrm>
            <a:off x="4175125" y="3992563"/>
            <a:ext cx="114300" cy="14763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6" name="Oval 105"/>
          <p:cNvSpPr/>
          <p:nvPr/>
        </p:nvSpPr>
        <p:spPr>
          <a:xfrm flipH="1">
            <a:off x="7097713" y="396557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7" name="Oval 106"/>
          <p:cNvSpPr/>
          <p:nvPr/>
        </p:nvSpPr>
        <p:spPr>
          <a:xfrm flipH="1">
            <a:off x="6667500" y="3965575"/>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8" name="Oval 107"/>
          <p:cNvSpPr/>
          <p:nvPr/>
        </p:nvSpPr>
        <p:spPr>
          <a:xfrm flipH="1">
            <a:off x="6237288" y="3965575"/>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9" name="Oval 108"/>
          <p:cNvSpPr/>
          <p:nvPr/>
        </p:nvSpPr>
        <p:spPr>
          <a:xfrm flipH="1">
            <a:off x="6199188" y="3868738"/>
            <a:ext cx="114300" cy="14605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0" name="Oval 109"/>
          <p:cNvSpPr/>
          <p:nvPr/>
        </p:nvSpPr>
        <p:spPr>
          <a:xfrm flipH="1">
            <a:off x="6194425" y="4178300"/>
            <a:ext cx="114300" cy="147638"/>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1" name="Oval 110"/>
          <p:cNvSpPr/>
          <p:nvPr/>
        </p:nvSpPr>
        <p:spPr>
          <a:xfrm flipH="1">
            <a:off x="6205538" y="3687763"/>
            <a:ext cx="114300" cy="14763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2" name="Oval 111"/>
          <p:cNvSpPr/>
          <p:nvPr/>
        </p:nvSpPr>
        <p:spPr>
          <a:xfrm flipH="1">
            <a:off x="5165725" y="3933825"/>
            <a:ext cx="114300" cy="146050"/>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4" name="Oval 113"/>
          <p:cNvSpPr/>
          <p:nvPr/>
        </p:nvSpPr>
        <p:spPr>
          <a:xfrm>
            <a:off x="7108825" y="396557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5" name="Oval 114"/>
          <p:cNvSpPr/>
          <p:nvPr/>
        </p:nvSpPr>
        <p:spPr>
          <a:xfrm>
            <a:off x="7539038" y="3965575"/>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6" name="Oval 115"/>
          <p:cNvSpPr/>
          <p:nvPr/>
        </p:nvSpPr>
        <p:spPr>
          <a:xfrm>
            <a:off x="7967663" y="3965575"/>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4" name="Group 116"/>
          <p:cNvGrpSpPr>
            <a:grpSpLocks/>
          </p:cNvGrpSpPr>
          <p:nvPr/>
        </p:nvGrpSpPr>
        <p:grpSpPr bwMode="auto">
          <a:xfrm>
            <a:off x="1273175" y="1724025"/>
            <a:ext cx="2994025" cy="146050"/>
            <a:chOff x="1273631" y="791844"/>
            <a:chExt cx="2993619" cy="146957"/>
          </a:xfrm>
        </p:grpSpPr>
        <p:sp>
          <p:nvSpPr>
            <p:cNvPr id="118" name="Oval 117"/>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9" name="Oval 118"/>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0" name="Oval 119"/>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1" name="Oval 120"/>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2" name="Oval 121"/>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3" name="Oval 122"/>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4" name="Oval 123"/>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5" name="Group 124"/>
          <p:cNvGrpSpPr>
            <a:grpSpLocks/>
          </p:cNvGrpSpPr>
          <p:nvPr/>
        </p:nvGrpSpPr>
        <p:grpSpPr bwMode="auto">
          <a:xfrm flipH="1">
            <a:off x="4152900" y="1712913"/>
            <a:ext cx="2994025" cy="146050"/>
            <a:chOff x="1273631" y="791844"/>
            <a:chExt cx="2993619" cy="146957"/>
          </a:xfrm>
        </p:grpSpPr>
        <p:sp>
          <p:nvSpPr>
            <p:cNvPr id="126" name="Oval 125"/>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7" name="Oval 126"/>
            <p:cNvSpPr/>
            <p:nvPr/>
          </p:nvSpPr>
          <p:spPr>
            <a:xfrm>
              <a:off x="1703785"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2" name="Oval 131"/>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3" name="Oval 132"/>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7" name="Oval 136"/>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8" name="Oval 137"/>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9" name="Oval 138"/>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40" name="Oval 139"/>
          <p:cNvSpPr/>
          <p:nvPr/>
        </p:nvSpPr>
        <p:spPr>
          <a:xfrm>
            <a:off x="7043738" y="1712913"/>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1" name="Oval 140"/>
          <p:cNvSpPr/>
          <p:nvPr/>
        </p:nvSpPr>
        <p:spPr>
          <a:xfrm>
            <a:off x="7472363" y="1712913"/>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2" name="Oval 141"/>
          <p:cNvSpPr/>
          <p:nvPr/>
        </p:nvSpPr>
        <p:spPr>
          <a:xfrm>
            <a:off x="7902575" y="17129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26"/>
          <p:cNvGrpSpPr>
            <a:grpSpLocks/>
          </p:cNvGrpSpPr>
          <p:nvPr/>
        </p:nvGrpSpPr>
        <p:grpSpPr bwMode="auto">
          <a:xfrm>
            <a:off x="1306513" y="1584325"/>
            <a:ext cx="6672262" cy="3919538"/>
            <a:chOff x="1306287" y="-38122"/>
            <a:chExt cx="6673061" cy="3918857"/>
          </a:xfrm>
        </p:grpSpPr>
        <p:cxnSp>
          <p:nvCxnSpPr>
            <p:cNvPr id="128" name="Straight Connector 127"/>
            <p:cNvCxnSpPr/>
            <p:nvPr/>
          </p:nvCxnSpPr>
          <p:spPr>
            <a:xfrm rot="16200000" flipH="1">
              <a:off x="-636471"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p:cNvCxnSpPr/>
            <p:nvPr/>
          </p:nvCxnSpPr>
          <p:spPr>
            <a:xfrm rot="16200000" flipH="1">
              <a:off x="-190330" y="1904636"/>
              <a:ext cx="3918857" cy="33342"/>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p:cNvCxnSpPr/>
            <p:nvPr/>
          </p:nvCxnSpPr>
          <p:spPr>
            <a:xfrm rot="16200000" flipH="1">
              <a:off x="22326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1" name="Straight Connector 130"/>
            <p:cNvCxnSpPr/>
            <p:nvPr/>
          </p:nvCxnSpPr>
          <p:spPr>
            <a:xfrm rot="16200000" flipH="1">
              <a:off x="734500"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rot="16200000" flipH="1">
              <a:off x="1246530"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rot="16200000" flipH="1">
              <a:off x="170934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p:cNvCxnSpPr/>
            <p:nvPr/>
          </p:nvCxnSpPr>
          <p:spPr>
            <a:xfrm rot="16200000" flipH="1">
              <a:off x="2253125"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p:cNvCxnSpPr/>
            <p:nvPr/>
          </p:nvCxnSpPr>
          <p:spPr>
            <a:xfrm rot="16200000" flipH="1">
              <a:off x="2781032"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p:cNvCxnSpPr/>
            <p:nvPr/>
          </p:nvCxnSpPr>
          <p:spPr>
            <a:xfrm rot="16200000" flipH="1">
              <a:off x="327639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p:cNvCxnSpPr/>
            <p:nvPr/>
          </p:nvCxnSpPr>
          <p:spPr>
            <a:xfrm rot="16200000" flipH="1">
              <a:off x="375587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0" name="Straight Connector 149"/>
            <p:cNvCxnSpPr/>
            <p:nvPr/>
          </p:nvCxnSpPr>
          <p:spPr>
            <a:xfrm rot="16200000" flipH="1">
              <a:off x="4267110"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p:cNvCxnSpPr/>
            <p:nvPr/>
          </p:nvCxnSpPr>
          <p:spPr>
            <a:xfrm rot="16200000" flipH="1">
              <a:off x="4697374"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2" name="Straight Connector 151"/>
            <p:cNvCxnSpPr/>
            <p:nvPr/>
          </p:nvCxnSpPr>
          <p:spPr>
            <a:xfrm rot="16200000" flipH="1">
              <a:off x="5143515"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p:cNvCxnSpPr/>
            <p:nvPr/>
          </p:nvCxnSpPr>
          <p:spPr>
            <a:xfrm rot="16200000" flipH="1">
              <a:off x="5589656"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4" name="Straight Connector 153"/>
            <p:cNvCxnSpPr/>
            <p:nvPr/>
          </p:nvCxnSpPr>
          <p:spPr>
            <a:xfrm rot="16200000" flipH="1">
              <a:off x="6003250"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
        <p:nvSpPr>
          <p:cNvPr id="479234" name="Rectangle 41"/>
          <p:cNvSpPr>
            <a:spLocks noChangeArrowheads="1"/>
          </p:cNvSpPr>
          <p:nvPr/>
        </p:nvSpPr>
        <p:spPr bwMode="auto">
          <a:xfrm>
            <a:off x="2530475" y="3605213"/>
            <a:ext cx="2901950" cy="831850"/>
          </a:xfrm>
          <a:prstGeom prst="rect">
            <a:avLst/>
          </a:prstGeom>
          <a:solidFill>
            <a:schemeClr val="accent1"/>
          </a:solidFill>
          <a:ln w="9525">
            <a:noFill/>
            <a:miter lim="800000"/>
            <a:headEnd/>
            <a:tailEnd/>
          </a:ln>
        </p:spPr>
        <p:txBody>
          <a:bodyPr wrap="none" anchor="ctr"/>
          <a:lstStyle/>
          <a:p>
            <a:endParaRPr lang="en-US" dirty="0"/>
          </a:p>
        </p:txBody>
      </p:sp>
      <p:sp>
        <p:nvSpPr>
          <p:cNvPr id="479235" name="Rectangle 41"/>
          <p:cNvSpPr>
            <a:spLocks noChangeArrowheads="1"/>
          </p:cNvSpPr>
          <p:nvPr/>
        </p:nvSpPr>
        <p:spPr bwMode="auto">
          <a:xfrm>
            <a:off x="587375" y="2108200"/>
            <a:ext cx="7691438" cy="831850"/>
          </a:xfrm>
          <a:prstGeom prst="rect">
            <a:avLst/>
          </a:prstGeom>
          <a:solidFill>
            <a:schemeClr val="accent1"/>
          </a:solidFill>
          <a:ln w="9525">
            <a:noFill/>
            <a:miter lim="800000"/>
            <a:headEnd/>
            <a:tailEnd/>
          </a:ln>
        </p:spPr>
        <p:txBody>
          <a:bodyPr wrap="none" anchor="ctr"/>
          <a:lstStyle/>
          <a:p>
            <a:endParaRPr lang="en-US" dirty="0"/>
          </a:p>
        </p:txBody>
      </p:sp>
      <p:sp>
        <p:nvSpPr>
          <p:cNvPr id="97" name="Rectangle 39"/>
          <p:cNvSpPr>
            <a:spLocks noChangeArrowheads="1"/>
          </p:cNvSpPr>
          <p:nvPr/>
        </p:nvSpPr>
        <p:spPr bwMode="auto">
          <a:xfrm>
            <a:off x="2671763" y="2103438"/>
            <a:ext cx="2986087" cy="83185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9237" name="Rectangle 42"/>
          <p:cNvSpPr>
            <a:spLocks noChangeArrowheads="1"/>
          </p:cNvSpPr>
          <p:nvPr/>
        </p:nvSpPr>
        <p:spPr bwMode="auto">
          <a:xfrm>
            <a:off x="531813" y="2009775"/>
            <a:ext cx="7727950"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9238" name="Rectangle 43"/>
          <p:cNvSpPr>
            <a:spLocks noChangeArrowheads="1"/>
          </p:cNvSpPr>
          <p:nvPr/>
        </p:nvSpPr>
        <p:spPr bwMode="auto">
          <a:xfrm>
            <a:off x="531813" y="2905125"/>
            <a:ext cx="7727950" cy="133350"/>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9239" name="Rectangle 44"/>
          <p:cNvSpPr>
            <a:spLocks noChangeArrowheads="1"/>
          </p:cNvSpPr>
          <p:nvPr/>
        </p:nvSpPr>
        <p:spPr bwMode="auto">
          <a:xfrm>
            <a:off x="-620713" y="2357438"/>
            <a:ext cx="1000126" cy="300037"/>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9240" name="Rectangle 45"/>
          <p:cNvSpPr>
            <a:spLocks noChangeArrowheads="1"/>
          </p:cNvSpPr>
          <p:nvPr/>
        </p:nvSpPr>
        <p:spPr bwMode="auto">
          <a:xfrm>
            <a:off x="379413" y="2108200"/>
            <a:ext cx="214312"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0" name="Rectangle 39"/>
          <p:cNvSpPr>
            <a:spLocks noChangeArrowheads="1"/>
          </p:cNvSpPr>
          <p:nvPr/>
        </p:nvSpPr>
        <p:spPr bwMode="auto">
          <a:xfrm>
            <a:off x="0" y="3584575"/>
            <a:ext cx="3055938" cy="8001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9242" name="Rectangle 41"/>
          <p:cNvSpPr>
            <a:spLocks noChangeArrowheads="1"/>
          </p:cNvSpPr>
          <p:nvPr/>
        </p:nvSpPr>
        <p:spPr bwMode="auto">
          <a:xfrm>
            <a:off x="5600700" y="3584575"/>
            <a:ext cx="2633663" cy="830263"/>
          </a:xfrm>
          <a:prstGeom prst="rect">
            <a:avLst/>
          </a:prstGeom>
          <a:solidFill>
            <a:schemeClr val="accent1"/>
          </a:solidFill>
          <a:ln w="9525">
            <a:noFill/>
            <a:miter lim="800000"/>
            <a:headEnd/>
            <a:tailEnd/>
          </a:ln>
        </p:spPr>
        <p:txBody>
          <a:bodyPr wrap="none" anchor="ctr"/>
          <a:lstStyle/>
          <a:p>
            <a:endParaRPr lang="en-US" dirty="0"/>
          </a:p>
        </p:txBody>
      </p:sp>
      <p:sp>
        <p:nvSpPr>
          <p:cNvPr id="143" name="Rectangle 39"/>
          <p:cNvSpPr>
            <a:spLocks noChangeArrowheads="1"/>
          </p:cNvSpPr>
          <p:nvPr/>
        </p:nvSpPr>
        <p:spPr bwMode="auto">
          <a:xfrm>
            <a:off x="4795838" y="3573463"/>
            <a:ext cx="2984500" cy="830262"/>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113" name="Rectangle 112"/>
          <p:cNvSpPr/>
          <p:nvPr/>
        </p:nvSpPr>
        <p:spPr>
          <a:xfrm>
            <a:off x="0" y="3576638"/>
            <a:ext cx="1524000" cy="8175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9245" name="Rectangle 44"/>
          <p:cNvSpPr>
            <a:spLocks noChangeArrowheads="1"/>
          </p:cNvSpPr>
          <p:nvPr/>
        </p:nvSpPr>
        <p:spPr bwMode="auto">
          <a:xfrm>
            <a:off x="407352" y="3833813"/>
            <a:ext cx="998538" cy="29845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9246" name="Rectangle 45"/>
          <p:cNvSpPr>
            <a:spLocks noChangeArrowheads="1"/>
          </p:cNvSpPr>
          <p:nvPr/>
        </p:nvSpPr>
        <p:spPr bwMode="auto">
          <a:xfrm>
            <a:off x="1405890" y="3584575"/>
            <a:ext cx="214313"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7" name="Oval 66"/>
          <p:cNvSpPr/>
          <p:nvPr/>
        </p:nvSpPr>
        <p:spPr>
          <a:xfrm>
            <a:off x="1752600" y="4014788"/>
            <a:ext cx="114300" cy="14763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8" name="Oval 67"/>
          <p:cNvSpPr/>
          <p:nvPr/>
        </p:nvSpPr>
        <p:spPr>
          <a:xfrm>
            <a:off x="1776413" y="3846513"/>
            <a:ext cx="114300" cy="14763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9" name="Oval 68"/>
          <p:cNvSpPr/>
          <p:nvPr/>
        </p:nvSpPr>
        <p:spPr>
          <a:xfrm>
            <a:off x="1765300" y="36687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9250" name="Rectangle 43"/>
          <p:cNvSpPr>
            <a:spLocks noChangeArrowheads="1"/>
          </p:cNvSpPr>
          <p:nvPr/>
        </p:nvSpPr>
        <p:spPr bwMode="auto">
          <a:xfrm>
            <a:off x="488950" y="4381500"/>
            <a:ext cx="7726363"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56" name="Oval 155"/>
          <p:cNvSpPr/>
          <p:nvPr/>
        </p:nvSpPr>
        <p:spPr>
          <a:xfrm>
            <a:off x="1785938" y="4241800"/>
            <a:ext cx="114300" cy="14605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9252" name="Rectangle 42"/>
          <p:cNvSpPr>
            <a:spLocks noChangeArrowheads="1"/>
          </p:cNvSpPr>
          <p:nvPr/>
        </p:nvSpPr>
        <p:spPr bwMode="auto">
          <a:xfrm>
            <a:off x="488950" y="3484563"/>
            <a:ext cx="7726363"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79" name="Oval 78"/>
          <p:cNvSpPr/>
          <p:nvPr/>
        </p:nvSpPr>
        <p:spPr>
          <a:xfrm>
            <a:off x="1806575" y="263207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0" name="Oval 79"/>
          <p:cNvSpPr/>
          <p:nvPr/>
        </p:nvSpPr>
        <p:spPr>
          <a:xfrm>
            <a:off x="2255838" y="2528888"/>
            <a:ext cx="114300" cy="14763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1" name="Oval 80"/>
          <p:cNvSpPr/>
          <p:nvPr/>
        </p:nvSpPr>
        <p:spPr>
          <a:xfrm>
            <a:off x="2128838" y="22082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2" name="Oval 81"/>
          <p:cNvSpPr/>
          <p:nvPr/>
        </p:nvSpPr>
        <p:spPr>
          <a:xfrm>
            <a:off x="3946525" y="2486025"/>
            <a:ext cx="114300" cy="14605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3" name="Oval 82"/>
          <p:cNvSpPr/>
          <p:nvPr/>
        </p:nvSpPr>
        <p:spPr>
          <a:xfrm>
            <a:off x="4114800" y="2289175"/>
            <a:ext cx="114300" cy="147638"/>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4" name="Oval 83"/>
          <p:cNvSpPr/>
          <p:nvPr/>
        </p:nvSpPr>
        <p:spPr>
          <a:xfrm>
            <a:off x="4119563" y="2665413"/>
            <a:ext cx="114300" cy="14605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5" name="Oval 84"/>
          <p:cNvSpPr/>
          <p:nvPr/>
        </p:nvSpPr>
        <p:spPr>
          <a:xfrm>
            <a:off x="4195763" y="2468563"/>
            <a:ext cx="114300" cy="14763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3" name="Group 159"/>
          <p:cNvGrpSpPr>
            <a:grpSpLocks/>
          </p:cNvGrpSpPr>
          <p:nvPr/>
        </p:nvGrpSpPr>
        <p:grpSpPr bwMode="auto">
          <a:xfrm flipH="1">
            <a:off x="4195763" y="2459038"/>
            <a:ext cx="2994025" cy="146050"/>
            <a:chOff x="1273631" y="791844"/>
            <a:chExt cx="2993619" cy="146957"/>
          </a:xfrm>
        </p:grpSpPr>
        <p:sp>
          <p:nvSpPr>
            <p:cNvPr id="87" name="Oval 86"/>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8" name="Oval 87"/>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9" name="Oval 88"/>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0" name="Oval 89"/>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1" name="Oval 90"/>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2" name="Oval 91"/>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3" name="Oval 92"/>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94" name="Oval 93"/>
          <p:cNvSpPr/>
          <p:nvPr/>
        </p:nvSpPr>
        <p:spPr>
          <a:xfrm>
            <a:off x="7086600" y="2459038"/>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5" name="Oval 94"/>
          <p:cNvSpPr/>
          <p:nvPr/>
        </p:nvSpPr>
        <p:spPr>
          <a:xfrm>
            <a:off x="7516813" y="2459038"/>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6" name="Oval 95"/>
          <p:cNvSpPr/>
          <p:nvPr/>
        </p:nvSpPr>
        <p:spPr>
          <a:xfrm>
            <a:off x="7947025" y="2459038"/>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55" name="Straight Connector 154"/>
          <p:cNvCxnSpPr/>
          <p:nvPr/>
        </p:nvCxnSpPr>
        <p:spPr>
          <a:xfrm>
            <a:off x="652463" y="5915025"/>
            <a:ext cx="7839075" cy="15875"/>
          </a:xfrm>
          <a:prstGeom prst="line">
            <a:avLst/>
          </a:prstGeom>
        </p:spPr>
        <p:style>
          <a:lnRef idx="1">
            <a:schemeClr val="accent1"/>
          </a:lnRef>
          <a:fillRef idx="0">
            <a:schemeClr val="accent1"/>
          </a:fillRef>
          <a:effectRef idx="0">
            <a:schemeClr val="accent1"/>
          </a:effectRef>
          <a:fontRef idx="minor">
            <a:schemeClr val="tx1"/>
          </a:fontRef>
        </p:style>
      </p:cxnSp>
      <p:sp>
        <p:nvSpPr>
          <p:cNvPr id="173" name="Rectangle 172"/>
          <p:cNvSpPr/>
          <p:nvPr/>
        </p:nvSpPr>
        <p:spPr>
          <a:xfrm>
            <a:off x="3092450" y="5862638"/>
            <a:ext cx="238125" cy="75088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7" name="Rectangle 176"/>
          <p:cNvSpPr/>
          <p:nvPr/>
        </p:nvSpPr>
        <p:spPr>
          <a:xfrm>
            <a:off x="3570288" y="5945188"/>
            <a:ext cx="266700" cy="473075"/>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0" name="Rectangle 179"/>
          <p:cNvSpPr/>
          <p:nvPr/>
        </p:nvSpPr>
        <p:spPr>
          <a:xfrm flipV="1">
            <a:off x="4083050" y="5964238"/>
            <a:ext cx="276225" cy="225425"/>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5" name="Rectangle 194"/>
          <p:cNvSpPr/>
          <p:nvPr/>
        </p:nvSpPr>
        <p:spPr>
          <a:xfrm>
            <a:off x="4594225" y="5880100"/>
            <a:ext cx="239713" cy="100013"/>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6" name="Rectangle 195"/>
          <p:cNvSpPr/>
          <p:nvPr/>
        </p:nvSpPr>
        <p:spPr>
          <a:xfrm>
            <a:off x="5170488" y="5781675"/>
            <a:ext cx="266700" cy="182563"/>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7" name="Rectangle 196"/>
          <p:cNvSpPr/>
          <p:nvPr/>
        </p:nvSpPr>
        <p:spPr>
          <a:xfrm>
            <a:off x="5618163" y="5454650"/>
            <a:ext cx="260350" cy="509588"/>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8" name="Rectangle 197"/>
          <p:cNvSpPr/>
          <p:nvPr/>
        </p:nvSpPr>
        <p:spPr>
          <a:xfrm>
            <a:off x="6113463" y="5259388"/>
            <a:ext cx="188912" cy="704850"/>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9" name="Rectangle 198"/>
          <p:cNvSpPr/>
          <p:nvPr/>
        </p:nvSpPr>
        <p:spPr>
          <a:xfrm>
            <a:off x="6542088" y="5503863"/>
            <a:ext cx="234950" cy="460375"/>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0" name="Rectangle 199"/>
          <p:cNvSpPr/>
          <p:nvPr/>
        </p:nvSpPr>
        <p:spPr>
          <a:xfrm flipV="1">
            <a:off x="7005638" y="5727700"/>
            <a:ext cx="276225" cy="193675"/>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1" name="Rectangle 200"/>
          <p:cNvSpPr/>
          <p:nvPr/>
        </p:nvSpPr>
        <p:spPr>
          <a:xfrm>
            <a:off x="7435850" y="5892800"/>
            <a:ext cx="227013" cy="7143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2" name="Rectangle 201"/>
          <p:cNvSpPr/>
          <p:nvPr/>
        </p:nvSpPr>
        <p:spPr>
          <a:xfrm>
            <a:off x="7897813" y="5892800"/>
            <a:ext cx="228600" cy="71438"/>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6" name="Rectangle 85"/>
          <p:cNvSpPr/>
          <p:nvPr/>
        </p:nvSpPr>
        <p:spPr>
          <a:xfrm flipV="1">
            <a:off x="1257300" y="5716588"/>
            <a:ext cx="276225" cy="201612"/>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8" name="Rectangle 97"/>
          <p:cNvSpPr/>
          <p:nvPr/>
        </p:nvSpPr>
        <p:spPr>
          <a:xfrm>
            <a:off x="1698625" y="5894388"/>
            <a:ext cx="254000" cy="9048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9" name="Rectangle 98"/>
          <p:cNvSpPr/>
          <p:nvPr/>
        </p:nvSpPr>
        <p:spPr>
          <a:xfrm>
            <a:off x="2106613" y="5889625"/>
            <a:ext cx="228600" cy="266700"/>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0" name="Rectangle 99"/>
          <p:cNvSpPr/>
          <p:nvPr/>
        </p:nvSpPr>
        <p:spPr>
          <a:xfrm>
            <a:off x="2574925" y="5889625"/>
            <a:ext cx="315913" cy="561975"/>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2" name="Oval 101"/>
          <p:cNvSpPr/>
          <p:nvPr/>
        </p:nvSpPr>
        <p:spPr>
          <a:xfrm>
            <a:off x="5654675" y="3944938"/>
            <a:ext cx="114300" cy="14605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3" name="Oval 102"/>
          <p:cNvSpPr/>
          <p:nvPr/>
        </p:nvSpPr>
        <p:spPr>
          <a:xfrm>
            <a:off x="4632325" y="3927475"/>
            <a:ext cx="114300" cy="14763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7" name="Oval 106"/>
          <p:cNvSpPr/>
          <p:nvPr/>
        </p:nvSpPr>
        <p:spPr>
          <a:xfrm flipH="1">
            <a:off x="7548563" y="4162425"/>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8" name="Oval 107"/>
          <p:cNvSpPr/>
          <p:nvPr/>
        </p:nvSpPr>
        <p:spPr>
          <a:xfrm flipH="1">
            <a:off x="7494588" y="3687763"/>
            <a:ext cx="114300" cy="14763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9" name="Oval 108"/>
          <p:cNvSpPr/>
          <p:nvPr/>
        </p:nvSpPr>
        <p:spPr>
          <a:xfrm flipH="1">
            <a:off x="6705600" y="3900488"/>
            <a:ext cx="114300" cy="14763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0" name="Oval 109"/>
          <p:cNvSpPr/>
          <p:nvPr/>
        </p:nvSpPr>
        <p:spPr>
          <a:xfrm flipH="1">
            <a:off x="1851025" y="4057650"/>
            <a:ext cx="114300" cy="14605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1" name="Oval 110"/>
          <p:cNvSpPr/>
          <p:nvPr/>
        </p:nvSpPr>
        <p:spPr>
          <a:xfrm flipH="1">
            <a:off x="2613025" y="3946525"/>
            <a:ext cx="114300" cy="14763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2" name="Oval 111"/>
          <p:cNvSpPr/>
          <p:nvPr/>
        </p:nvSpPr>
        <p:spPr>
          <a:xfrm flipH="1">
            <a:off x="3581400" y="3970338"/>
            <a:ext cx="114300" cy="146050"/>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4" name="Oval 113"/>
          <p:cNvSpPr/>
          <p:nvPr/>
        </p:nvSpPr>
        <p:spPr>
          <a:xfrm>
            <a:off x="7631113" y="3802063"/>
            <a:ext cx="114300" cy="14763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5" name="Oval 114"/>
          <p:cNvSpPr/>
          <p:nvPr/>
        </p:nvSpPr>
        <p:spPr>
          <a:xfrm>
            <a:off x="7539038" y="3965575"/>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6" name="Oval 115"/>
          <p:cNvSpPr/>
          <p:nvPr/>
        </p:nvSpPr>
        <p:spPr>
          <a:xfrm>
            <a:off x="7967663" y="3965575"/>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4" name="Group 116"/>
          <p:cNvGrpSpPr>
            <a:grpSpLocks/>
          </p:cNvGrpSpPr>
          <p:nvPr/>
        </p:nvGrpSpPr>
        <p:grpSpPr bwMode="auto">
          <a:xfrm>
            <a:off x="1273175" y="1724025"/>
            <a:ext cx="2994025" cy="146050"/>
            <a:chOff x="1273631" y="791844"/>
            <a:chExt cx="2993619" cy="146957"/>
          </a:xfrm>
        </p:grpSpPr>
        <p:sp>
          <p:nvSpPr>
            <p:cNvPr id="118" name="Oval 117"/>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9" name="Oval 118"/>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0" name="Oval 119"/>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1" name="Oval 120"/>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2" name="Oval 121"/>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3" name="Oval 122"/>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4" name="Oval 123"/>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5" name="Group 124"/>
          <p:cNvGrpSpPr>
            <a:grpSpLocks/>
          </p:cNvGrpSpPr>
          <p:nvPr/>
        </p:nvGrpSpPr>
        <p:grpSpPr bwMode="auto">
          <a:xfrm flipH="1">
            <a:off x="4152900" y="1712913"/>
            <a:ext cx="2994025" cy="146050"/>
            <a:chOff x="1273631" y="791844"/>
            <a:chExt cx="2993619" cy="146957"/>
          </a:xfrm>
        </p:grpSpPr>
        <p:sp>
          <p:nvSpPr>
            <p:cNvPr id="126" name="Oval 125"/>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7" name="Oval 126"/>
            <p:cNvSpPr/>
            <p:nvPr/>
          </p:nvSpPr>
          <p:spPr>
            <a:xfrm>
              <a:off x="1703785"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2" name="Oval 131"/>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3" name="Oval 132"/>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7" name="Oval 136"/>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8" name="Oval 137"/>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9" name="Oval 138"/>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40" name="Oval 139"/>
          <p:cNvSpPr/>
          <p:nvPr/>
        </p:nvSpPr>
        <p:spPr>
          <a:xfrm>
            <a:off x="7043738" y="1712913"/>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1" name="Oval 140"/>
          <p:cNvSpPr/>
          <p:nvPr/>
        </p:nvSpPr>
        <p:spPr>
          <a:xfrm>
            <a:off x="7472363" y="1712913"/>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2" name="Oval 141"/>
          <p:cNvSpPr/>
          <p:nvPr/>
        </p:nvSpPr>
        <p:spPr>
          <a:xfrm>
            <a:off x="7902575" y="17129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223.2.8.1</a:t>
            </a:r>
          </a:p>
        </p:txBody>
      </p:sp>
      <p:sp>
        <p:nvSpPr>
          <p:cNvPr id="3" name="Content Placeholder 2"/>
          <p:cNvSpPr>
            <a:spLocks noGrp="1"/>
          </p:cNvSpPr>
          <p:nvPr>
            <p:ph idx="1"/>
          </p:nvPr>
        </p:nvSpPr>
        <p:spPr>
          <a:xfrm>
            <a:off x="457200" y="3251200"/>
            <a:ext cx="8229600" cy="3396343"/>
          </a:xfrm>
        </p:spPr>
        <p:txBody>
          <a:bodyPr>
            <a:normAutofit fontScale="77500" lnSpcReduction="20000"/>
          </a:bodyPr>
          <a:lstStyle/>
          <a:p>
            <a:pPr marL="0" indent="0">
              <a:buNone/>
            </a:pPr>
            <a:r>
              <a:rPr lang="en-US" dirty="0"/>
              <a:t>In the displacement graph for a sound wave shown above. What does the light green bar represent?</a:t>
            </a:r>
          </a:p>
          <a:p>
            <a:pPr marL="514350" indent="-514350">
              <a:buAutoNum type="alphaLcParenR"/>
            </a:pPr>
            <a:r>
              <a:rPr lang="en-US" dirty="0"/>
              <a:t>The particle that was at this position has moved to the left</a:t>
            </a:r>
          </a:p>
          <a:p>
            <a:pPr marL="514350" indent="-514350">
              <a:buAutoNum type="alphaLcParenR"/>
            </a:pPr>
            <a:r>
              <a:rPr lang="en-US" dirty="0"/>
              <a:t>The particle that was at this position has moved to the right</a:t>
            </a:r>
          </a:p>
          <a:p>
            <a:pPr marL="514350" indent="-514350">
              <a:buAutoNum type="alphaLcParenR"/>
            </a:pPr>
            <a:r>
              <a:rPr lang="en-US" dirty="0"/>
              <a:t>The particle that was once where the pink bar is has moved to where the light green bar is</a:t>
            </a:r>
          </a:p>
          <a:p>
            <a:pPr marL="514350" indent="-514350">
              <a:buFont typeface="Arial" pitchFamily="34" charset="0"/>
              <a:buAutoNum type="alphaLcParenR"/>
            </a:pPr>
            <a:r>
              <a:rPr lang="en-US" dirty="0"/>
              <a:t>The particle that was once where the blue bar is has moved to where the light green bar is</a:t>
            </a:r>
          </a:p>
          <a:p>
            <a:pPr marL="514350" indent="-514350">
              <a:buAutoNum type="alphaLcParenR"/>
            </a:pP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54</a:t>
            </a:fld>
            <a:endParaRPr lang="en-US"/>
          </a:p>
        </p:txBody>
      </p:sp>
      <p:cxnSp>
        <p:nvCxnSpPr>
          <p:cNvPr id="5" name="Straight Connector 4"/>
          <p:cNvCxnSpPr/>
          <p:nvPr/>
        </p:nvCxnSpPr>
        <p:spPr>
          <a:xfrm>
            <a:off x="628419" y="2300967"/>
            <a:ext cx="7839075" cy="15875"/>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p:cNvSpPr/>
          <p:nvPr/>
        </p:nvSpPr>
        <p:spPr>
          <a:xfrm>
            <a:off x="3068406" y="2292122"/>
            <a:ext cx="238125" cy="75088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7" name="Rectangle 6"/>
          <p:cNvSpPr/>
          <p:nvPr/>
        </p:nvSpPr>
        <p:spPr>
          <a:xfrm>
            <a:off x="3546244" y="2331130"/>
            <a:ext cx="266700" cy="473075"/>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 name="Rectangle 7"/>
          <p:cNvSpPr/>
          <p:nvPr/>
        </p:nvSpPr>
        <p:spPr>
          <a:xfrm flipV="1">
            <a:off x="4059006" y="2350180"/>
            <a:ext cx="276225" cy="225425"/>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 name="Rectangle 8"/>
          <p:cNvSpPr/>
          <p:nvPr/>
        </p:nvSpPr>
        <p:spPr>
          <a:xfrm>
            <a:off x="4570181" y="2266042"/>
            <a:ext cx="239713" cy="100013"/>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 name="Rectangle 9"/>
          <p:cNvSpPr/>
          <p:nvPr/>
        </p:nvSpPr>
        <p:spPr>
          <a:xfrm>
            <a:off x="5146444" y="2167617"/>
            <a:ext cx="266700" cy="182563"/>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 name="Rectangle 10"/>
          <p:cNvSpPr/>
          <p:nvPr/>
        </p:nvSpPr>
        <p:spPr>
          <a:xfrm>
            <a:off x="5594119" y="1840592"/>
            <a:ext cx="260350" cy="509588"/>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 name="Rectangle 11"/>
          <p:cNvSpPr/>
          <p:nvPr/>
        </p:nvSpPr>
        <p:spPr>
          <a:xfrm>
            <a:off x="6089419" y="1645330"/>
            <a:ext cx="188912" cy="704850"/>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 name="Rectangle 12"/>
          <p:cNvSpPr/>
          <p:nvPr/>
        </p:nvSpPr>
        <p:spPr>
          <a:xfrm>
            <a:off x="6518044" y="1875291"/>
            <a:ext cx="234950" cy="460375"/>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 name="Rectangle 13"/>
          <p:cNvSpPr/>
          <p:nvPr/>
        </p:nvSpPr>
        <p:spPr>
          <a:xfrm flipV="1">
            <a:off x="6981594" y="2113642"/>
            <a:ext cx="276225" cy="193675"/>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 name="Rectangle 14"/>
          <p:cNvSpPr/>
          <p:nvPr/>
        </p:nvSpPr>
        <p:spPr>
          <a:xfrm>
            <a:off x="7411806" y="2278742"/>
            <a:ext cx="227013" cy="71438"/>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 name="Rectangle 16"/>
          <p:cNvSpPr/>
          <p:nvPr/>
        </p:nvSpPr>
        <p:spPr>
          <a:xfrm flipV="1">
            <a:off x="1233256" y="2102530"/>
            <a:ext cx="276225" cy="201612"/>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 name="Rectangle 17"/>
          <p:cNvSpPr/>
          <p:nvPr/>
        </p:nvSpPr>
        <p:spPr>
          <a:xfrm>
            <a:off x="1674581" y="2280330"/>
            <a:ext cx="254000" cy="90487"/>
          </a:xfrm>
          <a:prstGeom prst="rect">
            <a:avLst/>
          </a:prstGeom>
          <a:solidFill>
            <a:srgbClr val="FF0066"/>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 name="Rectangle 18"/>
          <p:cNvSpPr/>
          <p:nvPr/>
        </p:nvSpPr>
        <p:spPr>
          <a:xfrm>
            <a:off x="2082569" y="2275567"/>
            <a:ext cx="228600" cy="266700"/>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 name="Rectangle 19"/>
          <p:cNvSpPr/>
          <p:nvPr/>
        </p:nvSpPr>
        <p:spPr>
          <a:xfrm>
            <a:off x="2550881" y="2304595"/>
            <a:ext cx="315913" cy="561975"/>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1" name="TextBox 20"/>
          <p:cNvSpPr txBox="1"/>
          <p:nvPr/>
        </p:nvSpPr>
        <p:spPr>
          <a:xfrm>
            <a:off x="226918" y="1446150"/>
            <a:ext cx="338554" cy="369332"/>
          </a:xfrm>
          <a:prstGeom prst="rect">
            <a:avLst/>
          </a:prstGeom>
          <a:noFill/>
        </p:spPr>
        <p:txBody>
          <a:bodyPr wrap="none" rtlCol="0">
            <a:spAutoFit/>
          </a:bodyPr>
          <a:lstStyle/>
          <a:p>
            <a:r>
              <a:rPr lang="en-US" dirty="0"/>
              <a:t>S</a:t>
            </a:r>
          </a:p>
        </p:txBody>
      </p:sp>
      <p:sp>
        <p:nvSpPr>
          <p:cNvPr id="22" name="TextBox 21"/>
          <p:cNvSpPr txBox="1"/>
          <p:nvPr/>
        </p:nvSpPr>
        <p:spPr>
          <a:xfrm>
            <a:off x="8174252" y="2439357"/>
            <a:ext cx="300082" cy="369332"/>
          </a:xfrm>
          <a:prstGeom prst="rect">
            <a:avLst/>
          </a:prstGeom>
          <a:noFill/>
        </p:spPr>
        <p:txBody>
          <a:bodyPr wrap="none" rtlCol="0">
            <a:spAutoFit/>
          </a:bodyPr>
          <a:lstStyle/>
          <a:p>
            <a:r>
              <a:rPr lang="en-US" dirty="0"/>
              <a:t>x</a:t>
            </a:r>
          </a:p>
        </p:txBody>
      </p:sp>
      <p:cxnSp>
        <p:nvCxnSpPr>
          <p:cNvPr id="24" name="Straight Connector 23"/>
          <p:cNvCxnSpPr/>
          <p:nvPr/>
        </p:nvCxnSpPr>
        <p:spPr>
          <a:xfrm flipV="1">
            <a:off x="628419" y="1645330"/>
            <a:ext cx="0" cy="633412"/>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729605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6195" y="303150"/>
            <a:ext cx="8229600" cy="1143000"/>
          </a:xfrm>
        </p:spPr>
        <p:txBody>
          <a:bodyPr/>
          <a:lstStyle/>
          <a:p>
            <a:r>
              <a:rPr lang="en-US" dirty="0"/>
              <a:t>Question 223.2.8.2</a:t>
            </a:r>
          </a:p>
        </p:txBody>
      </p:sp>
      <p:sp>
        <p:nvSpPr>
          <p:cNvPr id="3" name="Content Placeholder 2"/>
          <p:cNvSpPr>
            <a:spLocks noGrp="1"/>
          </p:cNvSpPr>
          <p:nvPr>
            <p:ph idx="1"/>
          </p:nvPr>
        </p:nvSpPr>
        <p:spPr>
          <a:xfrm>
            <a:off x="457200" y="3251200"/>
            <a:ext cx="8229600" cy="3396343"/>
          </a:xfrm>
        </p:spPr>
        <p:txBody>
          <a:bodyPr>
            <a:normAutofit fontScale="92500" lnSpcReduction="20000"/>
          </a:bodyPr>
          <a:lstStyle/>
          <a:p>
            <a:pPr marL="0" indent="0">
              <a:buNone/>
            </a:pPr>
            <a:r>
              <a:rPr lang="en-US" dirty="0"/>
              <a:t>In the displacement graph for a sound wave shown above. What does the displacement, s, at point P represent?</a:t>
            </a:r>
          </a:p>
          <a:p>
            <a:pPr marL="514350" indent="-514350">
              <a:buAutoNum type="alphaLcParenR"/>
            </a:pPr>
            <a:r>
              <a:rPr lang="en-US" dirty="0"/>
              <a:t>The particle that was at </a:t>
            </a:r>
            <a:r>
              <a:rPr lang="en-US" dirty="0" err="1"/>
              <a:t>x</a:t>
            </a:r>
            <a:r>
              <a:rPr lang="en-US" baseline="-25000" dirty="0" err="1"/>
              <a:t>P</a:t>
            </a:r>
            <a:r>
              <a:rPr lang="en-US" baseline="-25000" dirty="0"/>
              <a:t> </a:t>
            </a:r>
            <a:r>
              <a:rPr lang="en-US" dirty="0"/>
              <a:t>has moved to the left</a:t>
            </a:r>
          </a:p>
          <a:p>
            <a:pPr marL="514350" indent="-514350">
              <a:buAutoNum type="alphaLcParenR"/>
            </a:pPr>
            <a:r>
              <a:rPr lang="en-US" dirty="0"/>
              <a:t>The particle that was at </a:t>
            </a:r>
            <a:r>
              <a:rPr lang="en-US" dirty="0" err="1"/>
              <a:t>x</a:t>
            </a:r>
            <a:r>
              <a:rPr lang="en-US" baseline="-25000" dirty="0" err="1"/>
              <a:t>P</a:t>
            </a:r>
            <a:r>
              <a:rPr lang="en-US" baseline="-25000" dirty="0"/>
              <a:t> </a:t>
            </a:r>
            <a:r>
              <a:rPr lang="en-US" dirty="0"/>
              <a:t>has moved to the right</a:t>
            </a:r>
          </a:p>
          <a:p>
            <a:pPr marL="514350" indent="-514350">
              <a:buAutoNum type="alphaLcParenR"/>
            </a:pPr>
            <a:r>
              <a:rPr lang="en-US" dirty="0"/>
              <a:t>The particle that was once at x</a:t>
            </a:r>
            <a:r>
              <a:rPr lang="en-US" baseline="-25000" dirty="0"/>
              <a:t>1 </a:t>
            </a:r>
            <a:r>
              <a:rPr lang="en-US" dirty="0"/>
              <a:t> has moved to </a:t>
            </a:r>
            <a:r>
              <a:rPr lang="en-US" dirty="0" err="1"/>
              <a:t>x</a:t>
            </a:r>
            <a:r>
              <a:rPr lang="en-US" baseline="-25000" dirty="0" err="1"/>
              <a:t>P</a:t>
            </a:r>
            <a:r>
              <a:rPr lang="en-US" baseline="-25000" dirty="0"/>
              <a:t> </a:t>
            </a:r>
          </a:p>
          <a:p>
            <a:pPr marL="514350" indent="-514350">
              <a:buAutoNum type="alphaLcParenR"/>
            </a:pPr>
            <a:r>
              <a:rPr lang="en-US" dirty="0"/>
              <a:t>The particle that was once at x</a:t>
            </a:r>
            <a:r>
              <a:rPr lang="en-US" baseline="-25000" dirty="0"/>
              <a:t>2</a:t>
            </a:r>
            <a:r>
              <a:rPr lang="en-US" dirty="0"/>
              <a:t> has moved to </a:t>
            </a:r>
            <a:r>
              <a:rPr lang="en-US" dirty="0" err="1"/>
              <a:t>x</a:t>
            </a:r>
            <a:r>
              <a:rPr lang="en-US" baseline="-25000" dirty="0" err="1"/>
              <a:t>P</a:t>
            </a:r>
            <a:r>
              <a:rPr lang="en-US" baseline="-25000" dirty="0"/>
              <a:t> </a:t>
            </a: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55</a:t>
            </a:fld>
            <a:endParaRPr lang="en-US"/>
          </a:p>
        </p:txBody>
      </p:sp>
      <p:cxnSp>
        <p:nvCxnSpPr>
          <p:cNvPr id="5" name="Straight Connector 4"/>
          <p:cNvCxnSpPr/>
          <p:nvPr/>
        </p:nvCxnSpPr>
        <p:spPr>
          <a:xfrm>
            <a:off x="628419" y="2300967"/>
            <a:ext cx="7839075" cy="15875"/>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226918" y="1446150"/>
            <a:ext cx="338554" cy="369332"/>
          </a:xfrm>
          <a:prstGeom prst="rect">
            <a:avLst/>
          </a:prstGeom>
          <a:noFill/>
        </p:spPr>
        <p:txBody>
          <a:bodyPr wrap="none" rtlCol="0">
            <a:spAutoFit/>
          </a:bodyPr>
          <a:lstStyle/>
          <a:p>
            <a:r>
              <a:rPr lang="en-US" dirty="0"/>
              <a:t>S</a:t>
            </a:r>
          </a:p>
        </p:txBody>
      </p:sp>
      <p:sp>
        <p:nvSpPr>
          <p:cNvPr id="22" name="TextBox 21"/>
          <p:cNvSpPr txBox="1"/>
          <p:nvPr/>
        </p:nvSpPr>
        <p:spPr>
          <a:xfrm>
            <a:off x="8174252" y="2439357"/>
            <a:ext cx="300082" cy="369332"/>
          </a:xfrm>
          <a:prstGeom prst="rect">
            <a:avLst/>
          </a:prstGeom>
          <a:noFill/>
        </p:spPr>
        <p:txBody>
          <a:bodyPr wrap="none" rtlCol="0">
            <a:spAutoFit/>
          </a:bodyPr>
          <a:lstStyle/>
          <a:p>
            <a:r>
              <a:rPr lang="en-US" dirty="0"/>
              <a:t>x</a:t>
            </a:r>
          </a:p>
        </p:txBody>
      </p:sp>
      <p:cxnSp>
        <p:nvCxnSpPr>
          <p:cNvPr id="24" name="Straight Connector 23"/>
          <p:cNvCxnSpPr/>
          <p:nvPr/>
        </p:nvCxnSpPr>
        <p:spPr>
          <a:xfrm flipV="1">
            <a:off x="628419" y="1645330"/>
            <a:ext cx="0" cy="633412"/>
          </a:xfrm>
          <a:prstGeom prst="line">
            <a:avLst/>
          </a:prstGeom>
        </p:spPr>
        <p:style>
          <a:lnRef idx="1">
            <a:schemeClr val="accent1"/>
          </a:lnRef>
          <a:fillRef idx="0">
            <a:schemeClr val="accent1"/>
          </a:fillRef>
          <a:effectRef idx="0">
            <a:schemeClr val="accent1"/>
          </a:effectRef>
          <a:fontRef idx="minor">
            <a:schemeClr val="tx1"/>
          </a:fontRef>
        </p:style>
      </p:cxnSp>
      <p:sp>
        <p:nvSpPr>
          <p:cNvPr id="16" name="Freeform 15"/>
          <p:cNvSpPr/>
          <p:nvPr/>
        </p:nvSpPr>
        <p:spPr>
          <a:xfrm>
            <a:off x="1756229" y="2307771"/>
            <a:ext cx="2946400" cy="754766"/>
          </a:xfrm>
          <a:custGeom>
            <a:avLst/>
            <a:gdLst>
              <a:gd name="connsiteX0" fmla="*/ 0 w 2946400"/>
              <a:gd name="connsiteY0" fmla="*/ 0 h 754766"/>
              <a:gd name="connsiteX1" fmla="*/ 1480457 w 2946400"/>
              <a:gd name="connsiteY1" fmla="*/ 754743 h 754766"/>
              <a:gd name="connsiteX2" fmla="*/ 2946400 w 2946400"/>
              <a:gd name="connsiteY2" fmla="*/ 29029 h 754766"/>
            </a:gdLst>
            <a:ahLst/>
            <a:cxnLst>
              <a:cxn ang="0">
                <a:pos x="connsiteX0" y="connsiteY0"/>
              </a:cxn>
              <a:cxn ang="0">
                <a:pos x="connsiteX1" y="connsiteY1"/>
              </a:cxn>
              <a:cxn ang="0">
                <a:pos x="connsiteX2" y="connsiteY2"/>
              </a:cxn>
            </a:cxnLst>
            <a:rect l="l" t="t" r="r" b="b"/>
            <a:pathLst>
              <a:path w="2946400" h="754766">
                <a:moveTo>
                  <a:pt x="0" y="0"/>
                </a:moveTo>
                <a:cubicBezTo>
                  <a:pt x="494695" y="374952"/>
                  <a:pt x="989390" y="749905"/>
                  <a:pt x="1480457" y="754743"/>
                </a:cubicBezTo>
                <a:cubicBezTo>
                  <a:pt x="1971524" y="759581"/>
                  <a:pt x="2946400" y="29029"/>
                  <a:pt x="2946400" y="29029"/>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flipV="1">
            <a:off x="4710675" y="1576364"/>
            <a:ext cx="2946400" cy="754766"/>
          </a:xfrm>
          <a:custGeom>
            <a:avLst/>
            <a:gdLst>
              <a:gd name="connsiteX0" fmla="*/ 0 w 2946400"/>
              <a:gd name="connsiteY0" fmla="*/ 0 h 754766"/>
              <a:gd name="connsiteX1" fmla="*/ 1480457 w 2946400"/>
              <a:gd name="connsiteY1" fmla="*/ 754743 h 754766"/>
              <a:gd name="connsiteX2" fmla="*/ 2946400 w 2946400"/>
              <a:gd name="connsiteY2" fmla="*/ 29029 h 754766"/>
            </a:gdLst>
            <a:ahLst/>
            <a:cxnLst>
              <a:cxn ang="0">
                <a:pos x="connsiteX0" y="connsiteY0"/>
              </a:cxn>
              <a:cxn ang="0">
                <a:pos x="connsiteX1" y="connsiteY1"/>
              </a:cxn>
              <a:cxn ang="0">
                <a:pos x="connsiteX2" y="connsiteY2"/>
              </a:cxn>
            </a:cxnLst>
            <a:rect l="l" t="t" r="r" b="b"/>
            <a:pathLst>
              <a:path w="2946400" h="754766">
                <a:moveTo>
                  <a:pt x="0" y="0"/>
                </a:moveTo>
                <a:cubicBezTo>
                  <a:pt x="494695" y="374952"/>
                  <a:pt x="989390" y="749905"/>
                  <a:pt x="1480457" y="754743"/>
                </a:cubicBezTo>
                <a:cubicBezTo>
                  <a:pt x="1971524" y="759581"/>
                  <a:pt x="2946400" y="29029"/>
                  <a:pt x="2946400" y="29029"/>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p:cNvSpPr/>
          <p:nvPr/>
        </p:nvSpPr>
        <p:spPr>
          <a:xfrm>
            <a:off x="3193142" y="3018972"/>
            <a:ext cx="130628" cy="11611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p:cNvSpPr txBox="1"/>
          <p:nvPr/>
        </p:nvSpPr>
        <p:spPr>
          <a:xfrm>
            <a:off x="3154493" y="2602426"/>
            <a:ext cx="338554" cy="369332"/>
          </a:xfrm>
          <a:prstGeom prst="rect">
            <a:avLst/>
          </a:prstGeom>
          <a:noFill/>
        </p:spPr>
        <p:txBody>
          <a:bodyPr wrap="none" rtlCol="0">
            <a:spAutoFit/>
          </a:bodyPr>
          <a:lstStyle/>
          <a:p>
            <a:r>
              <a:rPr lang="en-US" dirty="0"/>
              <a:t>P</a:t>
            </a:r>
          </a:p>
        </p:txBody>
      </p:sp>
      <p:sp>
        <p:nvSpPr>
          <p:cNvPr id="27" name="Rectangle 26"/>
          <p:cNvSpPr/>
          <p:nvPr/>
        </p:nvSpPr>
        <p:spPr>
          <a:xfrm>
            <a:off x="3057119" y="1909410"/>
            <a:ext cx="402674" cy="369332"/>
          </a:xfrm>
          <a:prstGeom prst="rect">
            <a:avLst/>
          </a:prstGeom>
        </p:spPr>
        <p:txBody>
          <a:bodyPr wrap="none">
            <a:spAutoFit/>
          </a:bodyPr>
          <a:lstStyle/>
          <a:p>
            <a:r>
              <a:rPr lang="en-US" dirty="0" err="1"/>
              <a:t>x</a:t>
            </a:r>
            <a:r>
              <a:rPr lang="en-US" baseline="-25000" dirty="0" err="1"/>
              <a:t>P</a:t>
            </a:r>
            <a:endParaRPr lang="en-US" dirty="0"/>
          </a:p>
        </p:txBody>
      </p:sp>
      <p:cxnSp>
        <p:nvCxnSpPr>
          <p:cNvPr id="29" name="Straight Connector 28"/>
          <p:cNvCxnSpPr/>
          <p:nvPr/>
        </p:nvCxnSpPr>
        <p:spPr>
          <a:xfrm>
            <a:off x="3225115" y="2245401"/>
            <a:ext cx="0" cy="160615"/>
          </a:xfrm>
          <a:prstGeom prst="line">
            <a:avLst/>
          </a:prstGeom>
        </p:spPr>
        <p:style>
          <a:lnRef idx="1">
            <a:schemeClr val="accent1"/>
          </a:lnRef>
          <a:fillRef idx="0">
            <a:schemeClr val="accent1"/>
          </a:fillRef>
          <a:effectRef idx="0">
            <a:schemeClr val="accent1"/>
          </a:effectRef>
          <a:fontRef idx="minor">
            <a:schemeClr val="tx1"/>
          </a:fontRef>
        </p:style>
      </p:cxnSp>
      <p:sp>
        <p:nvSpPr>
          <p:cNvPr id="33" name="Rectangle 32"/>
          <p:cNvSpPr/>
          <p:nvPr/>
        </p:nvSpPr>
        <p:spPr>
          <a:xfrm>
            <a:off x="1554923" y="1931184"/>
            <a:ext cx="385042" cy="369332"/>
          </a:xfrm>
          <a:prstGeom prst="rect">
            <a:avLst/>
          </a:prstGeom>
        </p:spPr>
        <p:txBody>
          <a:bodyPr wrap="none">
            <a:spAutoFit/>
          </a:bodyPr>
          <a:lstStyle/>
          <a:p>
            <a:r>
              <a:rPr lang="en-US" dirty="0"/>
              <a:t>x</a:t>
            </a:r>
            <a:r>
              <a:rPr lang="en-US" baseline="-25000" dirty="0"/>
              <a:t>1</a:t>
            </a:r>
            <a:endParaRPr lang="en-US" dirty="0"/>
          </a:p>
        </p:txBody>
      </p:sp>
      <p:cxnSp>
        <p:nvCxnSpPr>
          <p:cNvPr id="34" name="Straight Connector 33"/>
          <p:cNvCxnSpPr/>
          <p:nvPr/>
        </p:nvCxnSpPr>
        <p:spPr>
          <a:xfrm>
            <a:off x="1722919" y="2267175"/>
            <a:ext cx="0" cy="160615"/>
          </a:xfrm>
          <a:prstGeom prst="line">
            <a:avLst/>
          </a:prstGeom>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4489900" y="1955899"/>
            <a:ext cx="385042" cy="369332"/>
          </a:xfrm>
          <a:prstGeom prst="rect">
            <a:avLst/>
          </a:prstGeom>
        </p:spPr>
        <p:txBody>
          <a:bodyPr wrap="none">
            <a:spAutoFit/>
          </a:bodyPr>
          <a:lstStyle/>
          <a:p>
            <a:r>
              <a:rPr lang="en-US" dirty="0"/>
              <a:t>x</a:t>
            </a:r>
            <a:r>
              <a:rPr lang="en-US" baseline="-25000" dirty="0"/>
              <a:t>2</a:t>
            </a:r>
            <a:endParaRPr lang="en-US" dirty="0"/>
          </a:p>
        </p:txBody>
      </p:sp>
      <p:cxnSp>
        <p:nvCxnSpPr>
          <p:cNvPr id="36" name="Straight Connector 35"/>
          <p:cNvCxnSpPr/>
          <p:nvPr/>
        </p:nvCxnSpPr>
        <p:spPr>
          <a:xfrm>
            <a:off x="4657896" y="2291890"/>
            <a:ext cx="0" cy="160615"/>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074612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233.2.8.5</a:t>
            </a:r>
          </a:p>
        </p:txBody>
      </p:sp>
      <p:sp>
        <p:nvSpPr>
          <p:cNvPr id="3" name="Content Placeholder 2"/>
          <p:cNvSpPr>
            <a:spLocks noGrp="1"/>
          </p:cNvSpPr>
          <p:nvPr>
            <p:ph idx="1"/>
          </p:nvPr>
        </p:nvSpPr>
        <p:spPr/>
        <p:txBody>
          <a:bodyPr/>
          <a:lstStyle/>
          <a:p>
            <a:pPr marL="0" indent="0">
              <a:buNone/>
            </a:pPr>
            <a:r>
              <a:rPr lang="en-US" dirty="0"/>
              <a:t>What is the energy transfer mechanism for sound waves?</a:t>
            </a:r>
          </a:p>
          <a:p>
            <a:pPr marL="514350" indent="-514350">
              <a:buAutoNum type="alphaLcParenR"/>
            </a:pPr>
            <a:r>
              <a:rPr lang="en-US" dirty="0"/>
              <a:t>Elastic forces between molecules</a:t>
            </a:r>
          </a:p>
          <a:p>
            <a:pPr marL="514350" indent="-514350">
              <a:buAutoNum type="alphaLcParenR"/>
            </a:pPr>
            <a:r>
              <a:rPr lang="en-US" dirty="0"/>
              <a:t>Pressure forces between molecules</a:t>
            </a:r>
          </a:p>
          <a:p>
            <a:pPr marL="514350" indent="-514350">
              <a:buAutoNum type="alphaLcParenR"/>
            </a:pPr>
            <a:r>
              <a:rPr lang="en-US" dirty="0"/>
              <a:t>Electrical forces between molecules</a:t>
            </a:r>
          </a:p>
          <a:p>
            <a:pPr marL="514350" indent="-514350">
              <a:buAutoNum type="alphaLcParenR"/>
            </a:pPr>
            <a:r>
              <a:rPr lang="en-US" dirty="0"/>
              <a:t>Collisions between molecules</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56</a:t>
            </a:fld>
            <a:endParaRPr lang="en-US"/>
          </a:p>
        </p:txBody>
      </p:sp>
    </p:spTree>
    <p:extLst>
      <p:ext uri="{BB962C8B-B14F-4D97-AF65-F5344CB8AC3E}">
        <p14:creationId xmlns:p14="http://schemas.microsoft.com/office/powerpoint/2010/main" val="352249796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3" name="Rectangle 2"/>
          <p:cNvSpPr>
            <a:spLocks noGrp="1" noChangeArrowheads="1"/>
          </p:cNvSpPr>
          <p:nvPr>
            <p:ph type="title"/>
          </p:nvPr>
        </p:nvSpPr>
        <p:spPr/>
        <p:txBody>
          <a:bodyPr/>
          <a:lstStyle/>
          <a:p>
            <a:r>
              <a:rPr lang="en-US" dirty="0"/>
              <a:t>Question 223.2.9</a:t>
            </a:r>
          </a:p>
        </p:txBody>
      </p:sp>
      <p:sp>
        <p:nvSpPr>
          <p:cNvPr id="2054" name="Rectangle 3"/>
          <p:cNvSpPr>
            <a:spLocks noGrp="1" noChangeArrowheads="1"/>
          </p:cNvSpPr>
          <p:nvPr>
            <p:ph idx="1"/>
          </p:nvPr>
        </p:nvSpPr>
        <p:spPr>
          <a:xfrm>
            <a:off x="457200" y="1600200"/>
            <a:ext cx="4229100" cy="4525963"/>
          </a:xfrm>
        </p:spPr>
        <p:txBody>
          <a:bodyPr/>
          <a:lstStyle/>
          <a:p>
            <a:pPr marL="609600" indent="-609600" eaLnBrk="1" hangingPunct="1">
              <a:buFontTx/>
              <a:buNone/>
            </a:pPr>
            <a:r>
              <a:rPr lang="en-US" sz="2400"/>
              <a:t>We found that the equation</a:t>
            </a:r>
          </a:p>
          <a:p>
            <a:pPr marL="609600" indent="-609600" eaLnBrk="1" hangingPunct="1">
              <a:buFontTx/>
              <a:buNone/>
            </a:pPr>
            <a:endParaRPr lang="en-US" sz="2400"/>
          </a:p>
          <a:p>
            <a:pPr marL="609600" indent="-609600" eaLnBrk="1" hangingPunct="1">
              <a:buFontTx/>
              <a:buNone/>
            </a:pPr>
            <a:endParaRPr lang="en-US" sz="2400"/>
          </a:p>
          <a:p>
            <a:pPr marL="609600" indent="-609600" eaLnBrk="1" hangingPunct="1">
              <a:buFontTx/>
              <a:buNone/>
            </a:pPr>
            <a:endParaRPr lang="en-US" sz="2400"/>
          </a:p>
          <a:p>
            <a:pPr marL="609600" indent="-609600" eaLnBrk="1" hangingPunct="1">
              <a:buFontTx/>
              <a:buNone/>
            </a:pPr>
            <a:r>
              <a:rPr lang="en-US" sz="2400"/>
              <a:t>Gave a pulse that moved to the right with velocity v </a:t>
            </a:r>
          </a:p>
          <a:p>
            <a:pPr marL="609600" indent="-609600" eaLnBrk="1" hangingPunct="1">
              <a:buFontTx/>
              <a:buNone/>
            </a:pPr>
            <a:r>
              <a:rPr lang="en-US" sz="2400"/>
              <a:t>What will the following equation give</a:t>
            </a:r>
          </a:p>
        </p:txBody>
      </p:sp>
      <p:sp>
        <p:nvSpPr>
          <p:cNvPr id="2052" name="Slide Number Placeholder 5"/>
          <p:cNvSpPr>
            <a:spLocks noGrp="1"/>
          </p:cNvSpPr>
          <p:nvPr>
            <p:ph type="sldNum" sz="quarter" idx="12"/>
          </p:nvPr>
        </p:nvSpPr>
        <p:spPr>
          <a:noFill/>
        </p:spPr>
        <p:txBody>
          <a:bodyPr/>
          <a:lstStyle/>
          <a:p>
            <a:fld id="{94A61778-175D-474E-885D-81B1AC1A62AB}" type="slidenum">
              <a:rPr lang="en-US" smtClean="0"/>
              <a:pPr/>
              <a:t>57</a:t>
            </a:fld>
            <a:endParaRPr lang="en-US"/>
          </a:p>
        </p:txBody>
      </p:sp>
      <p:graphicFrame>
        <p:nvGraphicFramePr>
          <p:cNvPr id="2050" name="Object 4"/>
          <p:cNvGraphicFramePr>
            <a:graphicFrameLocks noChangeAspect="1"/>
          </p:cNvGraphicFramePr>
          <p:nvPr/>
        </p:nvGraphicFramePr>
        <p:xfrm>
          <a:off x="1458913" y="2147888"/>
          <a:ext cx="1889125" cy="736600"/>
        </p:xfrm>
        <a:graphic>
          <a:graphicData uri="http://schemas.openxmlformats.org/presentationml/2006/ole">
            <mc:AlternateContent xmlns:mc="http://schemas.openxmlformats.org/markup-compatibility/2006">
              <mc:Choice xmlns:v="urn:schemas-microsoft-com:vml" Requires="v">
                <p:oleObj name="Equation" r:id="rId2" imgW="1104840" imgH="431640" progId="Equation.3">
                  <p:embed/>
                </p:oleObj>
              </mc:Choice>
              <mc:Fallback>
                <p:oleObj name="Equation" r:id="rId2" imgW="1104840" imgH="431640" progId="Equation.3">
                  <p:embed/>
                  <p:pic>
                    <p:nvPicPr>
                      <p:cNvPr id="205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58913" y="2147888"/>
                        <a:ext cx="1889125" cy="736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2055" name="Picture 5"/>
          <p:cNvPicPr>
            <a:picLocks noChangeAspect="1" noChangeArrowheads="1"/>
          </p:cNvPicPr>
          <p:nvPr/>
        </p:nvPicPr>
        <p:blipFill>
          <a:blip r:embed="rId4" cstate="print"/>
          <a:srcRect/>
          <a:stretch>
            <a:fillRect/>
          </a:stretch>
        </p:blipFill>
        <p:spPr bwMode="auto">
          <a:xfrm>
            <a:off x="4645025" y="1282700"/>
            <a:ext cx="4010025" cy="2660650"/>
          </a:xfrm>
          <a:prstGeom prst="rect">
            <a:avLst/>
          </a:prstGeom>
          <a:noFill/>
          <a:ln w="9525">
            <a:noFill/>
            <a:miter lim="800000"/>
            <a:headEnd/>
            <a:tailEnd/>
          </a:ln>
        </p:spPr>
      </p:pic>
      <p:graphicFrame>
        <p:nvGraphicFramePr>
          <p:cNvPr id="2051" name="Object 6"/>
          <p:cNvGraphicFramePr>
            <a:graphicFrameLocks noChangeAspect="1"/>
          </p:cNvGraphicFramePr>
          <p:nvPr/>
        </p:nvGraphicFramePr>
        <p:xfrm>
          <a:off x="1420813" y="5119688"/>
          <a:ext cx="1889125" cy="736600"/>
        </p:xfrm>
        <a:graphic>
          <a:graphicData uri="http://schemas.openxmlformats.org/presentationml/2006/ole">
            <mc:AlternateContent xmlns:mc="http://schemas.openxmlformats.org/markup-compatibility/2006">
              <mc:Choice xmlns:v="urn:schemas-microsoft-com:vml" Requires="v">
                <p:oleObj name="Equation" r:id="rId5" imgW="1104840" imgH="431640" progId="Equation.3">
                  <p:embed/>
                </p:oleObj>
              </mc:Choice>
              <mc:Fallback>
                <p:oleObj name="Equation" r:id="rId5" imgW="1104840" imgH="431640" progId="Equation.3">
                  <p:embed/>
                  <p:pic>
                    <p:nvPicPr>
                      <p:cNvPr id="2051" name="Object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420813" y="5119688"/>
                        <a:ext cx="1889125" cy="736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56" name="Text Box 7"/>
          <p:cNvSpPr txBox="1">
            <a:spLocks noChangeArrowheads="1"/>
          </p:cNvSpPr>
          <p:nvPr/>
        </p:nvSpPr>
        <p:spPr bwMode="auto">
          <a:xfrm>
            <a:off x="4670425" y="4056063"/>
            <a:ext cx="4019550" cy="2014537"/>
          </a:xfrm>
          <a:prstGeom prst="rect">
            <a:avLst/>
          </a:prstGeom>
          <a:noFill/>
          <a:ln w="9525">
            <a:noFill/>
            <a:miter lim="800000"/>
            <a:headEnd/>
            <a:tailEnd/>
          </a:ln>
        </p:spPr>
        <p:txBody>
          <a:bodyPr>
            <a:spAutoFit/>
          </a:bodyPr>
          <a:lstStyle/>
          <a:p>
            <a:pPr marL="342900" indent="-342900">
              <a:buFontTx/>
              <a:buAutoNum type="alphaLcParenR"/>
            </a:pPr>
            <a:r>
              <a:rPr lang="en-US"/>
              <a:t>A pulse that moves to the right (it is the same equation)</a:t>
            </a:r>
          </a:p>
          <a:p>
            <a:pPr marL="342900" indent="-342900">
              <a:buFontTx/>
              <a:buAutoNum type="alphaLcParenR"/>
            </a:pPr>
            <a:r>
              <a:rPr lang="en-US"/>
              <a:t>A pulse that moves to the left</a:t>
            </a:r>
          </a:p>
          <a:p>
            <a:pPr marL="342900" indent="-342900">
              <a:buFontTx/>
              <a:buAutoNum type="alphaLcParenR"/>
            </a:pPr>
            <a:r>
              <a:rPr lang="en-US"/>
              <a:t>This gives a non-real result and is not a pulse</a:t>
            </a:r>
          </a:p>
          <a:p>
            <a:pPr marL="342900" indent="-342900">
              <a:buFontTx/>
              <a:buAutoNum type="alphaLcParenR"/>
            </a:pPr>
            <a:r>
              <a:rPr lang="en-US"/>
              <a:t>A pulse that moves in the +y direction</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p:cNvPicPr>
            <a:picLocks noChangeAspect="1" noChangeArrowheads="1"/>
          </p:cNvPicPr>
          <p:nvPr/>
        </p:nvPicPr>
        <p:blipFill>
          <a:blip r:embed="rId2" cstate="print"/>
          <a:srcRect/>
          <a:stretch>
            <a:fillRect/>
          </a:stretch>
        </p:blipFill>
        <p:spPr bwMode="auto">
          <a:xfrm>
            <a:off x="618978" y="793652"/>
            <a:ext cx="8199707" cy="5466471"/>
          </a:xfrm>
          <a:prstGeom prst="rect">
            <a:avLst/>
          </a:prstGeom>
          <a:noFill/>
          <a:ln w="9525">
            <a:noFill/>
            <a:miter lim="800000"/>
            <a:headEnd/>
            <a:tailEnd/>
          </a:ln>
          <a:effectLst/>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p:cNvPicPr>
            <a:picLocks noChangeAspect="1" noChangeArrowheads="1"/>
          </p:cNvPicPr>
          <p:nvPr/>
        </p:nvPicPr>
        <p:blipFill>
          <a:blip r:embed="rId2" cstate="print"/>
          <a:srcRect/>
          <a:stretch>
            <a:fillRect/>
          </a:stretch>
        </p:blipFill>
        <p:spPr bwMode="auto">
          <a:xfrm>
            <a:off x="815926" y="927598"/>
            <a:ext cx="7519811" cy="5008968"/>
          </a:xfrm>
          <a:prstGeom prst="rect">
            <a:avLst/>
          </a:prstGeom>
          <a:noFill/>
          <a:ln w="9525">
            <a:noFill/>
            <a:miter lim="800000"/>
            <a:headEnd/>
            <a:tailEnd/>
          </a:ln>
          <a:effectLst/>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3664857" cy="1143000"/>
          </a:xfrm>
        </p:spPr>
        <p:txBody>
          <a:bodyPr>
            <a:normAutofit fontScale="90000"/>
          </a:bodyPr>
          <a:lstStyle/>
          <a:p>
            <a:r>
              <a:rPr lang="en-US" dirty="0"/>
              <a:t>Question 223.2.10</a:t>
            </a:r>
          </a:p>
        </p:txBody>
      </p:sp>
      <p:sp>
        <p:nvSpPr>
          <p:cNvPr id="3" name="Content Placeholder 2"/>
          <p:cNvSpPr>
            <a:spLocks noGrp="1"/>
          </p:cNvSpPr>
          <p:nvPr>
            <p:ph idx="1"/>
          </p:nvPr>
        </p:nvSpPr>
        <p:spPr>
          <a:xfrm>
            <a:off x="384630" y="1600200"/>
            <a:ext cx="4197927" cy="4525963"/>
          </a:xfrm>
        </p:spPr>
        <p:txBody>
          <a:bodyPr>
            <a:normAutofit/>
          </a:bodyPr>
          <a:lstStyle/>
          <a:p>
            <a:pPr>
              <a:buNone/>
            </a:pPr>
            <a:r>
              <a:rPr lang="en-US" sz="2800" dirty="0"/>
              <a:t>A traveling wave is shown below moving to the right at 1m/s in a snapshot view. What might the history graph look like for the position  x=0?</a:t>
            </a:r>
          </a:p>
        </p:txBody>
      </p:sp>
      <p:pic>
        <p:nvPicPr>
          <p:cNvPr id="1206273" name="Picture 1"/>
          <p:cNvPicPr>
            <a:picLocks noChangeAspect="1" noChangeArrowheads="1"/>
          </p:cNvPicPr>
          <p:nvPr/>
        </p:nvPicPr>
        <p:blipFill>
          <a:blip r:embed="rId2" cstate="print"/>
          <a:srcRect/>
          <a:stretch>
            <a:fillRect/>
          </a:stretch>
        </p:blipFill>
        <p:spPr bwMode="auto">
          <a:xfrm>
            <a:off x="546244" y="5021480"/>
            <a:ext cx="3063875" cy="1277937"/>
          </a:xfrm>
          <a:prstGeom prst="rect">
            <a:avLst/>
          </a:prstGeom>
          <a:noFill/>
          <a:ln w="9525">
            <a:noFill/>
            <a:miter lim="800000"/>
            <a:headEnd/>
            <a:tailEnd/>
          </a:ln>
          <a:effectLst/>
        </p:spPr>
      </p:pic>
      <p:cxnSp>
        <p:nvCxnSpPr>
          <p:cNvPr id="7" name="Straight Connector 6"/>
          <p:cNvCxnSpPr/>
          <p:nvPr/>
        </p:nvCxnSpPr>
        <p:spPr>
          <a:xfrm rot="5400000" flipH="1" flipV="1">
            <a:off x="5449081" y="4825623"/>
            <a:ext cx="1292552" cy="1064783"/>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rot="10800000">
            <a:off x="6627750" y="4707430"/>
            <a:ext cx="1432094" cy="130548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rot="5400000" flipH="1" flipV="1">
            <a:off x="5437075" y="2942024"/>
            <a:ext cx="1292552" cy="1064783"/>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5" name="Group 14"/>
          <p:cNvGrpSpPr/>
          <p:nvPr/>
        </p:nvGrpSpPr>
        <p:grpSpPr>
          <a:xfrm flipH="1">
            <a:off x="5490928" y="868550"/>
            <a:ext cx="2496879" cy="1305480"/>
            <a:chOff x="5493757" y="891455"/>
            <a:chExt cx="2881316" cy="1443039"/>
          </a:xfrm>
        </p:grpSpPr>
        <p:cxnSp>
          <p:nvCxnSpPr>
            <p:cNvPr id="13" name="Straight Connector 12"/>
            <p:cNvCxnSpPr/>
            <p:nvPr/>
          </p:nvCxnSpPr>
          <p:spPr>
            <a:xfrm rot="5400000" flipH="1" flipV="1">
              <a:off x="5393746" y="996230"/>
              <a:ext cx="1428748" cy="1228725"/>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rot="10800000">
              <a:off x="6722484" y="891455"/>
              <a:ext cx="1652589" cy="1443039"/>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grpSp>
      <p:cxnSp>
        <p:nvCxnSpPr>
          <p:cNvPr id="17" name="Straight Connector 16"/>
          <p:cNvCxnSpPr/>
          <p:nvPr/>
        </p:nvCxnSpPr>
        <p:spPr>
          <a:xfrm rot="16200000" flipV="1">
            <a:off x="6505611" y="2954559"/>
            <a:ext cx="1292552" cy="1064783"/>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rot="5400000">
            <a:off x="3807796" y="1440797"/>
            <a:ext cx="155419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rot="5400000">
            <a:off x="3867826" y="3396078"/>
            <a:ext cx="155419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rot="5400000">
            <a:off x="3879833" y="5276156"/>
            <a:ext cx="155419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4510814" y="2167761"/>
            <a:ext cx="3723117" cy="3835360"/>
            <a:chOff x="5472546" y="2167761"/>
            <a:chExt cx="2761385" cy="3835360"/>
          </a:xfrm>
        </p:grpSpPr>
        <p:cxnSp>
          <p:nvCxnSpPr>
            <p:cNvPr id="22" name="Straight Connector 21"/>
            <p:cNvCxnSpPr/>
            <p:nvPr/>
          </p:nvCxnSpPr>
          <p:spPr>
            <a:xfrm flipV="1">
              <a:off x="5472546" y="2167761"/>
              <a:ext cx="2689348"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flipV="1">
              <a:off x="5532576" y="4123042"/>
              <a:ext cx="2689348"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flipV="1">
              <a:off x="5544583" y="6003120"/>
              <a:ext cx="2689348"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9" name="TextBox 28"/>
          <p:cNvSpPr txBox="1"/>
          <p:nvPr/>
        </p:nvSpPr>
        <p:spPr>
          <a:xfrm>
            <a:off x="7705665" y="2242964"/>
            <a:ext cx="537869" cy="334125"/>
          </a:xfrm>
          <a:prstGeom prst="rect">
            <a:avLst/>
          </a:prstGeom>
          <a:noFill/>
        </p:spPr>
        <p:txBody>
          <a:bodyPr wrap="none" rtlCol="0">
            <a:spAutoFit/>
          </a:bodyPr>
          <a:lstStyle/>
          <a:p>
            <a:r>
              <a:rPr lang="en-US" dirty="0"/>
              <a:t>time</a:t>
            </a:r>
          </a:p>
        </p:txBody>
      </p:sp>
      <p:sp>
        <p:nvSpPr>
          <p:cNvPr id="30" name="TextBox 29"/>
          <p:cNvSpPr txBox="1"/>
          <p:nvPr/>
        </p:nvSpPr>
        <p:spPr>
          <a:xfrm>
            <a:off x="7801713" y="4160643"/>
            <a:ext cx="537869" cy="334125"/>
          </a:xfrm>
          <a:prstGeom prst="rect">
            <a:avLst/>
          </a:prstGeom>
          <a:noFill/>
        </p:spPr>
        <p:txBody>
          <a:bodyPr wrap="none" rtlCol="0">
            <a:spAutoFit/>
          </a:bodyPr>
          <a:lstStyle/>
          <a:p>
            <a:r>
              <a:rPr lang="en-US" dirty="0"/>
              <a:t>time</a:t>
            </a:r>
          </a:p>
        </p:txBody>
      </p:sp>
      <p:sp>
        <p:nvSpPr>
          <p:cNvPr id="31" name="TextBox 30"/>
          <p:cNvSpPr txBox="1"/>
          <p:nvPr/>
        </p:nvSpPr>
        <p:spPr>
          <a:xfrm>
            <a:off x="7933779" y="6019289"/>
            <a:ext cx="537869" cy="334125"/>
          </a:xfrm>
          <a:prstGeom prst="rect">
            <a:avLst/>
          </a:prstGeom>
          <a:noFill/>
        </p:spPr>
        <p:txBody>
          <a:bodyPr wrap="none" rtlCol="0">
            <a:spAutoFit/>
          </a:bodyPr>
          <a:lstStyle/>
          <a:p>
            <a:r>
              <a:rPr lang="en-US" dirty="0"/>
              <a:t>time</a:t>
            </a:r>
          </a:p>
        </p:txBody>
      </p:sp>
      <p:sp>
        <p:nvSpPr>
          <p:cNvPr id="32" name="TextBox 31"/>
          <p:cNvSpPr txBox="1"/>
          <p:nvPr/>
        </p:nvSpPr>
        <p:spPr>
          <a:xfrm>
            <a:off x="4260732" y="651164"/>
            <a:ext cx="260044" cy="334125"/>
          </a:xfrm>
          <a:prstGeom prst="rect">
            <a:avLst/>
          </a:prstGeom>
          <a:noFill/>
        </p:spPr>
        <p:txBody>
          <a:bodyPr wrap="none" rtlCol="0">
            <a:spAutoFit/>
          </a:bodyPr>
          <a:lstStyle/>
          <a:p>
            <a:r>
              <a:rPr lang="en-US" dirty="0"/>
              <a:t>y</a:t>
            </a:r>
          </a:p>
        </p:txBody>
      </p:sp>
      <p:sp>
        <p:nvSpPr>
          <p:cNvPr id="33" name="TextBox 32"/>
          <p:cNvSpPr txBox="1"/>
          <p:nvPr/>
        </p:nvSpPr>
        <p:spPr>
          <a:xfrm>
            <a:off x="4356780" y="2618979"/>
            <a:ext cx="260044" cy="334125"/>
          </a:xfrm>
          <a:prstGeom prst="rect">
            <a:avLst/>
          </a:prstGeom>
          <a:noFill/>
        </p:spPr>
        <p:txBody>
          <a:bodyPr wrap="none" rtlCol="0">
            <a:spAutoFit/>
          </a:bodyPr>
          <a:lstStyle/>
          <a:p>
            <a:r>
              <a:rPr lang="en-US" dirty="0"/>
              <a:t>y</a:t>
            </a:r>
          </a:p>
        </p:txBody>
      </p:sp>
      <p:sp>
        <p:nvSpPr>
          <p:cNvPr id="34" name="TextBox 33"/>
          <p:cNvSpPr txBox="1"/>
          <p:nvPr/>
        </p:nvSpPr>
        <p:spPr>
          <a:xfrm>
            <a:off x="4380792" y="4524124"/>
            <a:ext cx="260044" cy="334125"/>
          </a:xfrm>
          <a:prstGeom prst="rect">
            <a:avLst/>
          </a:prstGeom>
          <a:noFill/>
        </p:spPr>
        <p:txBody>
          <a:bodyPr wrap="none" rtlCol="0">
            <a:spAutoFit/>
          </a:bodyPr>
          <a:lstStyle/>
          <a:p>
            <a:r>
              <a:rPr lang="en-US" dirty="0"/>
              <a:t>y</a:t>
            </a:r>
          </a:p>
        </p:txBody>
      </p:sp>
      <p:sp>
        <p:nvSpPr>
          <p:cNvPr id="35" name="TextBox 34"/>
          <p:cNvSpPr txBox="1"/>
          <p:nvPr/>
        </p:nvSpPr>
        <p:spPr>
          <a:xfrm>
            <a:off x="7333479" y="801571"/>
            <a:ext cx="397568" cy="529031"/>
          </a:xfrm>
          <a:prstGeom prst="rect">
            <a:avLst/>
          </a:prstGeom>
          <a:noFill/>
        </p:spPr>
        <p:txBody>
          <a:bodyPr wrap="none" rtlCol="0">
            <a:spAutoFit/>
          </a:bodyPr>
          <a:lstStyle/>
          <a:p>
            <a:r>
              <a:rPr lang="en-US" sz="3200" dirty="0"/>
              <a:t>A</a:t>
            </a:r>
          </a:p>
        </p:txBody>
      </p:sp>
      <p:sp>
        <p:nvSpPr>
          <p:cNvPr id="36" name="TextBox 35"/>
          <p:cNvSpPr txBox="1"/>
          <p:nvPr/>
        </p:nvSpPr>
        <p:spPr>
          <a:xfrm>
            <a:off x="7501562" y="2907257"/>
            <a:ext cx="397568" cy="529031"/>
          </a:xfrm>
          <a:prstGeom prst="rect">
            <a:avLst/>
          </a:prstGeom>
          <a:noFill/>
        </p:spPr>
        <p:txBody>
          <a:bodyPr wrap="none" rtlCol="0">
            <a:spAutoFit/>
          </a:bodyPr>
          <a:lstStyle/>
          <a:p>
            <a:r>
              <a:rPr lang="en-US" sz="3200" dirty="0"/>
              <a:t>B</a:t>
            </a:r>
          </a:p>
        </p:txBody>
      </p:sp>
      <p:sp>
        <p:nvSpPr>
          <p:cNvPr id="37" name="TextBox 36"/>
          <p:cNvSpPr txBox="1"/>
          <p:nvPr/>
        </p:nvSpPr>
        <p:spPr>
          <a:xfrm>
            <a:off x="7609616" y="4737199"/>
            <a:ext cx="417015" cy="529031"/>
          </a:xfrm>
          <a:prstGeom prst="rect">
            <a:avLst/>
          </a:prstGeom>
          <a:noFill/>
        </p:spPr>
        <p:txBody>
          <a:bodyPr wrap="none" rtlCol="0">
            <a:spAutoFit/>
          </a:bodyPr>
          <a:lstStyle/>
          <a:p>
            <a:r>
              <a:rPr lang="en-US" sz="3200" dirty="0"/>
              <a:t>C</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p:cNvPicPr>
            <a:picLocks noChangeAspect="1" noChangeArrowheads="1"/>
          </p:cNvPicPr>
          <p:nvPr/>
        </p:nvPicPr>
        <p:blipFill>
          <a:blip r:embed="rId2" cstate="print"/>
          <a:srcRect/>
          <a:stretch>
            <a:fillRect/>
          </a:stretch>
        </p:blipFill>
        <p:spPr bwMode="auto">
          <a:xfrm>
            <a:off x="551543" y="1490834"/>
            <a:ext cx="4959962" cy="4605166"/>
          </a:xfrm>
          <a:prstGeom prst="rect">
            <a:avLst/>
          </a:prstGeom>
          <a:noFill/>
          <a:ln w="9525">
            <a:noFill/>
            <a:miter lim="800000"/>
            <a:headEnd/>
            <a:tailEnd/>
          </a:ln>
          <a:effectLst/>
        </p:spPr>
      </p:pic>
      <p:sp>
        <p:nvSpPr>
          <p:cNvPr id="5" name="TextBox 4"/>
          <p:cNvSpPr txBox="1"/>
          <p:nvPr/>
        </p:nvSpPr>
        <p:spPr>
          <a:xfrm>
            <a:off x="6168570" y="1640115"/>
            <a:ext cx="1010213" cy="646331"/>
          </a:xfrm>
          <a:prstGeom prst="rect">
            <a:avLst/>
          </a:prstGeom>
          <a:noFill/>
        </p:spPr>
        <p:txBody>
          <a:bodyPr wrap="none" rtlCol="0">
            <a:spAutoFit/>
          </a:bodyPr>
          <a:lstStyle/>
          <a:p>
            <a:r>
              <a:rPr lang="en-US" sz="3600" dirty="0"/>
              <a:t>t = 0</a:t>
            </a:r>
          </a:p>
        </p:txBody>
      </p:sp>
      <p:sp>
        <p:nvSpPr>
          <p:cNvPr id="7" name="TextBox 6"/>
          <p:cNvSpPr txBox="1"/>
          <p:nvPr/>
        </p:nvSpPr>
        <p:spPr>
          <a:xfrm>
            <a:off x="6154056" y="2765417"/>
            <a:ext cx="1085554" cy="646331"/>
          </a:xfrm>
          <a:prstGeom prst="rect">
            <a:avLst/>
          </a:prstGeom>
          <a:noFill/>
        </p:spPr>
        <p:txBody>
          <a:bodyPr wrap="none" rtlCol="0">
            <a:spAutoFit/>
          </a:bodyPr>
          <a:lstStyle/>
          <a:p>
            <a:r>
              <a:rPr lang="en-US" sz="3600" dirty="0"/>
              <a:t>t = t</a:t>
            </a:r>
            <a:r>
              <a:rPr lang="en-US" sz="3600" baseline="-25000" dirty="0"/>
              <a:t>1</a:t>
            </a:r>
          </a:p>
        </p:txBody>
      </p:sp>
      <p:sp>
        <p:nvSpPr>
          <p:cNvPr id="8" name="TextBox 7"/>
          <p:cNvSpPr txBox="1"/>
          <p:nvPr/>
        </p:nvSpPr>
        <p:spPr>
          <a:xfrm>
            <a:off x="6161316" y="4049932"/>
            <a:ext cx="1085554" cy="646331"/>
          </a:xfrm>
          <a:prstGeom prst="rect">
            <a:avLst/>
          </a:prstGeom>
          <a:noFill/>
        </p:spPr>
        <p:txBody>
          <a:bodyPr wrap="none" rtlCol="0">
            <a:spAutoFit/>
          </a:bodyPr>
          <a:lstStyle/>
          <a:p>
            <a:r>
              <a:rPr lang="en-US" sz="3600" dirty="0"/>
              <a:t>t = t</a:t>
            </a:r>
            <a:r>
              <a:rPr lang="en-US" sz="3600" baseline="-25000" dirty="0"/>
              <a:t>2</a:t>
            </a:r>
          </a:p>
        </p:txBody>
      </p:sp>
      <p:sp>
        <p:nvSpPr>
          <p:cNvPr id="9" name="TextBox 8"/>
          <p:cNvSpPr txBox="1"/>
          <p:nvPr/>
        </p:nvSpPr>
        <p:spPr>
          <a:xfrm>
            <a:off x="6168570" y="5218332"/>
            <a:ext cx="1085554" cy="646331"/>
          </a:xfrm>
          <a:prstGeom prst="rect">
            <a:avLst/>
          </a:prstGeom>
          <a:noFill/>
        </p:spPr>
        <p:txBody>
          <a:bodyPr wrap="none" rtlCol="0">
            <a:spAutoFit/>
          </a:bodyPr>
          <a:lstStyle/>
          <a:p>
            <a:r>
              <a:rPr lang="en-US" sz="3600" dirty="0"/>
              <a:t>t = t</a:t>
            </a:r>
            <a:r>
              <a:rPr lang="en-US" sz="3600" baseline="-25000" dirty="0"/>
              <a:t>3</a:t>
            </a:r>
          </a:p>
        </p:txBody>
      </p:sp>
      <p:sp>
        <p:nvSpPr>
          <p:cNvPr id="6" name="Oval 5"/>
          <p:cNvSpPr/>
          <p:nvPr/>
        </p:nvSpPr>
        <p:spPr>
          <a:xfrm>
            <a:off x="2278743" y="1948766"/>
            <a:ext cx="116114" cy="11611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p:nvSpPr>
        <p:spPr>
          <a:xfrm>
            <a:off x="2286003" y="2942978"/>
            <a:ext cx="116114" cy="116114"/>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p:nvSpPr>
        <p:spPr>
          <a:xfrm>
            <a:off x="2278749" y="4546778"/>
            <a:ext cx="116114" cy="116114"/>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p:nvSpPr>
        <p:spPr>
          <a:xfrm>
            <a:off x="2278749" y="5911094"/>
            <a:ext cx="116114" cy="116114"/>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9085392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p:cNvPicPr>
            <a:picLocks noChangeAspect="1" noChangeArrowheads="1"/>
          </p:cNvPicPr>
          <p:nvPr/>
        </p:nvPicPr>
        <p:blipFill>
          <a:blip r:embed="rId2" cstate="print"/>
          <a:srcRect/>
          <a:stretch>
            <a:fillRect/>
          </a:stretch>
        </p:blipFill>
        <p:spPr bwMode="auto">
          <a:xfrm>
            <a:off x="551543" y="1490834"/>
            <a:ext cx="4959962" cy="4605166"/>
          </a:xfrm>
          <a:prstGeom prst="rect">
            <a:avLst/>
          </a:prstGeom>
          <a:noFill/>
          <a:ln w="9525">
            <a:noFill/>
            <a:miter lim="800000"/>
            <a:headEnd/>
            <a:tailEnd/>
          </a:ln>
          <a:effectLst/>
        </p:spPr>
      </p:pic>
      <p:sp>
        <p:nvSpPr>
          <p:cNvPr id="5" name="TextBox 4"/>
          <p:cNvSpPr txBox="1"/>
          <p:nvPr/>
        </p:nvSpPr>
        <p:spPr>
          <a:xfrm>
            <a:off x="6168570" y="1640115"/>
            <a:ext cx="1010213" cy="646331"/>
          </a:xfrm>
          <a:prstGeom prst="rect">
            <a:avLst/>
          </a:prstGeom>
          <a:noFill/>
        </p:spPr>
        <p:txBody>
          <a:bodyPr wrap="none" rtlCol="0">
            <a:spAutoFit/>
          </a:bodyPr>
          <a:lstStyle/>
          <a:p>
            <a:r>
              <a:rPr lang="en-US" sz="3600" dirty="0"/>
              <a:t>t = 0</a:t>
            </a:r>
          </a:p>
        </p:txBody>
      </p:sp>
      <p:sp>
        <p:nvSpPr>
          <p:cNvPr id="7" name="TextBox 6"/>
          <p:cNvSpPr txBox="1"/>
          <p:nvPr/>
        </p:nvSpPr>
        <p:spPr>
          <a:xfrm>
            <a:off x="6154056" y="2765417"/>
            <a:ext cx="1085554" cy="646331"/>
          </a:xfrm>
          <a:prstGeom prst="rect">
            <a:avLst/>
          </a:prstGeom>
          <a:noFill/>
        </p:spPr>
        <p:txBody>
          <a:bodyPr wrap="none" rtlCol="0">
            <a:spAutoFit/>
          </a:bodyPr>
          <a:lstStyle/>
          <a:p>
            <a:r>
              <a:rPr lang="en-US" sz="3600" dirty="0"/>
              <a:t>t = t</a:t>
            </a:r>
            <a:r>
              <a:rPr lang="en-US" sz="3600" baseline="-25000" dirty="0"/>
              <a:t>1</a:t>
            </a:r>
          </a:p>
        </p:txBody>
      </p:sp>
      <p:sp>
        <p:nvSpPr>
          <p:cNvPr id="8" name="TextBox 7"/>
          <p:cNvSpPr txBox="1"/>
          <p:nvPr/>
        </p:nvSpPr>
        <p:spPr>
          <a:xfrm>
            <a:off x="6161316" y="4049932"/>
            <a:ext cx="1085554" cy="646331"/>
          </a:xfrm>
          <a:prstGeom prst="rect">
            <a:avLst/>
          </a:prstGeom>
          <a:noFill/>
        </p:spPr>
        <p:txBody>
          <a:bodyPr wrap="none" rtlCol="0">
            <a:spAutoFit/>
          </a:bodyPr>
          <a:lstStyle/>
          <a:p>
            <a:r>
              <a:rPr lang="en-US" sz="3600" dirty="0"/>
              <a:t>t = t</a:t>
            </a:r>
            <a:r>
              <a:rPr lang="en-US" sz="3600" baseline="-25000" dirty="0"/>
              <a:t>2</a:t>
            </a:r>
          </a:p>
        </p:txBody>
      </p:sp>
      <p:sp>
        <p:nvSpPr>
          <p:cNvPr id="9" name="TextBox 8"/>
          <p:cNvSpPr txBox="1"/>
          <p:nvPr/>
        </p:nvSpPr>
        <p:spPr>
          <a:xfrm>
            <a:off x="6168570" y="5218332"/>
            <a:ext cx="1085554" cy="646331"/>
          </a:xfrm>
          <a:prstGeom prst="rect">
            <a:avLst/>
          </a:prstGeom>
          <a:noFill/>
        </p:spPr>
        <p:txBody>
          <a:bodyPr wrap="none" rtlCol="0">
            <a:spAutoFit/>
          </a:bodyPr>
          <a:lstStyle/>
          <a:p>
            <a:r>
              <a:rPr lang="en-US" sz="3600" dirty="0"/>
              <a:t>t = t</a:t>
            </a:r>
            <a:r>
              <a:rPr lang="en-US" sz="3600" baseline="-25000" dirty="0"/>
              <a:t>3</a:t>
            </a:r>
          </a:p>
        </p:txBody>
      </p:sp>
      <p:sp>
        <p:nvSpPr>
          <p:cNvPr id="6" name="Oval 5"/>
          <p:cNvSpPr/>
          <p:nvPr/>
        </p:nvSpPr>
        <p:spPr>
          <a:xfrm>
            <a:off x="2278743" y="1948766"/>
            <a:ext cx="116114" cy="11611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p:nvSpPr>
        <p:spPr>
          <a:xfrm>
            <a:off x="2286003" y="2942978"/>
            <a:ext cx="116114" cy="116114"/>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p:nvSpPr>
        <p:spPr>
          <a:xfrm>
            <a:off x="2278749" y="4546778"/>
            <a:ext cx="116114" cy="116114"/>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p:nvSpPr>
        <p:spPr>
          <a:xfrm>
            <a:off x="2278749" y="5911094"/>
            <a:ext cx="116114" cy="116114"/>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8">
            <a:extLst>
              <a:ext uri="{FF2B5EF4-FFF2-40B4-BE49-F238E27FC236}">
                <a16:creationId xmlns:a16="http://schemas.microsoft.com/office/drawing/2014/main" id="{6734C078-11D0-C224-F48B-9B1E8DA55B6E}"/>
              </a:ext>
            </a:extLst>
          </p:cNvPr>
          <p:cNvCxnSpPr/>
          <p:nvPr/>
        </p:nvCxnSpPr>
        <p:spPr>
          <a:xfrm>
            <a:off x="675185" y="2006823"/>
            <a:ext cx="471267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973F5ECA-FA9B-CEEE-604A-C3773797DE3D}"/>
              </a:ext>
            </a:extLst>
          </p:cNvPr>
          <p:cNvCxnSpPr/>
          <p:nvPr/>
        </p:nvCxnSpPr>
        <p:spPr>
          <a:xfrm>
            <a:off x="675184" y="1601165"/>
            <a:ext cx="471267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F51316CF-0537-A55D-A4E4-DB9DDCE1436E}"/>
              </a:ext>
            </a:extLst>
          </p:cNvPr>
          <p:cNvCxnSpPr/>
          <p:nvPr/>
        </p:nvCxnSpPr>
        <p:spPr>
          <a:xfrm>
            <a:off x="645327" y="3190854"/>
            <a:ext cx="471267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8D91A202-DEF6-A59A-8499-D6FEBA64DFFC}"/>
              </a:ext>
            </a:extLst>
          </p:cNvPr>
          <p:cNvCxnSpPr/>
          <p:nvPr/>
        </p:nvCxnSpPr>
        <p:spPr>
          <a:xfrm>
            <a:off x="645326" y="2785196"/>
            <a:ext cx="471267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27209E3D-F10D-EB88-4857-E918364147A2}"/>
              </a:ext>
            </a:extLst>
          </p:cNvPr>
          <p:cNvCxnSpPr/>
          <p:nvPr/>
        </p:nvCxnSpPr>
        <p:spPr>
          <a:xfrm>
            <a:off x="645326" y="4375274"/>
            <a:ext cx="471267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3E8CC977-8ACC-0F00-9930-B9DDB3822DCD}"/>
              </a:ext>
            </a:extLst>
          </p:cNvPr>
          <p:cNvCxnSpPr/>
          <p:nvPr/>
        </p:nvCxnSpPr>
        <p:spPr>
          <a:xfrm>
            <a:off x="645325" y="3969616"/>
            <a:ext cx="471267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9F763033-B575-5BEA-3E54-07A14D82FE19}"/>
              </a:ext>
            </a:extLst>
          </p:cNvPr>
          <p:cNvCxnSpPr/>
          <p:nvPr/>
        </p:nvCxnSpPr>
        <p:spPr>
          <a:xfrm>
            <a:off x="675183" y="5567509"/>
            <a:ext cx="471267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9E3968A-8ABF-599D-AB5E-727A9981DD2E}"/>
              </a:ext>
            </a:extLst>
          </p:cNvPr>
          <p:cNvCxnSpPr/>
          <p:nvPr/>
        </p:nvCxnSpPr>
        <p:spPr>
          <a:xfrm>
            <a:off x="675182" y="5161851"/>
            <a:ext cx="4712677" cy="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p:cNvPicPr>
            <a:picLocks noChangeAspect="1" noChangeArrowheads="1"/>
          </p:cNvPicPr>
          <p:nvPr/>
        </p:nvPicPr>
        <p:blipFill>
          <a:blip r:embed="rId2" cstate="print"/>
          <a:srcRect/>
          <a:stretch>
            <a:fillRect/>
          </a:stretch>
        </p:blipFill>
        <p:spPr bwMode="auto">
          <a:xfrm>
            <a:off x="660101" y="450755"/>
            <a:ext cx="8247424" cy="5491159"/>
          </a:xfrm>
          <a:prstGeom prst="rect">
            <a:avLst/>
          </a:prstGeom>
          <a:noFill/>
          <a:ln w="9525">
            <a:noFill/>
            <a:miter lim="800000"/>
            <a:headEnd/>
            <a:tailEnd/>
          </a:ln>
          <a:effectLst/>
        </p:spPr>
      </p:pic>
      <p:sp>
        <p:nvSpPr>
          <p:cNvPr id="18" name="TextBox 17"/>
          <p:cNvSpPr txBox="1"/>
          <p:nvPr/>
        </p:nvSpPr>
        <p:spPr>
          <a:xfrm>
            <a:off x="4507761" y="5760914"/>
            <a:ext cx="494046" cy="646331"/>
          </a:xfrm>
          <a:prstGeom prst="rect">
            <a:avLst/>
          </a:prstGeom>
          <a:noFill/>
        </p:spPr>
        <p:txBody>
          <a:bodyPr wrap="none" rtlCol="0">
            <a:spAutoFit/>
          </a:bodyPr>
          <a:lstStyle/>
          <a:p>
            <a:r>
              <a:rPr lang="en-US" sz="3600" dirty="0"/>
              <a:t>t</a:t>
            </a:r>
            <a:r>
              <a:rPr lang="en-US" sz="3600" baseline="-25000" dirty="0"/>
              <a:t>1</a:t>
            </a:r>
          </a:p>
        </p:txBody>
      </p:sp>
      <p:sp>
        <p:nvSpPr>
          <p:cNvPr id="19" name="TextBox 18"/>
          <p:cNvSpPr txBox="1"/>
          <p:nvPr/>
        </p:nvSpPr>
        <p:spPr>
          <a:xfrm>
            <a:off x="6561021" y="5760914"/>
            <a:ext cx="494046" cy="646331"/>
          </a:xfrm>
          <a:prstGeom prst="rect">
            <a:avLst/>
          </a:prstGeom>
          <a:noFill/>
        </p:spPr>
        <p:txBody>
          <a:bodyPr wrap="none" rtlCol="0">
            <a:spAutoFit/>
          </a:bodyPr>
          <a:lstStyle/>
          <a:p>
            <a:r>
              <a:rPr lang="en-US" sz="3600" dirty="0"/>
              <a:t>t</a:t>
            </a:r>
            <a:r>
              <a:rPr lang="en-US" sz="3600" baseline="-25000" dirty="0"/>
              <a:t>2</a:t>
            </a:r>
          </a:p>
        </p:txBody>
      </p:sp>
      <p:sp>
        <p:nvSpPr>
          <p:cNvPr id="20" name="TextBox 19"/>
          <p:cNvSpPr txBox="1"/>
          <p:nvPr/>
        </p:nvSpPr>
        <p:spPr>
          <a:xfrm>
            <a:off x="8374464" y="5760914"/>
            <a:ext cx="494046" cy="646331"/>
          </a:xfrm>
          <a:prstGeom prst="rect">
            <a:avLst/>
          </a:prstGeom>
          <a:noFill/>
        </p:spPr>
        <p:txBody>
          <a:bodyPr wrap="none" rtlCol="0">
            <a:spAutoFit/>
          </a:bodyPr>
          <a:lstStyle/>
          <a:p>
            <a:r>
              <a:rPr lang="en-US" sz="3600" dirty="0"/>
              <a:t>t</a:t>
            </a:r>
            <a:r>
              <a:rPr lang="en-US" sz="3600" baseline="-25000" dirty="0"/>
              <a:t>3</a:t>
            </a:r>
          </a:p>
        </p:txBody>
      </p:sp>
      <p:sp>
        <p:nvSpPr>
          <p:cNvPr id="21" name="Oval 20"/>
          <p:cNvSpPr/>
          <p:nvPr/>
        </p:nvSpPr>
        <p:spPr>
          <a:xfrm>
            <a:off x="2798466" y="2938529"/>
            <a:ext cx="116114" cy="116114"/>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p:cNvSpPr/>
          <p:nvPr/>
        </p:nvSpPr>
        <p:spPr>
          <a:xfrm>
            <a:off x="4725756" y="1803624"/>
            <a:ext cx="116114" cy="116114"/>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p:cNvSpPr/>
          <p:nvPr/>
        </p:nvSpPr>
        <p:spPr>
          <a:xfrm>
            <a:off x="6473109" y="4199552"/>
            <a:ext cx="116114" cy="116114"/>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p:cNvSpPr/>
          <p:nvPr/>
        </p:nvSpPr>
        <p:spPr>
          <a:xfrm>
            <a:off x="8563430" y="5152572"/>
            <a:ext cx="116114" cy="116114"/>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3059507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p:cNvPicPr>
            <a:picLocks noChangeAspect="1" noChangeArrowheads="1"/>
          </p:cNvPicPr>
          <p:nvPr/>
        </p:nvPicPr>
        <p:blipFill>
          <a:blip r:embed="rId2" cstate="print"/>
          <a:srcRect/>
          <a:stretch>
            <a:fillRect/>
          </a:stretch>
        </p:blipFill>
        <p:spPr bwMode="auto">
          <a:xfrm>
            <a:off x="660101" y="450755"/>
            <a:ext cx="8247424" cy="5491159"/>
          </a:xfrm>
          <a:prstGeom prst="rect">
            <a:avLst/>
          </a:prstGeom>
          <a:noFill/>
          <a:ln w="9525">
            <a:noFill/>
            <a:miter lim="800000"/>
            <a:headEnd/>
            <a:tailEnd/>
          </a:ln>
          <a:effectLst/>
        </p:spPr>
      </p:pic>
      <p:cxnSp>
        <p:nvCxnSpPr>
          <p:cNvPr id="6" name="Straight Connector 5"/>
          <p:cNvCxnSpPr>
            <a:cxnSpLocks/>
          </p:cNvCxnSpPr>
          <p:nvPr/>
        </p:nvCxnSpPr>
        <p:spPr>
          <a:xfrm flipV="1">
            <a:off x="923941" y="1324876"/>
            <a:ext cx="3412169" cy="3850586"/>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a:cxnSpLocks/>
          </p:cNvCxnSpPr>
          <p:nvPr/>
        </p:nvCxnSpPr>
        <p:spPr>
          <a:xfrm flipH="1" flipV="1">
            <a:off x="4324387" y="1312985"/>
            <a:ext cx="3335309" cy="389764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4507761" y="5760914"/>
            <a:ext cx="494046" cy="646331"/>
          </a:xfrm>
          <a:prstGeom prst="rect">
            <a:avLst/>
          </a:prstGeom>
          <a:noFill/>
        </p:spPr>
        <p:txBody>
          <a:bodyPr wrap="none" rtlCol="0">
            <a:spAutoFit/>
          </a:bodyPr>
          <a:lstStyle/>
          <a:p>
            <a:r>
              <a:rPr lang="en-US" sz="3600" dirty="0"/>
              <a:t>t</a:t>
            </a:r>
            <a:r>
              <a:rPr lang="en-US" sz="3600" baseline="-25000" dirty="0"/>
              <a:t>1</a:t>
            </a:r>
          </a:p>
        </p:txBody>
      </p:sp>
      <p:sp>
        <p:nvSpPr>
          <p:cNvPr id="19" name="TextBox 18"/>
          <p:cNvSpPr txBox="1"/>
          <p:nvPr/>
        </p:nvSpPr>
        <p:spPr>
          <a:xfrm>
            <a:off x="6561021" y="5760914"/>
            <a:ext cx="494046" cy="646331"/>
          </a:xfrm>
          <a:prstGeom prst="rect">
            <a:avLst/>
          </a:prstGeom>
          <a:noFill/>
        </p:spPr>
        <p:txBody>
          <a:bodyPr wrap="none" rtlCol="0">
            <a:spAutoFit/>
          </a:bodyPr>
          <a:lstStyle/>
          <a:p>
            <a:r>
              <a:rPr lang="en-US" sz="3600" dirty="0"/>
              <a:t>t</a:t>
            </a:r>
            <a:r>
              <a:rPr lang="en-US" sz="3600" baseline="-25000" dirty="0"/>
              <a:t>2</a:t>
            </a:r>
          </a:p>
        </p:txBody>
      </p:sp>
      <p:sp>
        <p:nvSpPr>
          <p:cNvPr id="20" name="TextBox 19"/>
          <p:cNvSpPr txBox="1"/>
          <p:nvPr/>
        </p:nvSpPr>
        <p:spPr>
          <a:xfrm>
            <a:off x="8374464" y="5760914"/>
            <a:ext cx="494046" cy="646331"/>
          </a:xfrm>
          <a:prstGeom prst="rect">
            <a:avLst/>
          </a:prstGeom>
          <a:noFill/>
        </p:spPr>
        <p:txBody>
          <a:bodyPr wrap="none" rtlCol="0">
            <a:spAutoFit/>
          </a:bodyPr>
          <a:lstStyle/>
          <a:p>
            <a:r>
              <a:rPr lang="en-US" sz="3600" dirty="0"/>
              <a:t>t</a:t>
            </a:r>
            <a:r>
              <a:rPr lang="en-US" sz="3600" baseline="-25000" dirty="0"/>
              <a:t>3</a:t>
            </a:r>
          </a:p>
        </p:txBody>
      </p:sp>
      <p:sp>
        <p:nvSpPr>
          <p:cNvPr id="21" name="Oval 20"/>
          <p:cNvSpPr/>
          <p:nvPr/>
        </p:nvSpPr>
        <p:spPr>
          <a:xfrm>
            <a:off x="2786743" y="2950252"/>
            <a:ext cx="116114" cy="116114"/>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p:cNvSpPr/>
          <p:nvPr/>
        </p:nvSpPr>
        <p:spPr>
          <a:xfrm>
            <a:off x="4725756" y="1803624"/>
            <a:ext cx="116114" cy="116114"/>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p:cNvSpPr/>
          <p:nvPr/>
        </p:nvSpPr>
        <p:spPr>
          <a:xfrm>
            <a:off x="6672400" y="4058876"/>
            <a:ext cx="116114" cy="116114"/>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p:cNvSpPr/>
          <p:nvPr/>
        </p:nvSpPr>
        <p:spPr>
          <a:xfrm>
            <a:off x="8563430" y="5152572"/>
            <a:ext cx="116114" cy="116114"/>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AE5F6494-B4E8-85F8-5697-CCBFC134313C}"/>
              </a:ext>
            </a:extLst>
          </p:cNvPr>
          <p:cNvCxnSpPr>
            <a:cxnSpLocks/>
            <a:stCxn id="24" idx="2"/>
          </p:cNvCxnSpPr>
          <p:nvPr/>
        </p:nvCxnSpPr>
        <p:spPr>
          <a:xfrm flipH="1">
            <a:off x="7659696" y="5210629"/>
            <a:ext cx="903734"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54B61E7D-6249-2014-593F-7C12864A651D}"/>
              </a:ext>
            </a:extLst>
          </p:cNvPr>
          <p:cNvSpPr txBox="1"/>
          <p:nvPr/>
        </p:nvSpPr>
        <p:spPr>
          <a:xfrm>
            <a:off x="2701524" y="5760913"/>
            <a:ext cx="494046" cy="646331"/>
          </a:xfrm>
          <a:prstGeom prst="rect">
            <a:avLst/>
          </a:prstGeom>
          <a:noFill/>
        </p:spPr>
        <p:txBody>
          <a:bodyPr wrap="none" rtlCol="0">
            <a:spAutoFit/>
          </a:bodyPr>
          <a:lstStyle/>
          <a:p>
            <a:r>
              <a:rPr lang="en-US" sz="3600" dirty="0"/>
              <a:t>t</a:t>
            </a:r>
            <a:r>
              <a:rPr lang="en-US" sz="3600" baseline="-25000" dirty="0"/>
              <a:t>0</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3B18B4ED-C350-6711-C4AF-D365C901F3B6}"/>
              </a:ext>
            </a:extLst>
          </p:cNvPr>
          <p:cNvGrpSpPr/>
          <p:nvPr/>
        </p:nvGrpSpPr>
        <p:grpSpPr>
          <a:xfrm>
            <a:off x="2762918" y="44450"/>
            <a:ext cx="3156492" cy="1588637"/>
            <a:chOff x="952500" y="254000"/>
            <a:chExt cx="8191500" cy="3429000"/>
          </a:xfrm>
        </p:grpSpPr>
        <p:cxnSp>
          <p:nvCxnSpPr>
            <p:cNvPr id="6" name="Straight Connector 5"/>
            <p:cNvCxnSpPr/>
            <p:nvPr/>
          </p:nvCxnSpPr>
          <p:spPr>
            <a:xfrm>
              <a:off x="2476500" y="276388"/>
              <a:ext cx="0" cy="340661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flipH="1">
              <a:off x="952500" y="2159000"/>
              <a:ext cx="6096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1104899" y="254000"/>
              <a:ext cx="1510912" cy="564673"/>
            </a:xfrm>
            <a:prstGeom prst="rect">
              <a:avLst/>
            </a:prstGeom>
            <a:noFill/>
          </p:spPr>
          <p:txBody>
            <a:bodyPr wrap="none" rtlCol="0">
              <a:spAutoFit/>
            </a:bodyPr>
            <a:lstStyle/>
            <a:p>
              <a:r>
                <a:rPr lang="en-US" sz="1100" dirty="0"/>
                <a:t>D(mm)</a:t>
              </a:r>
            </a:p>
          </p:txBody>
        </p:sp>
        <p:sp>
          <p:nvSpPr>
            <p:cNvPr id="11" name="TextBox 10"/>
            <p:cNvSpPr txBox="1"/>
            <p:nvPr/>
          </p:nvSpPr>
          <p:spPr>
            <a:xfrm>
              <a:off x="1956692" y="1040826"/>
              <a:ext cx="666434" cy="564673"/>
            </a:xfrm>
            <a:prstGeom prst="rect">
              <a:avLst/>
            </a:prstGeom>
            <a:noFill/>
          </p:spPr>
          <p:txBody>
            <a:bodyPr wrap="none" rtlCol="0">
              <a:spAutoFit/>
            </a:bodyPr>
            <a:lstStyle/>
            <a:p>
              <a:r>
                <a:rPr lang="en-US" sz="1100" dirty="0"/>
                <a:t>2</a:t>
              </a:r>
            </a:p>
          </p:txBody>
        </p:sp>
        <p:sp>
          <p:nvSpPr>
            <p:cNvPr id="13" name="TextBox 12"/>
            <p:cNvSpPr txBox="1"/>
            <p:nvPr/>
          </p:nvSpPr>
          <p:spPr>
            <a:xfrm>
              <a:off x="1846083" y="2702581"/>
              <a:ext cx="778751" cy="564673"/>
            </a:xfrm>
            <a:prstGeom prst="rect">
              <a:avLst/>
            </a:prstGeom>
            <a:noFill/>
          </p:spPr>
          <p:txBody>
            <a:bodyPr wrap="none" rtlCol="0">
              <a:spAutoFit/>
            </a:bodyPr>
            <a:lstStyle/>
            <a:p>
              <a:r>
                <a:rPr lang="en-US" sz="1100" dirty="0"/>
                <a:t>-2</a:t>
              </a:r>
            </a:p>
          </p:txBody>
        </p:sp>
        <p:sp>
          <p:nvSpPr>
            <p:cNvPr id="14" name="TextBox 13"/>
            <p:cNvSpPr txBox="1"/>
            <p:nvPr/>
          </p:nvSpPr>
          <p:spPr>
            <a:xfrm>
              <a:off x="1409699" y="2260024"/>
              <a:ext cx="778751" cy="564673"/>
            </a:xfrm>
            <a:prstGeom prst="rect">
              <a:avLst/>
            </a:prstGeom>
            <a:noFill/>
          </p:spPr>
          <p:txBody>
            <a:bodyPr wrap="none" rtlCol="0">
              <a:spAutoFit/>
            </a:bodyPr>
            <a:lstStyle/>
            <a:p>
              <a:r>
                <a:rPr lang="en-US" sz="1100" dirty="0"/>
                <a:t>-2</a:t>
              </a:r>
            </a:p>
          </p:txBody>
        </p:sp>
        <p:sp>
          <p:nvSpPr>
            <p:cNvPr id="15" name="TextBox 14"/>
            <p:cNvSpPr txBox="1"/>
            <p:nvPr/>
          </p:nvSpPr>
          <p:spPr>
            <a:xfrm>
              <a:off x="3050230" y="2260024"/>
              <a:ext cx="666434" cy="564673"/>
            </a:xfrm>
            <a:prstGeom prst="rect">
              <a:avLst/>
            </a:prstGeom>
            <a:noFill/>
          </p:spPr>
          <p:txBody>
            <a:bodyPr wrap="none" rtlCol="0">
              <a:spAutoFit/>
            </a:bodyPr>
            <a:lstStyle/>
            <a:p>
              <a:r>
                <a:rPr lang="en-US" sz="1100" dirty="0"/>
                <a:t>2</a:t>
              </a:r>
            </a:p>
          </p:txBody>
        </p:sp>
        <p:cxnSp>
          <p:nvCxnSpPr>
            <p:cNvPr id="16" name="Straight Connector 15"/>
            <p:cNvCxnSpPr/>
            <p:nvPr/>
          </p:nvCxnSpPr>
          <p:spPr>
            <a:xfrm>
              <a:off x="4000500" y="1979694"/>
              <a:ext cx="0" cy="3418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a:off x="4762500" y="2006600"/>
              <a:ext cx="0" cy="3418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5524500" y="2006600"/>
              <a:ext cx="0" cy="3418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a:xfrm>
              <a:off x="6286500" y="2006600"/>
              <a:ext cx="0" cy="3418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a:off x="3238500" y="2006600"/>
              <a:ext cx="0" cy="3418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a:xfrm>
              <a:off x="1714500" y="2006600"/>
              <a:ext cx="0" cy="3418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a:xfrm rot="5400000">
              <a:off x="2495043" y="2750057"/>
              <a:ext cx="0" cy="3418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a:xfrm rot="5400000">
              <a:off x="2495043" y="1226057"/>
              <a:ext cx="0" cy="3418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4980214" y="330200"/>
              <a:ext cx="4049487" cy="564673"/>
            </a:xfrm>
            <a:prstGeom prst="rect">
              <a:avLst/>
            </a:prstGeom>
            <a:noFill/>
          </p:spPr>
          <p:txBody>
            <a:bodyPr wrap="square" rtlCol="0">
              <a:spAutoFit/>
            </a:bodyPr>
            <a:lstStyle/>
            <a:p>
              <a:r>
                <a:rPr lang="en-US" sz="1100" dirty="0"/>
                <a:t>t=0</a:t>
              </a:r>
            </a:p>
          </p:txBody>
        </p:sp>
        <p:sp>
          <p:nvSpPr>
            <p:cNvPr id="30" name="TextBox 29"/>
            <p:cNvSpPr txBox="1"/>
            <p:nvPr/>
          </p:nvSpPr>
          <p:spPr>
            <a:xfrm>
              <a:off x="6972301" y="2260024"/>
              <a:ext cx="2171699" cy="564673"/>
            </a:xfrm>
            <a:prstGeom prst="rect">
              <a:avLst/>
            </a:prstGeom>
            <a:noFill/>
          </p:spPr>
          <p:txBody>
            <a:bodyPr wrap="square" rtlCol="0">
              <a:spAutoFit/>
            </a:bodyPr>
            <a:lstStyle/>
            <a:p>
              <a:r>
                <a:rPr lang="en-US" sz="1100" dirty="0"/>
                <a:t>x(cm)</a:t>
              </a:r>
            </a:p>
          </p:txBody>
        </p:sp>
        <p:sp>
          <p:nvSpPr>
            <p:cNvPr id="28" name="Freeform 27"/>
            <p:cNvSpPr/>
            <p:nvPr/>
          </p:nvSpPr>
          <p:spPr>
            <a:xfrm>
              <a:off x="996044" y="1407886"/>
              <a:ext cx="6008915" cy="764980"/>
            </a:xfrm>
            <a:custGeom>
              <a:avLst/>
              <a:gdLst>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766457 w 6008914"/>
                <a:gd name="connsiteY4" fmla="*/ 751114 h 762000"/>
                <a:gd name="connsiteX5" fmla="*/ 6008914 w 6008914"/>
                <a:gd name="connsiteY5" fmla="*/ 751114 h 762000"/>
                <a:gd name="connsiteX6" fmla="*/ 6008914 w 6008914"/>
                <a:gd name="connsiteY6" fmla="*/ 751114 h 762000"/>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346240 w 6008914"/>
                <a:gd name="connsiteY4" fmla="*/ 442725 h 762000"/>
                <a:gd name="connsiteX5" fmla="*/ 6008914 w 6008914"/>
                <a:gd name="connsiteY5" fmla="*/ 751114 h 762000"/>
                <a:gd name="connsiteX6" fmla="*/ 6008914 w 6008914"/>
                <a:gd name="connsiteY6" fmla="*/ 751114 h 762000"/>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346240 w 6008914"/>
                <a:gd name="connsiteY4" fmla="*/ 442725 h 762000"/>
                <a:gd name="connsiteX5" fmla="*/ 4651255 w 6008914"/>
                <a:gd name="connsiteY5" fmla="*/ 621066 h 762000"/>
                <a:gd name="connsiteX6" fmla="*/ 6008914 w 6008914"/>
                <a:gd name="connsiteY6" fmla="*/ 751114 h 762000"/>
                <a:gd name="connsiteX7" fmla="*/ 6008914 w 6008914"/>
                <a:gd name="connsiteY7" fmla="*/ 751114 h 762000"/>
                <a:gd name="connsiteX0" fmla="*/ 0 w 6008914"/>
                <a:gd name="connsiteY0" fmla="*/ 751114 h 764981"/>
                <a:gd name="connsiteX1" fmla="*/ 2253343 w 6008914"/>
                <a:gd name="connsiteY1" fmla="*/ 762000 h 764981"/>
                <a:gd name="connsiteX2" fmla="*/ 2460171 w 6008914"/>
                <a:gd name="connsiteY2" fmla="*/ 10885 h 764981"/>
                <a:gd name="connsiteX3" fmla="*/ 2993571 w 6008914"/>
                <a:gd name="connsiteY3" fmla="*/ 0 h 764981"/>
                <a:gd name="connsiteX4" fmla="*/ 3346240 w 6008914"/>
                <a:gd name="connsiteY4" fmla="*/ 442725 h 764981"/>
                <a:gd name="connsiteX5" fmla="*/ 4577099 w 6008914"/>
                <a:gd name="connsiteY5" fmla="*/ 764981 h 764981"/>
                <a:gd name="connsiteX6" fmla="*/ 6008914 w 6008914"/>
                <a:gd name="connsiteY6" fmla="*/ 751114 h 764981"/>
                <a:gd name="connsiteX7" fmla="*/ 6008914 w 6008914"/>
                <a:gd name="connsiteY7" fmla="*/ 751114 h 764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8914" h="764981">
                  <a:moveTo>
                    <a:pt x="0" y="751114"/>
                  </a:moveTo>
                  <a:lnTo>
                    <a:pt x="2253343" y="762000"/>
                  </a:lnTo>
                  <a:lnTo>
                    <a:pt x="2460171" y="10885"/>
                  </a:lnTo>
                  <a:lnTo>
                    <a:pt x="2993571" y="0"/>
                  </a:lnTo>
                  <a:lnTo>
                    <a:pt x="3346240" y="442725"/>
                  </a:lnTo>
                  <a:lnTo>
                    <a:pt x="4577099" y="764981"/>
                  </a:lnTo>
                  <a:lnTo>
                    <a:pt x="6008914" y="751114"/>
                  </a:lnTo>
                  <a:lnTo>
                    <a:pt x="6008914" y="751114"/>
                  </a:lnTo>
                </a:path>
              </a:pathLst>
            </a:cu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6" name="TextBox 25"/>
            <p:cNvSpPr txBox="1"/>
            <p:nvPr/>
          </p:nvSpPr>
          <p:spPr>
            <a:xfrm>
              <a:off x="3803972" y="2260024"/>
              <a:ext cx="666434" cy="564673"/>
            </a:xfrm>
            <a:prstGeom prst="rect">
              <a:avLst/>
            </a:prstGeom>
            <a:noFill/>
          </p:spPr>
          <p:txBody>
            <a:bodyPr wrap="none" rtlCol="0">
              <a:spAutoFit/>
            </a:bodyPr>
            <a:lstStyle/>
            <a:p>
              <a:r>
                <a:rPr lang="en-US" sz="1100" dirty="0"/>
                <a:t>4</a:t>
              </a:r>
            </a:p>
          </p:txBody>
        </p:sp>
        <p:sp>
          <p:nvSpPr>
            <p:cNvPr id="31" name="TextBox 30"/>
            <p:cNvSpPr txBox="1"/>
            <p:nvPr/>
          </p:nvSpPr>
          <p:spPr>
            <a:xfrm>
              <a:off x="4569467" y="2260024"/>
              <a:ext cx="666434" cy="564673"/>
            </a:xfrm>
            <a:prstGeom prst="rect">
              <a:avLst/>
            </a:prstGeom>
            <a:noFill/>
          </p:spPr>
          <p:txBody>
            <a:bodyPr wrap="none" rtlCol="0">
              <a:spAutoFit/>
            </a:bodyPr>
            <a:lstStyle/>
            <a:p>
              <a:r>
                <a:rPr lang="en-US" sz="1100" dirty="0"/>
                <a:t>6</a:t>
              </a:r>
            </a:p>
          </p:txBody>
        </p:sp>
        <p:sp>
          <p:nvSpPr>
            <p:cNvPr id="32" name="TextBox 31"/>
            <p:cNvSpPr txBox="1"/>
            <p:nvPr/>
          </p:nvSpPr>
          <p:spPr>
            <a:xfrm>
              <a:off x="5327976" y="2260024"/>
              <a:ext cx="666434" cy="564673"/>
            </a:xfrm>
            <a:prstGeom prst="rect">
              <a:avLst/>
            </a:prstGeom>
            <a:noFill/>
          </p:spPr>
          <p:txBody>
            <a:bodyPr wrap="none" rtlCol="0">
              <a:spAutoFit/>
            </a:bodyPr>
            <a:lstStyle/>
            <a:p>
              <a:r>
                <a:rPr lang="en-US" sz="1100" dirty="0"/>
                <a:t>8</a:t>
              </a:r>
            </a:p>
          </p:txBody>
        </p:sp>
        <p:sp>
          <p:nvSpPr>
            <p:cNvPr id="33" name="TextBox 32"/>
            <p:cNvSpPr txBox="1"/>
            <p:nvPr/>
          </p:nvSpPr>
          <p:spPr>
            <a:xfrm>
              <a:off x="5981699" y="2260024"/>
              <a:ext cx="853631" cy="564673"/>
            </a:xfrm>
            <a:prstGeom prst="rect">
              <a:avLst/>
            </a:prstGeom>
            <a:noFill/>
          </p:spPr>
          <p:txBody>
            <a:bodyPr wrap="none" rtlCol="0">
              <a:spAutoFit/>
            </a:bodyPr>
            <a:lstStyle/>
            <a:p>
              <a:r>
                <a:rPr lang="en-US" sz="1100" dirty="0"/>
                <a:t>10</a:t>
              </a:r>
            </a:p>
          </p:txBody>
        </p:sp>
      </p:grpSp>
      <p:sp>
        <p:nvSpPr>
          <p:cNvPr id="3" name="Freeform 27">
            <a:extLst>
              <a:ext uri="{FF2B5EF4-FFF2-40B4-BE49-F238E27FC236}">
                <a16:creationId xmlns:a16="http://schemas.microsoft.com/office/drawing/2014/main" id="{B5432291-5FB6-1837-78B9-CEAE7924662A}"/>
              </a:ext>
            </a:extLst>
          </p:cNvPr>
          <p:cNvSpPr/>
          <p:nvPr/>
        </p:nvSpPr>
        <p:spPr>
          <a:xfrm>
            <a:off x="2625778" y="2142281"/>
            <a:ext cx="2315460" cy="354411"/>
          </a:xfrm>
          <a:custGeom>
            <a:avLst/>
            <a:gdLst>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766457 w 6008914"/>
              <a:gd name="connsiteY4" fmla="*/ 751114 h 762000"/>
              <a:gd name="connsiteX5" fmla="*/ 6008914 w 6008914"/>
              <a:gd name="connsiteY5" fmla="*/ 751114 h 762000"/>
              <a:gd name="connsiteX6" fmla="*/ 6008914 w 6008914"/>
              <a:gd name="connsiteY6" fmla="*/ 751114 h 762000"/>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346240 w 6008914"/>
              <a:gd name="connsiteY4" fmla="*/ 442725 h 762000"/>
              <a:gd name="connsiteX5" fmla="*/ 6008914 w 6008914"/>
              <a:gd name="connsiteY5" fmla="*/ 751114 h 762000"/>
              <a:gd name="connsiteX6" fmla="*/ 6008914 w 6008914"/>
              <a:gd name="connsiteY6" fmla="*/ 751114 h 762000"/>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346240 w 6008914"/>
              <a:gd name="connsiteY4" fmla="*/ 442725 h 762000"/>
              <a:gd name="connsiteX5" fmla="*/ 4651255 w 6008914"/>
              <a:gd name="connsiteY5" fmla="*/ 621066 h 762000"/>
              <a:gd name="connsiteX6" fmla="*/ 6008914 w 6008914"/>
              <a:gd name="connsiteY6" fmla="*/ 751114 h 762000"/>
              <a:gd name="connsiteX7" fmla="*/ 6008914 w 6008914"/>
              <a:gd name="connsiteY7" fmla="*/ 751114 h 762000"/>
              <a:gd name="connsiteX0" fmla="*/ 0 w 6008914"/>
              <a:gd name="connsiteY0" fmla="*/ 751114 h 764981"/>
              <a:gd name="connsiteX1" fmla="*/ 2253343 w 6008914"/>
              <a:gd name="connsiteY1" fmla="*/ 762000 h 764981"/>
              <a:gd name="connsiteX2" fmla="*/ 2460171 w 6008914"/>
              <a:gd name="connsiteY2" fmla="*/ 10885 h 764981"/>
              <a:gd name="connsiteX3" fmla="*/ 2993571 w 6008914"/>
              <a:gd name="connsiteY3" fmla="*/ 0 h 764981"/>
              <a:gd name="connsiteX4" fmla="*/ 3346240 w 6008914"/>
              <a:gd name="connsiteY4" fmla="*/ 442725 h 764981"/>
              <a:gd name="connsiteX5" fmla="*/ 4577099 w 6008914"/>
              <a:gd name="connsiteY5" fmla="*/ 764981 h 764981"/>
              <a:gd name="connsiteX6" fmla="*/ 6008914 w 6008914"/>
              <a:gd name="connsiteY6" fmla="*/ 751114 h 764981"/>
              <a:gd name="connsiteX7" fmla="*/ 6008914 w 6008914"/>
              <a:gd name="connsiteY7" fmla="*/ 751114 h 764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8914" h="764981">
                <a:moveTo>
                  <a:pt x="0" y="751114"/>
                </a:moveTo>
                <a:lnTo>
                  <a:pt x="2253343" y="762000"/>
                </a:lnTo>
                <a:lnTo>
                  <a:pt x="2460171" y="10885"/>
                </a:lnTo>
                <a:lnTo>
                  <a:pt x="2993571" y="0"/>
                </a:lnTo>
                <a:lnTo>
                  <a:pt x="3346240" y="442725"/>
                </a:lnTo>
                <a:lnTo>
                  <a:pt x="4577099" y="764981"/>
                </a:lnTo>
                <a:lnTo>
                  <a:pt x="6008914" y="751114"/>
                </a:lnTo>
                <a:lnTo>
                  <a:pt x="6008914" y="751114"/>
                </a:lnTo>
              </a:path>
            </a:pathLst>
          </a:cu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5" name="Freeform 27">
            <a:extLst>
              <a:ext uri="{FF2B5EF4-FFF2-40B4-BE49-F238E27FC236}">
                <a16:creationId xmlns:a16="http://schemas.microsoft.com/office/drawing/2014/main" id="{F49AC4AA-E1CE-7045-6211-23FEFB8B7976}"/>
              </a:ext>
            </a:extLst>
          </p:cNvPr>
          <p:cNvSpPr/>
          <p:nvPr/>
        </p:nvSpPr>
        <p:spPr>
          <a:xfrm>
            <a:off x="2496812" y="3771148"/>
            <a:ext cx="2315460" cy="354411"/>
          </a:xfrm>
          <a:custGeom>
            <a:avLst/>
            <a:gdLst>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766457 w 6008914"/>
              <a:gd name="connsiteY4" fmla="*/ 751114 h 762000"/>
              <a:gd name="connsiteX5" fmla="*/ 6008914 w 6008914"/>
              <a:gd name="connsiteY5" fmla="*/ 751114 h 762000"/>
              <a:gd name="connsiteX6" fmla="*/ 6008914 w 6008914"/>
              <a:gd name="connsiteY6" fmla="*/ 751114 h 762000"/>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346240 w 6008914"/>
              <a:gd name="connsiteY4" fmla="*/ 442725 h 762000"/>
              <a:gd name="connsiteX5" fmla="*/ 6008914 w 6008914"/>
              <a:gd name="connsiteY5" fmla="*/ 751114 h 762000"/>
              <a:gd name="connsiteX6" fmla="*/ 6008914 w 6008914"/>
              <a:gd name="connsiteY6" fmla="*/ 751114 h 762000"/>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346240 w 6008914"/>
              <a:gd name="connsiteY4" fmla="*/ 442725 h 762000"/>
              <a:gd name="connsiteX5" fmla="*/ 4651255 w 6008914"/>
              <a:gd name="connsiteY5" fmla="*/ 621066 h 762000"/>
              <a:gd name="connsiteX6" fmla="*/ 6008914 w 6008914"/>
              <a:gd name="connsiteY6" fmla="*/ 751114 h 762000"/>
              <a:gd name="connsiteX7" fmla="*/ 6008914 w 6008914"/>
              <a:gd name="connsiteY7" fmla="*/ 751114 h 762000"/>
              <a:gd name="connsiteX0" fmla="*/ 0 w 6008914"/>
              <a:gd name="connsiteY0" fmla="*/ 751114 h 764981"/>
              <a:gd name="connsiteX1" fmla="*/ 2253343 w 6008914"/>
              <a:gd name="connsiteY1" fmla="*/ 762000 h 764981"/>
              <a:gd name="connsiteX2" fmla="*/ 2460171 w 6008914"/>
              <a:gd name="connsiteY2" fmla="*/ 10885 h 764981"/>
              <a:gd name="connsiteX3" fmla="*/ 2993571 w 6008914"/>
              <a:gd name="connsiteY3" fmla="*/ 0 h 764981"/>
              <a:gd name="connsiteX4" fmla="*/ 3346240 w 6008914"/>
              <a:gd name="connsiteY4" fmla="*/ 442725 h 764981"/>
              <a:gd name="connsiteX5" fmla="*/ 4577099 w 6008914"/>
              <a:gd name="connsiteY5" fmla="*/ 764981 h 764981"/>
              <a:gd name="connsiteX6" fmla="*/ 6008914 w 6008914"/>
              <a:gd name="connsiteY6" fmla="*/ 751114 h 764981"/>
              <a:gd name="connsiteX7" fmla="*/ 6008914 w 6008914"/>
              <a:gd name="connsiteY7" fmla="*/ 751114 h 764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8914" h="764981">
                <a:moveTo>
                  <a:pt x="0" y="751114"/>
                </a:moveTo>
                <a:lnTo>
                  <a:pt x="2253343" y="762000"/>
                </a:lnTo>
                <a:lnTo>
                  <a:pt x="2460171" y="10885"/>
                </a:lnTo>
                <a:lnTo>
                  <a:pt x="2993571" y="0"/>
                </a:lnTo>
                <a:lnTo>
                  <a:pt x="3346240" y="442725"/>
                </a:lnTo>
                <a:lnTo>
                  <a:pt x="4577099" y="764981"/>
                </a:lnTo>
                <a:lnTo>
                  <a:pt x="6008914" y="751114"/>
                </a:lnTo>
                <a:lnTo>
                  <a:pt x="6008914" y="751114"/>
                </a:lnTo>
              </a:path>
            </a:pathLst>
          </a:cu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9" name="Freeform 27">
            <a:extLst>
              <a:ext uri="{FF2B5EF4-FFF2-40B4-BE49-F238E27FC236}">
                <a16:creationId xmlns:a16="http://schemas.microsoft.com/office/drawing/2014/main" id="{E2F8B26B-67C4-1B3A-FDD1-6EB35749A7C2}"/>
              </a:ext>
            </a:extLst>
          </p:cNvPr>
          <p:cNvSpPr/>
          <p:nvPr/>
        </p:nvSpPr>
        <p:spPr>
          <a:xfrm>
            <a:off x="5548076" y="627762"/>
            <a:ext cx="2315460" cy="354411"/>
          </a:xfrm>
          <a:custGeom>
            <a:avLst/>
            <a:gdLst>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766457 w 6008914"/>
              <a:gd name="connsiteY4" fmla="*/ 751114 h 762000"/>
              <a:gd name="connsiteX5" fmla="*/ 6008914 w 6008914"/>
              <a:gd name="connsiteY5" fmla="*/ 751114 h 762000"/>
              <a:gd name="connsiteX6" fmla="*/ 6008914 w 6008914"/>
              <a:gd name="connsiteY6" fmla="*/ 751114 h 762000"/>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346240 w 6008914"/>
              <a:gd name="connsiteY4" fmla="*/ 442725 h 762000"/>
              <a:gd name="connsiteX5" fmla="*/ 6008914 w 6008914"/>
              <a:gd name="connsiteY5" fmla="*/ 751114 h 762000"/>
              <a:gd name="connsiteX6" fmla="*/ 6008914 w 6008914"/>
              <a:gd name="connsiteY6" fmla="*/ 751114 h 762000"/>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346240 w 6008914"/>
              <a:gd name="connsiteY4" fmla="*/ 442725 h 762000"/>
              <a:gd name="connsiteX5" fmla="*/ 4651255 w 6008914"/>
              <a:gd name="connsiteY5" fmla="*/ 621066 h 762000"/>
              <a:gd name="connsiteX6" fmla="*/ 6008914 w 6008914"/>
              <a:gd name="connsiteY6" fmla="*/ 751114 h 762000"/>
              <a:gd name="connsiteX7" fmla="*/ 6008914 w 6008914"/>
              <a:gd name="connsiteY7" fmla="*/ 751114 h 762000"/>
              <a:gd name="connsiteX0" fmla="*/ 0 w 6008914"/>
              <a:gd name="connsiteY0" fmla="*/ 751114 h 764981"/>
              <a:gd name="connsiteX1" fmla="*/ 2253343 w 6008914"/>
              <a:gd name="connsiteY1" fmla="*/ 762000 h 764981"/>
              <a:gd name="connsiteX2" fmla="*/ 2460171 w 6008914"/>
              <a:gd name="connsiteY2" fmla="*/ 10885 h 764981"/>
              <a:gd name="connsiteX3" fmla="*/ 2993571 w 6008914"/>
              <a:gd name="connsiteY3" fmla="*/ 0 h 764981"/>
              <a:gd name="connsiteX4" fmla="*/ 3346240 w 6008914"/>
              <a:gd name="connsiteY4" fmla="*/ 442725 h 764981"/>
              <a:gd name="connsiteX5" fmla="*/ 4577099 w 6008914"/>
              <a:gd name="connsiteY5" fmla="*/ 764981 h 764981"/>
              <a:gd name="connsiteX6" fmla="*/ 6008914 w 6008914"/>
              <a:gd name="connsiteY6" fmla="*/ 751114 h 764981"/>
              <a:gd name="connsiteX7" fmla="*/ 6008914 w 6008914"/>
              <a:gd name="connsiteY7" fmla="*/ 751114 h 764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8914" h="764981">
                <a:moveTo>
                  <a:pt x="0" y="751114"/>
                </a:moveTo>
                <a:lnTo>
                  <a:pt x="2253343" y="762000"/>
                </a:lnTo>
                <a:lnTo>
                  <a:pt x="2460171" y="10885"/>
                </a:lnTo>
                <a:lnTo>
                  <a:pt x="2993571" y="0"/>
                </a:lnTo>
                <a:lnTo>
                  <a:pt x="3346240" y="442725"/>
                </a:lnTo>
                <a:lnTo>
                  <a:pt x="4577099" y="764981"/>
                </a:lnTo>
                <a:lnTo>
                  <a:pt x="6008914" y="751114"/>
                </a:lnTo>
                <a:lnTo>
                  <a:pt x="6008914" y="751114"/>
                </a:lnTo>
              </a:path>
            </a:pathLst>
          </a:cu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72" name="Freeform 27">
            <a:extLst>
              <a:ext uri="{FF2B5EF4-FFF2-40B4-BE49-F238E27FC236}">
                <a16:creationId xmlns:a16="http://schemas.microsoft.com/office/drawing/2014/main" id="{2B9168F3-18E5-5177-1452-4ABFA75EFA32}"/>
              </a:ext>
            </a:extLst>
          </p:cNvPr>
          <p:cNvSpPr/>
          <p:nvPr/>
        </p:nvSpPr>
        <p:spPr>
          <a:xfrm>
            <a:off x="5420261" y="2257120"/>
            <a:ext cx="2315460" cy="354411"/>
          </a:xfrm>
          <a:custGeom>
            <a:avLst/>
            <a:gdLst>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766457 w 6008914"/>
              <a:gd name="connsiteY4" fmla="*/ 751114 h 762000"/>
              <a:gd name="connsiteX5" fmla="*/ 6008914 w 6008914"/>
              <a:gd name="connsiteY5" fmla="*/ 751114 h 762000"/>
              <a:gd name="connsiteX6" fmla="*/ 6008914 w 6008914"/>
              <a:gd name="connsiteY6" fmla="*/ 751114 h 762000"/>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346240 w 6008914"/>
              <a:gd name="connsiteY4" fmla="*/ 442725 h 762000"/>
              <a:gd name="connsiteX5" fmla="*/ 6008914 w 6008914"/>
              <a:gd name="connsiteY5" fmla="*/ 751114 h 762000"/>
              <a:gd name="connsiteX6" fmla="*/ 6008914 w 6008914"/>
              <a:gd name="connsiteY6" fmla="*/ 751114 h 762000"/>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346240 w 6008914"/>
              <a:gd name="connsiteY4" fmla="*/ 442725 h 762000"/>
              <a:gd name="connsiteX5" fmla="*/ 4651255 w 6008914"/>
              <a:gd name="connsiteY5" fmla="*/ 621066 h 762000"/>
              <a:gd name="connsiteX6" fmla="*/ 6008914 w 6008914"/>
              <a:gd name="connsiteY6" fmla="*/ 751114 h 762000"/>
              <a:gd name="connsiteX7" fmla="*/ 6008914 w 6008914"/>
              <a:gd name="connsiteY7" fmla="*/ 751114 h 762000"/>
              <a:gd name="connsiteX0" fmla="*/ 0 w 6008914"/>
              <a:gd name="connsiteY0" fmla="*/ 751114 h 764981"/>
              <a:gd name="connsiteX1" fmla="*/ 2253343 w 6008914"/>
              <a:gd name="connsiteY1" fmla="*/ 762000 h 764981"/>
              <a:gd name="connsiteX2" fmla="*/ 2460171 w 6008914"/>
              <a:gd name="connsiteY2" fmla="*/ 10885 h 764981"/>
              <a:gd name="connsiteX3" fmla="*/ 2993571 w 6008914"/>
              <a:gd name="connsiteY3" fmla="*/ 0 h 764981"/>
              <a:gd name="connsiteX4" fmla="*/ 3346240 w 6008914"/>
              <a:gd name="connsiteY4" fmla="*/ 442725 h 764981"/>
              <a:gd name="connsiteX5" fmla="*/ 4577099 w 6008914"/>
              <a:gd name="connsiteY5" fmla="*/ 764981 h 764981"/>
              <a:gd name="connsiteX6" fmla="*/ 6008914 w 6008914"/>
              <a:gd name="connsiteY6" fmla="*/ 751114 h 764981"/>
              <a:gd name="connsiteX7" fmla="*/ 6008914 w 6008914"/>
              <a:gd name="connsiteY7" fmla="*/ 751114 h 764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8914" h="764981">
                <a:moveTo>
                  <a:pt x="0" y="751114"/>
                </a:moveTo>
                <a:lnTo>
                  <a:pt x="2253343" y="762000"/>
                </a:lnTo>
                <a:lnTo>
                  <a:pt x="2460171" y="10885"/>
                </a:lnTo>
                <a:lnTo>
                  <a:pt x="2993571" y="0"/>
                </a:lnTo>
                <a:lnTo>
                  <a:pt x="3346240" y="442725"/>
                </a:lnTo>
                <a:lnTo>
                  <a:pt x="4577099" y="764981"/>
                </a:lnTo>
                <a:lnTo>
                  <a:pt x="6008914" y="751114"/>
                </a:lnTo>
                <a:lnTo>
                  <a:pt x="6008914" y="751114"/>
                </a:lnTo>
              </a:path>
            </a:pathLst>
          </a:cu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73" name="Freeform 27">
            <a:extLst>
              <a:ext uri="{FF2B5EF4-FFF2-40B4-BE49-F238E27FC236}">
                <a16:creationId xmlns:a16="http://schemas.microsoft.com/office/drawing/2014/main" id="{08F0EDB4-BB9A-2134-ABE1-E8F86295A3EF}"/>
              </a:ext>
            </a:extLst>
          </p:cNvPr>
          <p:cNvSpPr/>
          <p:nvPr/>
        </p:nvSpPr>
        <p:spPr>
          <a:xfrm>
            <a:off x="5295971" y="3885579"/>
            <a:ext cx="2315460" cy="354411"/>
          </a:xfrm>
          <a:custGeom>
            <a:avLst/>
            <a:gdLst>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766457 w 6008914"/>
              <a:gd name="connsiteY4" fmla="*/ 751114 h 762000"/>
              <a:gd name="connsiteX5" fmla="*/ 6008914 w 6008914"/>
              <a:gd name="connsiteY5" fmla="*/ 751114 h 762000"/>
              <a:gd name="connsiteX6" fmla="*/ 6008914 w 6008914"/>
              <a:gd name="connsiteY6" fmla="*/ 751114 h 762000"/>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346240 w 6008914"/>
              <a:gd name="connsiteY4" fmla="*/ 442725 h 762000"/>
              <a:gd name="connsiteX5" fmla="*/ 6008914 w 6008914"/>
              <a:gd name="connsiteY5" fmla="*/ 751114 h 762000"/>
              <a:gd name="connsiteX6" fmla="*/ 6008914 w 6008914"/>
              <a:gd name="connsiteY6" fmla="*/ 751114 h 762000"/>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346240 w 6008914"/>
              <a:gd name="connsiteY4" fmla="*/ 442725 h 762000"/>
              <a:gd name="connsiteX5" fmla="*/ 4651255 w 6008914"/>
              <a:gd name="connsiteY5" fmla="*/ 621066 h 762000"/>
              <a:gd name="connsiteX6" fmla="*/ 6008914 w 6008914"/>
              <a:gd name="connsiteY6" fmla="*/ 751114 h 762000"/>
              <a:gd name="connsiteX7" fmla="*/ 6008914 w 6008914"/>
              <a:gd name="connsiteY7" fmla="*/ 751114 h 762000"/>
              <a:gd name="connsiteX0" fmla="*/ 0 w 6008914"/>
              <a:gd name="connsiteY0" fmla="*/ 751114 h 764981"/>
              <a:gd name="connsiteX1" fmla="*/ 2253343 w 6008914"/>
              <a:gd name="connsiteY1" fmla="*/ 762000 h 764981"/>
              <a:gd name="connsiteX2" fmla="*/ 2460171 w 6008914"/>
              <a:gd name="connsiteY2" fmla="*/ 10885 h 764981"/>
              <a:gd name="connsiteX3" fmla="*/ 2993571 w 6008914"/>
              <a:gd name="connsiteY3" fmla="*/ 0 h 764981"/>
              <a:gd name="connsiteX4" fmla="*/ 3346240 w 6008914"/>
              <a:gd name="connsiteY4" fmla="*/ 442725 h 764981"/>
              <a:gd name="connsiteX5" fmla="*/ 4577099 w 6008914"/>
              <a:gd name="connsiteY5" fmla="*/ 764981 h 764981"/>
              <a:gd name="connsiteX6" fmla="*/ 6008914 w 6008914"/>
              <a:gd name="connsiteY6" fmla="*/ 751114 h 764981"/>
              <a:gd name="connsiteX7" fmla="*/ 6008914 w 6008914"/>
              <a:gd name="connsiteY7" fmla="*/ 751114 h 764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8914" h="764981">
                <a:moveTo>
                  <a:pt x="0" y="751114"/>
                </a:moveTo>
                <a:lnTo>
                  <a:pt x="2253343" y="762000"/>
                </a:lnTo>
                <a:lnTo>
                  <a:pt x="2460171" y="10885"/>
                </a:lnTo>
                <a:lnTo>
                  <a:pt x="2993571" y="0"/>
                </a:lnTo>
                <a:lnTo>
                  <a:pt x="3346240" y="442725"/>
                </a:lnTo>
                <a:lnTo>
                  <a:pt x="4577099" y="764981"/>
                </a:lnTo>
                <a:lnTo>
                  <a:pt x="6008914" y="751114"/>
                </a:lnTo>
                <a:lnTo>
                  <a:pt x="6008914" y="751114"/>
                </a:lnTo>
              </a:path>
            </a:pathLst>
          </a:cu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74" name="Freeform 27">
            <a:extLst>
              <a:ext uri="{FF2B5EF4-FFF2-40B4-BE49-F238E27FC236}">
                <a16:creationId xmlns:a16="http://schemas.microsoft.com/office/drawing/2014/main" id="{207781D3-2E5B-533E-5F6E-62765B0DEA2F}"/>
              </a:ext>
            </a:extLst>
          </p:cNvPr>
          <p:cNvSpPr/>
          <p:nvPr/>
        </p:nvSpPr>
        <p:spPr>
          <a:xfrm>
            <a:off x="4379932" y="5851870"/>
            <a:ext cx="3483604" cy="354411"/>
          </a:xfrm>
          <a:custGeom>
            <a:avLst/>
            <a:gdLst>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766457 w 6008914"/>
              <a:gd name="connsiteY4" fmla="*/ 751114 h 762000"/>
              <a:gd name="connsiteX5" fmla="*/ 6008914 w 6008914"/>
              <a:gd name="connsiteY5" fmla="*/ 751114 h 762000"/>
              <a:gd name="connsiteX6" fmla="*/ 6008914 w 6008914"/>
              <a:gd name="connsiteY6" fmla="*/ 751114 h 762000"/>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346240 w 6008914"/>
              <a:gd name="connsiteY4" fmla="*/ 442725 h 762000"/>
              <a:gd name="connsiteX5" fmla="*/ 6008914 w 6008914"/>
              <a:gd name="connsiteY5" fmla="*/ 751114 h 762000"/>
              <a:gd name="connsiteX6" fmla="*/ 6008914 w 6008914"/>
              <a:gd name="connsiteY6" fmla="*/ 751114 h 762000"/>
              <a:gd name="connsiteX0" fmla="*/ 0 w 6008914"/>
              <a:gd name="connsiteY0" fmla="*/ 751114 h 762000"/>
              <a:gd name="connsiteX1" fmla="*/ 2253343 w 6008914"/>
              <a:gd name="connsiteY1" fmla="*/ 762000 h 762000"/>
              <a:gd name="connsiteX2" fmla="*/ 2460171 w 6008914"/>
              <a:gd name="connsiteY2" fmla="*/ 10885 h 762000"/>
              <a:gd name="connsiteX3" fmla="*/ 2993571 w 6008914"/>
              <a:gd name="connsiteY3" fmla="*/ 0 h 762000"/>
              <a:gd name="connsiteX4" fmla="*/ 3346240 w 6008914"/>
              <a:gd name="connsiteY4" fmla="*/ 442725 h 762000"/>
              <a:gd name="connsiteX5" fmla="*/ 4651255 w 6008914"/>
              <a:gd name="connsiteY5" fmla="*/ 621066 h 762000"/>
              <a:gd name="connsiteX6" fmla="*/ 6008914 w 6008914"/>
              <a:gd name="connsiteY6" fmla="*/ 751114 h 762000"/>
              <a:gd name="connsiteX7" fmla="*/ 6008914 w 6008914"/>
              <a:gd name="connsiteY7" fmla="*/ 751114 h 762000"/>
              <a:gd name="connsiteX0" fmla="*/ 0 w 6008914"/>
              <a:gd name="connsiteY0" fmla="*/ 751114 h 764981"/>
              <a:gd name="connsiteX1" fmla="*/ 2253343 w 6008914"/>
              <a:gd name="connsiteY1" fmla="*/ 762000 h 764981"/>
              <a:gd name="connsiteX2" fmla="*/ 2460171 w 6008914"/>
              <a:gd name="connsiteY2" fmla="*/ 10885 h 764981"/>
              <a:gd name="connsiteX3" fmla="*/ 2993571 w 6008914"/>
              <a:gd name="connsiteY3" fmla="*/ 0 h 764981"/>
              <a:gd name="connsiteX4" fmla="*/ 3346240 w 6008914"/>
              <a:gd name="connsiteY4" fmla="*/ 442725 h 764981"/>
              <a:gd name="connsiteX5" fmla="*/ 4577099 w 6008914"/>
              <a:gd name="connsiteY5" fmla="*/ 764981 h 764981"/>
              <a:gd name="connsiteX6" fmla="*/ 6008914 w 6008914"/>
              <a:gd name="connsiteY6" fmla="*/ 751114 h 764981"/>
              <a:gd name="connsiteX7" fmla="*/ 6008914 w 6008914"/>
              <a:gd name="connsiteY7" fmla="*/ 751114 h 7649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8914" h="764981">
                <a:moveTo>
                  <a:pt x="0" y="751114"/>
                </a:moveTo>
                <a:lnTo>
                  <a:pt x="2253343" y="762000"/>
                </a:lnTo>
                <a:lnTo>
                  <a:pt x="2460171" y="10885"/>
                </a:lnTo>
                <a:lnTo>
                  <a:pt x="2993571" y="0"/>
                </a:lnTo>
                <a:lnTo>
                  <a:pt x="3346240" y="442725"/>
                </a:lnTo>
                <a:lnTo>
                  <a:pt x="4577099" y="764981"/>
                </a:lnTo>
                <a:lnTo>
                  <a:pt x="6008914" y="751114"/>
                </a:lnTo>
                <a:lnTo>
                  <a:pt x="6008914" y="751114"/>
                </a:lnTo>
              </a:path>
            </a:pathLst>
          </a:cu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34" name="Group 133">
            <a:extLst>
              <a:ext uri="{FF2B5EF4-FFF2-40B4-BE49-F238E27FC236}">
                <a16:creationId xmlns:a16="http://schemas.microsoft.com/office/drawing/2014/main" id="{228DA5FA-F9E1-A933-782E-A9AF93AE31F2}"/>
              </a:ext>
            </a:extLst>
          </p:cNvPr>
          <p:cNvGrpSpPr/>
          <p:nvPr/>
        </p:nvGrpSpPr>
        <p:grpSpPr>
          <a:xfrm>
            <a:off x="2762919" y="1627782"/>
            <a:ext cx="3156492" cy="1588637"/>
            <a:chOff x="952500" y="2582998"/>
            <a:chExt cx="4980940" cy="2336800"/>
          </a:xfrm>
        </p:grpSpPr>
        <p:cxnSp>
          <p:nvCxnSpPr>
            <p:cNvPr id="4" name="Straight Connector 3">
              <a:extLst>
                <a:ext uri="{FF2B5EF4-FFF2-40B4-BE49-F238E27FC236}">
                  <a16:creationId xmlns:a16="http://schemas.microsoft.com/office/drawing/2014/main" id="{DD34F91A-3F4F-8E05-EBBB-413457690B8A}"/>
                </a:ext>
              </a:extLst>
            </p:cNvPr>
            <p:cNvCxnSpPr/>
            <p:nvPr/>
          </p:nvCxnSpPr>
          <p:spPr>
            <a:xfrm>
              <a:off x="1879187" y="2598255"/>
              <a:ext cx="0" cy="2321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13BF755A-0657-620B-5EE2-A4D28F818305}"/>
                </a:ext>
              </a:extLst>
            </p:cNvPr>
            <p:cNvCxnSpPr/>
            <p:nvPr/>
          </p:nvCxnSpPr>
          <p:spPr>
            <a:xfrm flipH="1">
              <a:off x="952500" y="3881220"/>
              <a:ext cx="370674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2AD50B19-F811-1919-2715-358F234F6E2E}"/>
                </a:ext>
              </a:extLst>
            </p:cNvPr>
            <p:cNvSpPr txBox="1"/>
            <p:nvPr/>
          </p:nvSpPr>
          <p:spPr>
            <a:xfrm>
              <a:off x="1045169" y="2582998"/>
              <a:ext cx="918728" cy="384814"/>
            </a:xfrm>
            <a:prstGeom prst="rect">
              <a:avLst/>
            </a:prstGeom>
            <a:noFill/>
          </p:spPr>
          <p:txBody>
            <a:bodyPr wrap="none" rtlCol="0">
              <a:spAutoFit/>
            </a:bodyPr>
            <a:lstStyle/>
            <a:p>
              <a:r>
                <a:rPr lang="en-US" sz="1100" dirty="0"/>
                <a:t>D(mm)</a:t>
              </a:r>
            </a:p>
          </p:txBody>
        </p:sp>
        <p:sp>
          <p:nvSpPr>
            <p:cNvPr id="9" name="TextBox 8">
              <a:extLst>
                <a:ext uri="{FF2B5EF4-FFF2-40B4-BE49-F238E27FC236}">
                  <a16:creationId xmlns:a16="http://schemas.microsoft.com/office/drawing/2014/main" id="{A96B634C-CE65-A83F-EA73-73B2E21F9EB7}"/>
                </a:ext>
              </a:extLst>
            </p:cNvPr>
            <p:cNvSpPr txBox="1"/>
            <p:nvPr/>
          </p:nvSpPr>
          <p:spPr>
            <a:xfrm>
              <a:off x="1563111" y="3119205"/>
              <a:ext cx="405233" cy="384814"/>
            </a:xfrm>
            <a:prstGeom prst="rect">
              <a:avLst/>
            </a:prstGeom>
            <a:noFill/>
          </p:spPr>
          <p:txBody>
            <a:bodyPr wrap="none" rtlCol="0">
              <a:spAutoFit/>
            </a:bodyPr>
            <a:lstStyle/>
            <a:p>
              <a:r>
                <a:rPr lang="en-US" sz="1100" dirty="0"/>
                <a:t>2</a:t>
              </a:r>
            </a:p>
          </p:txBody>
        </p:sp>
        <p:sp>
          <p:nvSpPr>
            <p:cNvPr id="12" name="TextBox 11">
              <a:extLst>
                <a:ext uri="{FF2B5EF4-FFF2-40B4-BE49-F238E27FC236}">
                  <a16:creationId xmlns:a16="http://schemas.microsoft.com/office/drawing/2014/main" id="{56748A14-67BD-ECC1-075E-C64C73E11016}"/>
                </a:ext>
              </a:extLst>
            </p:cNvPr>
            <p:cNvSpPr txBox="1"/>
            <p:nvPr/>
          </p:nvSpPr>
          <p:spPr>
            <a:xfrm>
              <a:off x="1495853" y="4251660"/>
              <a:ext cx="473529" cy="384814"/>
            </a:xfrm>
            <a:prstGeom prst="rect">
              <a:avLst/>
            </a:prstGeom>
            <a:noFill/>
          </p:spPr>
          <p:txBody>
            <a:bodyPr wrap="none" rtlCol="0">
              <a:spAutoFit/>
            </a:bodyPr>
            <a:lstStyle/>
            <a:p>
              <a:r>
                <a:rPr lang="en-US" sz="1100" dirty="0"/>
                <a:t>-2</a:t>
              </a:r>
            </a:p>
          </p:txBody>
        </p:sp>
        <p:sp>
          <p:nvSpPr>
            <p:cNvPr id="17" name="TextBox 16">
              <a:extLst>
                <a:ext uri="{FF2B5EF4-FFF2-40B4-BE49-F238E27FC236}">
                  <a16:creationId xmlns:a16="http://schemas.microsoft.com/office/drawing/2014/main" id="{813162BB-94DB-DE6F-271F-5302128D1BF0}"/>
                </a:ext>
              </a:extLst>
            </p:cNvPr>
            <p:cNvSpPr txBox="1"/>
            <p:nvPr/>
          </p:nvSpPr>
          <p:spPr>
            <a:xfrm>
              <a:off x="1230506" y="3950068"/>
              <a:ext cx="473529" cy="384814"/>
            </a:xfrm>
            <a:prstGeom prst="rect">
              <a:avLst/>
            </a:prstGeom>
            <a:noFill/>
          </p:spPr>
          <p:txBody>
            <a:bodyPr wrap="none" rtlCol="0">
              <a:spAutoFit/>
            </a:bodyPr>
            <a:lstStyle/>
            <a:p>
              <a:r>
                <a:rPr lang="en-US" sz="1100" dirty="0"/>
                <a:t>-2</a:t>
              </a:r>
            </a:p>
          </p:txBody>
        </p:sp>
        <p:sp>
          <p:nvSpPr>
            <p:cNvPr id="34" name="TextBox 33">
              <a:extLst>
                <a:ext uri="{FF2B5EF4-FFF2-40B4-BE49-F238E27FC236}">
                  <a16:creationId xmlns:a16="http://schemas.microsoft.com/office/drawing/2014/main" id="{D388098E-3C8F-D77A-6D5B-9CE51F6306E0}"/>
                </a:ext>
              </a:extLst>
            </p:cNvPr>
            <p:cNvSpPr txBox="1"/>
            <p:nvPr/>
          </p:nvSpPr>
          <p:spPr>
            <a:xfrm>
              <a:off x="2228049" y="3950068"/>
              <a:ext cx="405233" cy="384814"/>
            </a:xfrm>
            <a:prstGeom prst="rect">
              <a:avLst/>
            </a:prstGeom>
            <a:noFill/>
          </p:spPr>
          <p:txBody>
            <a:bodyPr wrap="none" rtlCol="0">
              <a:spAutoFit/>
            </a:bodyPr>
            <a:lstStyle/>
            <a:p>
              <a:r>
                <a:rPr lang="en-US" sz="1100" dirty="0"/>
                <a:t>2</a:t>
              </a:r>
            </a:p>
          </p:txBody>
        </p:sp>
        <p:cxnSp>
          <p:nvCxnSpPr>
            <p:cNvPr id="35" name="Straight Connector 34">
              <a:extLst>
                <a:ext uri="{FF2B5EF4-FFF2-40B4-BE49-F238E27FC236}">
                  <a16:creationId xmlns:a16="http://schemas.microsoft.com/office/drawing/2014/main" id="{F2684AC4-5F7E-35D6-4A14-6B8848A358AA}"/>
                </a:ext>
              </a:extLst>
            </p:cNvPr>
            <p:cNvCxnSpPr/>
            <p:nvPr/>
          </p:nvCxnSpPr>
          <p:spPr>
            <a:xfrm>
              <a:off x="2805873" y="3759027"/>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8F8B7E11-C8AC-9022-355D-4B7E67CD3B4E}"/>
                </a:ext>
              </a:extLst>
            </p:cNvPr>
            <p:cNvCxnSpPr/>
            <p:nvPr/>
          </p:nvCxnSpPr>
          <p:spPr>
            <a:xfrm>
              <a:off x="3269216" y="37773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88783F15-13BF-E9F9-0002-4C8C2D0AAFAA}"/>
                </a:ext>
              </a:extLst>
            </p:cNvPr>
            <p:cNvCxnSpPr/>
            <p:nvPr/>
          </p:nvCxnSpPr>
          <p:spPr>
            <a:xfrm>
              <a:off x="3732560" y="37773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B1514C70-E395-7F34-F90E-B79CC3209CD1}"/>
                </a:ext>
              </a:extLst>
            </p:cNvPr>
            <p:cNvCxnSpPr/>
            <p:nvPr/>
          </p:nvCxnSpPr>
          <p:spPr>
            <a:xfrm>
              <a:off x="4195903" y="37773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FB44AD-0937-7B18-85DC-34B0B87D7934}"/>
                </a:ext>
              </a:extLst>
            </p:cNvPr>
            <p:cNvCxnSpPr/>
            <p:nvPr/>
          </p:nvCxnSpPr>
          <p:spPr>
            <a:xfrm>
              <a:off x="2342530" y="37773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52378B69-F0CB-D4DD-CD95-372E3FE49330}"/>
                </a:ext>
              </a:extLst>
            </p:cNvPr>
            <p:cNvCxnSpPr/>
            <p:nvPr/>
          </p:nvCxnSpPr>
          <p:spPr>
            <a:xfrm>
              <a:off x="1415843" y="37773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BCC6AC39-8D0B-1C14-260B-58C0A730E0D4}"/>
                </a:ext>
              </a:extLst>
            </p:cNvPr>
            <p:cNvCxnSpPr/>
            <p:nvPr/>
          </p:nvCxnSpPr>
          <p:spPr>
            <a:xfrm rot="5400000">
              <a:off x="1890462" y="4296565"/>
              <a:ext cx="0" cy="2078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A1901FE2-B2B9-CA4B-27AF-C5110FB812C6}"/>
                </a:ext>
              </a:extLst>
            </p:cNvPr>
            <p:cNvCxnSpPr/>
            <p:nvPr/>
          </p:nvCxnSpPr>
          <p:spPr>
            <a:xfrm rot="5400000">
              <a:off x="1890462" y="3257987"/>
              <a:ext cx="0" cy="2078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BBD1BDBF-3017-218F-0398-6E90F0B443B0}"/>
                </a:ext>
              </a:extLst>
            </p:cNvPr>
            <p:cNvSpPr txBox="1"/>
            <p:nvPr/>
          </p:nvSpPr>
          <p:spPr>
            <a:xfrm>
              <a:off x="3401599" y="2634927"/>
              <a:ext cx="2462339" cy="384814"/>
            </a:xfrm>
            <a:prstGeom prst="rect">
              <a:avLst/>
            </a:prstGeom>
            <a:noFill/>
          </p:spPr>
          <p:txBody>
            <a:bodyPr wrap="square" rtlCol="0">
              <a:spAutoFit/>
            </a:bodyPr>
            <a:lstStyle/>
            <a:p>
              <a:r>
                <a:rPr lang="en-US" sz="1100" dirty="0"/>
                <a:t>t=0.01s</a:t>
              </a:r>
            </a:p>
          </p:txBody>
        </p:sp>
        <p:sp>
          <p:nvSpPr>
            <p:cNvPr id="44" name="TextBox 43">
              <a:extLst>
                <a:ext uri="{FF2B5EF4-FFF2-40B4-BE49-F238E27FC236}">
                  <a16:creationId xmlns:a16="http://schemas.microsoft.com/office/drawing/2014/main" id="{8F0D18DF-F82C-BB96-6963-3AA454581539}"/>
                </a:ext>
              </a:extLst>
            </p:cNvPr>
            <p:cNvSpPr txBox="1"/>
            <p:nvPr/>
          </p:nvSpPr>
          <p:spPr>
            <a:xfrm>
              <a:off x="4612912" y="3950068"/>
              <a:ext cx="1320528" cy="384814"/>
            </a:xfrm>
            <a:prstGeom prst="rect">
              <a:avLst/>
            </a:prstGeom>
            <a:noFill/>
          </p:spPr>
          <p:txBody>
            <a:bodyPr wrap="square" rtlCol="0">
              <a:spAutoFit/>
            </a:bodyPr>
            <a:lstStyle/>
            <a:p>
              <a:r>
                <a:rPr lang="en-US" sz="1100" dirty="0"/>
                <a:t>x(cm)</a:t>
              </a:r>
            </a:p>
          </p:txBody>
        </p:sp>
        <p:sp>
          <p:nvSpPr>
            <p:cNvPr id="46" name="TextBox 45">
              <a:extLst>
                <a:ext uri="{FF2B5EF4-FFF2-40B4-BE49-F238E27FC236}">
                  <a16:creationId xmlns:a16="http://schemas.microsoft.com/office/drawing/2014/main" id="{20C9FB31-ED6E-B007-B926-BB04ECD692D2}"/>
                </a:ext>
              </a:extLst>
            </p:cNvPr>
            <p:cNvSpPr txBox="1"/>
            <p:nvPr/>
          </p:nvSpPr>
          <p:spPr>
            <a:xfrm>
              <a:off x="2686371" y="3950068"/>
              <a:ext cx="405233" cy="384814"/>
            </a:xfrm>
            <a:prstGeom prst="rect">
              <a:avLst/>
            </a:prstGeom>
            <a:noFill/>
          </p:spPr>
          <p:txBody>
            <a:bodyPr wrap="none" rtlCol="0">
              <a:spAutoFit/>
            </a:bodyPr>
            <a:lstStyle/>
            <a:p>
              <a:r>
                <a:rPr lang="en-US" sz="1100" dirty="0"/>
                <a:t>4</a:t>
              </a:r>
            </a:p>
          </p:txBody>
        </p:sp>
        <p:sp>
          <p:nvSpPr>
            <p:cNvPr id="47" name="TextBox 46">
              <a:extLst>
                <a:ext uri="{FF2B5EF4-FFF2-40B4-BE49-F238E27FC236}">
                  <a16:creationId xmlns:a16="http://schemas.microsoft.com/office/drawing/2014/main" id="{253119F2-75D7-0417-FE70-DE2E000DD477}"/>
                </a:ext>
              </a:extLst>
            </p:cNvPr>
            <p:cNvSpPr txBox="1"/>
            <p:nvPr/>
          </p:nvSpPr>
          <p:spPr>
            <a:xfrm>
              <a:off x="3151840" y="3950068"/>
              <a:ext cx="405233" cy="384814"/>
            </a:xfrm>
            <a:prstGeom prst="rect">
              <a:avLst/>
            </a:prstGeom>
            <a:noFill/>
          </p:spPr>
          <p:txBody>
            <a:bodyPr wrap="none" rtlCol="0">
              <a:spAutoFit/>
            </a:bodyPr>
            <a:lstStyle/>
            <a:p>
              <a:r>
                <a:rPr lang="en-US" sz="1100" dirty="0"/>
                <a:t>6</a:t>
              </a:r>
            </a:p>
          </p:txBody>
        </p:sp>
        <p:sp>
          <p:nvSpPr>
            <p:cNvPr id="48" name="TextBox 47">
              <a:extLst>
                <a:ext uri="{FF2B5EF4-FFF2-40B4-BE49-F238E27FC236}">
                  <a16:creationId xmlns:a16="http://schemas.microsoft.com/office/drawing/2014/main" id="{FAB867BB-00D0-F1E4-3B6D-7794F44EE595}"/>
                </a:ext>
              </a:extLst>
            </p:cNvPr>
            <p:cNvSpPr txBox="1"/>
            <p:nvPr/>
          </p:nvSpPr>
          <p:spPr>
            <a:xfrm>
              <a:off x="3613061" y="3950068"/>
              <a:ext cx="405233" cy="384814"/>
            </a:xfrm>
            <a:prstGeom prst="rect">
              <a:avLst/>
            </a:prstGeom>
            <a:noFill/>
          </p:spPr>
          <p:txBody>
            <a:bodyPr wrap="none" rtlCol="0">
              <a:spAutoFit/>
            </a:bodyPr>
            <a:lstStyle/>
            <a:p>
              <a:r>
                <a:rPr lang="en-US" sz="1100" dirty="0"/>
                <a:t>8</a:t>
              </a:r>
            </a:p>
          </p:txBody>
        </p:sp>
        <p:sp>
          <p:nvSpPr>
            <p:cNvPr id="49" name="TextBox 48">
              <a:extLst>
                <a:ext uri="{FF2B5EF4-FFF2-40B4-BE49-F238E27FC236}">
                  <a16:creationId xmlns:a16="http://schemas.microsoft.com/office/drawing/2014/main" id="{59C77A04-ADA0-FCCF-830D-70309877FDAB}"/>
                </a:ext>
              </a:extLst>
            </p:cNvPr>
            <p:cNvSpPr txBox="1"/>
            <p:nvPr/>
          </p:nvSpPr>
          <p:spPr>
            <a:xfrm>
              <a:off x="4010565" y="3950068"/>
              <a:ext cx="519061" cy="384814"/>
            </a:xfrm>
            <a:prstGeom prst="rect">
              <a:avLst/>
            </a:prstGeom>
            <a:noFill/>
          </p:spPr>
          <p:txBody>
            <a:bodyPr wrap="none" rtlCol="0">
              <a:spAutoFit/>
            </a:bodyPr>
            <a:lstStyle/>
            <a:p>
              <a:r>
                <a:rPr lang="en-US" sz="1100" dirty="0"/>
                <a:t>10</a:t>
              </a:r>
            </a:p>
          </p:txBody>
        </p:sp>
      </p:grpSp>
      <p:grpSp>
        <p:nvGrpSpPr>
          <p:cNvPr id="135" name="Group 134">
            <a:extLst>
              <a:ext uri="{FF2B5EF4-FFF2-40B4-BE49-F238E27FC236}">
                <a16:creationId xmlns:a16="http://schemas.microsoft.com/office/drawing/2014/main" id="{36263903-69B8-CD96-6827-D76359F116AA}"/>
              </a:ext>
            </a:extLst>
          </p:cNvPr>
          <p:cNvGrpSpPr/>
          <p:nvPr/>
        </p:nvGrpSpPr>
        <p:grpSpPr>
          <a:xfrm>
            <a:off x="2756882" y="3259588"/>
            <a:ext cx="3156492" cy="1588637"/>
            <a:chOff x="942975" y="4983298"/>
            <a:chExt cx="4980940" cy="2336800"/>
          </a:xfrm>
        </p:grpSpPr>
        <p:cxnSp>
          <p:nvCxnSpPr>
            <p:cNvPr id="50" name="Straight Connector 49">
              <a:extLst>
                <a:ext uri="{FF2B5EF4-FFF2-40B4-BE49-F238E27FC236}">
                  <a16:creationId xmlns:a16="http://schemas.microsoft.com/office/drawing/2014/main" id="{D3573C52-0E8C-C455-3FF5-F4D6B993D78F}"/>
                </a:ext>
              </a:extLst>
            </p:cNvPr>
            <p:cNvCxnSpPr/>
            <p:nvPr/>
          </p:nvCxnSpPr>
          <p:spPr>
            <a:xfrm>
              <a:off x="1869662" y="4998555"/>
              <a:ext cx="0" cy="2321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C189656A-370F-B3F5-9656-A15A1551AC86}"/>
                </a:ext>
              </a:extLst>
            </p:cNvPr>
            <p:cNvCxnSpPr/>
            <p:nvPr/>
          </p:nvCxnSpPr>
          <p:spPr>
            <a:xfrm flipH="1">
              <a:off x="942975" y="6281520"/>
              <a:ext cx="370674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46289A1-6F4E-4804-051A-5F1AD4906618}"/>
                </a:ext>
              </a:extLst>
            </p:cNvPr>
            <p:cNvSpPr txBox="1"/>
            <p:nvPr/>
          </p:nvSpPr>
          <p:spPr>
            <a:xfrm>
              <a:off x="1035644" y="4983298"/>
              <a:ext cx="918728" cy="384814"/>
            </a:xfrm>
            <a:prstGeom prst="rect">
              <a:avLst/>
            </a:prstGeom>
            <a:noFill/>
          </p:spPr>
          <p:txBody>
            <a:bodyPr wrap="none" rtlCol="0">
              <a:spAutoFit/>
            </a:bodyPr>
            <a:lstStyle/>
            <a:p>
              <a:r>
                <a:rPr lang="en-US" sz="1100" dirty="0"/>
                <a:t>D(mm)</a:t>
              </a:r>
            </a:p>
          </p:txBody>
        </p:sp>
        <p:sp>
          <p:nvSpPr>
            <p:cNvPr id="53" name="TextBox 52">
              <a:extLst>
                <a:ext uri="{FF2B5EF4-FFF2-40B4-BE49-F238E27FC236}">
                  <a16:creationId xmlns:a16="http://schemas.microsoft.com/office/drawing/2014/main" id="{A5B7BB2D-4CE7-378B-74FF-D28E7E1F7D5C}"/>
                </a:ext>
              </a:extLst>
            </p:cNvPr>
            <p:cNvSpPr txBox="1"/>
            <p:nvPr/>
          </p:nvSpPr>
          <p:spPr>
            <a:xfrm>
              <a:off x="1553586" y="5519505"/>
              <a:ext cx="405233" cy="384814"/>
            </a:xfrm>
            <a:prstGeom prst="rect">
              <a:avLst/>
            </a:prstGeom>
            <a:noFill/>
          </p:spPr>
          <p:txBody>
            <a:bodyPr wrap="none" rtlCol="0">
              <a:spAutoFit/>
            </a:bodyPr>
            <a:lstStyle/>
            <a:p>
              <a:r>
                <a:rPr lang="en-US" sz="1100" dirty="0"/>
                <a:t>2</a:t>
              </a:r>
            </a:p>
          </p:txBody>
        </p:sp>
        <p:sp>
          <p:nvSpPr>
            <p:cNvPr id="54" name="TextBox 53">
              <a:extLst>
                <a:ext uri="{FF2B5EF4-FFF2-40B4-BE49-F238E27FC236}">
                  <a16:creationId xmlns:a16="http://schemas.microsoft.com/office/drawing/2014/main" id="{9158F0B4-0BA8-607A-FFF8-0AB451121724}"/>
                </a:ext>
              </a:extLst>
            </p:cNvPr>
            <p:cNvSpPr txBox="1"/>
            <p:nvPr/>
          </p:nvSpPr>
          <p:spPr>
            <a:xfrm>
              <a:off x="1486329" y="6651960"/>
              <a:ext cx="473529" cy="384814"/>
            </a:xfrm>
            <a:prstGeom prst="rect">
              <a:avLst/>
            </a:prstGeom>
            <a:noFill/>
          </p:spPr>
          <p:txBody>
            <a:bodyPr wrap="none" rtlCol="0">
              <a:spAutoFit/>
            </a:bodyPr>
            <a:lstStyle/>
            <a:p>
              <a:r>
                <a:rPr lang="en-US" sz="1100" dirty="0"/>
                <a:t>-2</a:t>
              </a:r>
            </a:p>
          </p:txBody>
        </p:sp>
        <p:sp>
          <p:nvSpPr>
            <p:cNvPr id="55" name="TextBox 54">
              <a:extLst>
                <a:ext uri="{FF2B5EF4-FFF2-40B4-BE49-F238E27FC236}">
                  <a16:creationId xmlns:a16="http://schemas.microsoft.com/office/drawing/2014/main" id="{3275CC49-1D41-AC8A-C080-BC68AAF60F1D}"/>
                </a:ext>
              </a:extLst>
            </p:cNvPr>
            <p:cNvSpPr txBox="1"/>
            <p:nvPr/>
          </p:nvSpPr>
          <p:spPr>
            <a:xfrm>
              <a:off x="1220982" y="6350368"/>
              <a:ext cx="473529" cy="384814"/>
            </a:xfrm>
            <a:prstGeom prst="rect">
              <a:avLst/>
            </a:prstGeom>
            <a:noFill/>
          </p:spPr>
          <p:txBody>
            <a:bodyPr wrap="none" rtlCol="0">
              <a:spAutoFit/>
            </a:bodyPr>
            <a:lstStyle/>
            <a:p>
              <a:r>
                <a:rPr lang="en-US" sz="1100" dirty="0"/>
                <a:t>-2</a:t>
              </a:r>
            </a:p>
          </p:txBody>
        </p:sp>
        <p:sp>
          <p:nvSpPr>
            <p:cNvPr id="56" name="TextBox 55">
              <a:extLst>
                <a:ext uri="{FF2B5EF4-FFF2-40B4-BE49-F238E27FC236}">
                  <a16:creationId xmlns:a16="http://schemas.microsoft.com/office/drawing/2014/main" id="{A268011E-49CA-6646-4141-1A20616E3EF0}"/>
                </a:ext>
              </a:extLst>
            </p:cNvPr>
            <p:cNvSpPr txBox="1"/>
            <p:nvPr/>
          </p:nvSpPr>
          <p:spPr>
            <a:xfrm>
              <a:off x="2218525" y="6350368"/>
              <a:ext cx="405233" cy="384814"/>
            </a:xfrm>
            <a:prstGeom prst="rect">
              <a:avLst/>
            </a:prstGeom>
            <a:noFill/>
          </p:spPr>
          <p:txBody>
            <a:bodyPr wrap="none" rtlCol="0">
              <a:spAutoFit/>
            </a:bodyPr>
            <a:lstStyle/>
            <a:p>
              <a:r>
                <a:rPr lang="en-US" sz="1100" dirty="0"/>
                <a:t>2</a:t>
              </a:r>
            </a:p>
          </p:txBody>
        </p:sp>
        <p:cxnSp>
          <p:nvCxnSpPr>
            <p:cNvPr id="57" name="Straight Connector 56">
              <a:extLst>
                <a:ext uri="{FF2B5EF4-FFF2-40B4-BE49-F238E27FC236}">
                  <a16:creationId xmlns:a16="http://schemas.microsoft.com/office/drawing/2014/main" id="{45E298CD-10DE-D82D-8259-4B945858D37E}"/>
                </a:ext>
              </a:extLst>
            </p:cNvPr>
            <p:cNvCxnSpPr/>
            <p:nvPr/>
          </p:nvCxnSpPr>
          <p:spPr>
            <a:xfrm>
              <a:off x="2796348" y="6159327"/>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5E3759A1-4BDE-C9EF-7401-764DA2002F2A}"/>
                </a:ext>
              </a:extLst>
            </p:cNvPr>
            <p:cNvCxnSpPr/>
            <p:nvPr/>
          </p:nvCxnSpPr>
          <p:spPr>
            <a:xfrm>
              <a:off x="3259691"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068976B9-8E47-2BCF-46F7-F76DE941200E}"/>
                </a:ext>
              </a:extLst>
            </p:cNvPr>
            <p:cNvCxnSpPr/>
            <p:nvPr/>
          </p:nvCxnSpPr>
          <p:spPr>
            <a:xfrm>
              <a:off x="3723035"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B54A83F1-1AAF-BAF9-AA2D-7A1B8EB0F8D8}"/>
                </a:ext>
              </a:extLst>
            </p:cNvPr>
            <p:cNvCxnSpPr/>
            <p:nvPr/>
          </p:nvCxnSpPr>
          <p:spPr>
            <a:xfrm>
              <a:off x="4186378"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921A0803-05BE-2F81-8F5C-943EEE6DBEC5}"/>
                </a:ext>
              </a:extLst>
            </p:cNvPr>
            <p:cNvCxnSpPr/>
            <p:nvPr/>
          </p:nvCxnSpPr>
          <p:spPr>
            <a:xfrm>
              <a:off x="2333005"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B0F37E72-11BF-32AE-A2AD-9AA07459C1BD}"/>
                </a:ext>
              </a:extLst>
            </p:cNvPr>
            <p:cNvCxnSpPr/>
            <p:nvPr/>
          </p:nvCxnSpPr>
          <p:spPr>
            <a:xfrm>
              <a:off x="1406318"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ADCE8D55-DD11-3747-7839-23FFBC32B53A}"/>
                </a:ext>
              </a:extLst>
            </p:cNvPr>
            <p:cNvCxnSpPr/>
            <p:nvPr/>
          </p:nvCxnSpPr>
          <p:spPr>
            <a:xfrm rot="5400000">
              <a:off x="1880937" y="6696865"/>
              <a:ext cx="0" cy="2078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5C37B06A-74F9-F180-0A86-1AC4D614CEB1}"/>
                </a:ext>
              </a:extLst>
            </p:cNvPr>
            <p:cNvCxnSpPr/>
            <p:nvPr/>
          </p:nvCxnSpPr>
          <p:spPr>
            <a:xfrm rot="5400000">
              <a:off x="1880937" y="5658287"/>
              <a:ext cx="0" cy="2078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7282D8AC-82A2-1EF5-3DF4-D44C9F6580A4}"/>
                </a:ext>
              </a:extLst>
            </p:cNvPr>
            <p:cNvSpPr txBox="1"/>
            <p:nvPr/>
          </p:nvSpPr>
          <p:spPr>
            <a:xfrm>
              <a:off x="3392074" y="5035227"/>
              <a:ext cx="2462339" cy="384814"/>
            </a:xfrm>
            <a:prstGeom prst="rect">
              <a:avLst/>
            </a:prstGeom>
            <a:noFill/>
          </p:spPr>
          <p:txBody>
            <a:bodyPr wrap="square" rtlCol="0">
              <a:spAutoFit/>
            </a:bodyPr>
            <a:lstStyle/>
            <a:p>
              <a:r>
                <a:rPr lang="en-US" sz="1100" dirty="0"/>
                <a:t>t=0.02s</a:t>
              </a:r>
            </a:p>
          </p:txBody>
        </p:sp>
        <p:sp>
          <p:nvSpPr>
            <p:cNvPr id="66" name="TextBox 65">
              <a:extLst>
                <a:ext uri="{FF2B5EF4-FFF2-40B4-BE49-F238E27FC236}">
                  <a16:creationId xmlns:a16="http://schemas.microsoft.com/office/drawing/2014/main" id="{E0903835-E6FA-C394-0CD2-9EEBC58C55FA}"/>
                </a:ext>
              </a:extLst>
            </p:cNvPr>
            <p:cNvSpPr txBox="1"/>
            <p:nvPr/>
          </p:nvSpPr>
          <p:spPr>
            <a:xfrm>
              <a:off x="4603387" y="6350368"/>
              <a:ext cx="1320528" cy="384814"/>
            </a:xfrm>
            <a:prstGeom prst="rect">
              <a:avLst/>
            </a:prstGeom>
            <a:noFill/>
          </p:spPr>
          <p:txBody>
            <a:bodyPr wrap="square" rtlCol="0">
              <a:spAutoFit/>
            </a:bodyPr>
            <a:lstStyle/>
            <a:p>
              <a:r>
                <a:rPr lang="en-US" sz="1100" dirty="0"/>
                <a:t>x(cm)</a:t>
              </a:r>
            </a:p>
          </p:txBody>
        </p:sp>
        <p:sp>
          <p:nvSpPr>
            <p:cNvPr id="68" name="TextBox 67">
              <a:extLst>
                <a:ext uri="{FF2B5EF4-FFF2-40B4-BE49-F238E27FC236}">
                  <a16:creationId xmlns:a16="http://schemas.microsoft.com/office/drawing/2014/main" id="{A6EA0B62-569E-5C6C-0A7A-AB2CD5878F7C}"/>
                </a:ext>
              </a:extLst>
            </p:cNvPr>
            <p:cNvSpPr txBox="1"/>
            <p:nvPr/>
          </p:nvSpPr>
          <p:spPr>
            <a:xfrm>
              <a:off x="2676847" y="6350368"/>
              <a:ext cx="405233" cy="384814"/>
            </a:xfrm>
            <a:prstGeom prst="rect">
              <a:avLst/>
            </a:prstGeom>
            <a:noFill/>
          </p:spPr>
          <p:txBody>
            <a:bodyPr wrap="none" rtlCol="0">
              <a:spAutoFit/>
            </a:bodyPr>
            <a:lstStyle/>
            <a:p>
              <a:r>
                <a:rPr lang="en-US" sz="1100" dirty="0"/>
                <a:t>4</a:t>
              </a:r>
            </a:p>
          </p:txBody>
        </p:sp>
        <p:sp>
          <p:nvSpPr>
            <p:cNvPr id="69" name="TextBox 68">
              <a:extLst>
                <a:ext uri="{FF2B5EF4-FFF2-40B4-BE49-F238E27FC236}">
                  <a16:creationId xmlns:a16="http://schemas.microsoft.com/office/drawing/2014/main" id="{06F34A90-82BA-CB1E-C9E7-A49E6C3A5A62}"/>
                </a:ext>
              </a:extLst>
            </p:cNvPr>
            <p:cNvSpPr txBox="1"/>
            <p:nvPr/>
          </p:nvSpPr>
          <p:spPr>
            <a:xfrm>
              <a:off x="3142315" y="6350368"/>
              <a:ext cx="405233" cy="384814"/>
            </a:xfrm>
            <a:prstGeom prst="rect">
              <a:avLst/>
            </a:prstGeom>
            <a:noFill/>
          </p:spPr>
          <p:txBody>
            <a:bodyPr wrap="none" rtlCol="0">
              <a:spAutoFit/>
            </a:bodyPr>
            <a:lstStyle/>
            <a:p>
              <a:r>
                <a:rPr lang="en-US" sz="1100" dirty="0"/>
                <a:t>6</a:t>
              </a:r>
            </a:p>
          </p:txBody>
        </p:sp>
        <p:sp>
          <p:nvSpPr>
            <p:cNvPr id="70" name="TextBox 69">
              <a:extLst>
                <a:ext uri="{FF2B5EF4-FFF2-40B4-BE49-F238E27FC236}">
                  <a16:creationId xmlns:a16="http://schemas.microsoft.com/office/drawing/2014/main" id="{A5EDC0C1-BCC6-1490-D33E-AE50122C63FB}"/>
                </a:ext>
              </a:extLst>
            </p:cNvPr>
            <p:cNvSpPr txBox="1"/>
            <p:nvPr/>
          </p:nvSpPr>
          <p:spPr>
            <a:xfrm>
              <a:off x="3603536" y="6350368"/>
              <a:ext cx="405233" cy="384814"/>
            </a:xfrm>
            <a:prstGeom prst="rect">
              <a:avLst/>
            </a:prstGeom>
            <a:noFill/>
          </p:spPr>
          <p:txBody>
            <a:bodyPr wrap="none" rtlCol="0">
              <a:spAutoFit/>
            </a:bodyPr>
            <a:lstStyle/>
            <a:p>
              <a:r>
                <a:rPr lang="en-US" sz="1100" dirty="0"/>
                <a:t>8</a:t>
              </a:r>
            </a:p>
          </p:txBody>
        </p:sp>
        <p:sp>
          <p:nvSpPr>
            <p:cNvPr id="71" name="TextBox 70">
              <a:extLst>
                <a:ext uri="{FF2B5EF4-FFF2-40B4-BE49-F238E27FC236}">
                  <a16:creationId xmlns:a16="http://schemas.microsoft.com/office/drawing/2014/main" id="{A861D95C-1171-39DE-178E-CA2F147B8BEC}"/>
                </a:ext>
              </a:extLst>
            </p:cNvPr>
            <p:cNvSpPr txBox="1"/>
            <p:nvPr/>
          </p:nvSpPr>
          <p:spPr>
            <a:xfrm>
              <a:off x="4001040" y="6350368"/>
              <a:ext cx="519061" cy="384814"/>
            </a:xfrm>
            <a:prstGeom prst="rect">
              <a:avLst/>
            </a:prstGeom>
            <a:noFill/>
          </p:spPr>
          <p:txBody>
            <a:bodyPr wrap="none" rtlCol="0">
              <a:spAutoFit/>
            </a:bodyPr>
            <a:lstStyle/>
            <a:p>
              <a:r>
                <a:rPr lang="en-US" sz="1100" dirty="0"/>
                <a:t>10</a:t>
              </a:r>
            </a:p>
          </p:txBody>
        </p:sp>
      </p:grpSp>
      <p:grpSp>
        <p:nvGrpSpPr>
          <p:cNvPr id="136" name="Group 135">
            <a:extLst>
              <a:ext uri="{FF2B5EF4-FFF2-40B4-BE49-F238E27FC236}">
                <a16:creationId xmlns:a16="http://schemas.microsoft.com/office/drawing/2014/main" id="{46A38369-87A9-AD06-28A1-7C0032B121DA}"/>
              </a:ext>
            </a:extLst>
          </p:cNvPr>
          <p:cNvGrpSpPr/>
          <p:nvPr/>
        </p:nvGrpSpPr>
        <p:grpSpPr>
          <a:xfrm>
            <a:off x="5984216" y="100601"/>
            <a:ext cx="3156492" cy="1588637"/>
            <a:chOff x="942975" y="4983298"/>
            <a:chExt cx="4980940" cy="2336800"/>
          </a:xfrm>
        </p:grpSpPr>
        <p:cxnSp>
          <p:nvCxnSpPr>
            <p:cNvPr id="137" name="Straight Connector 136">
              <a:extLst>
                <a:ext uri="{FF2B5EF4-FFF2-40B4-BE49-F238E27FC236}">
                  <a16:creationId xmlns:a16="http://schemas.microsoft.com/office/drawing/2014/main" id="{5F543666-956A-4D2F-0C33-35FF08CEBEA2}"/>
                </a:ext>
              </a:extLst>
            </p:cNvPr>
            <p:cNvCxnSpPr/>
            <p:nvPr/>
          </p:nvCxnSpPr>
          <p:spPr>
            <a:xfrm>
              <a:off x="1869662" y="4998555"/>
              <a:ext cx="0" cy="2321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B4856B10-177F-2A8F-CBAC-0D917AAC7EB1}"/>
                </a:ext>
              </a:extLst>
            </p:cNvPr>
            <p:cNvCxnSpPr/>
            <p:nvPr/>
          </p:nvCxnSpPr>
          <p:spPr>
            <a:xfrm flipH="1">
              <a:off x="942975" y="6281520"/>
              <a:ext cx="370674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39" name="TextBox 138">
              <a:extLst>
                <a:ext uri="{FF2B5EF4-FFF2-40B4-BE49-F238E27FC236}">
                  <a16:creationId xmlns:a16="http://schemas.microsoft.com/office/drawing/2014/main" id="{D3D06805-8629-BEC4-CC89-BF4552C50BDC}"/>
                </a:ext>
              </a:extLst>
            </p:cNvPr>
            <p:cNvSpPr txBox="1"/>
            <p:nvPr/>
          </p:nvSpPr>
          <p:spPr>
            <a:xfrm>
              <a:off x="1035644" y="4983298"/>
              <a:ext cx="918728" cy="384814"/>
            </a:xfrm>
            <a:prstGeom prst="rect">
              <a:avLst/>
            </a:prstGeom>
            <a:noFill/>
          </p:spPr>
          <p:txBody>
            <a:bodyPr wrap="none" rtlCol="0">
              <a:spAutoFit/>
            </a:bodyPr>
            <a:lstStyle/>
            <a:p>
              <a:r>
                <a:rPr lang="en-US" sz="1100" dirty="0"/>
                <a:t>D(mm)</a:t>
              </a:r>
            </a:p>
          </p:txBody>
        </p:sp>
        <p:sp>
          <p:nvSpPr>
            <p:cNvPr id="140" name="TextBox 139">
              <a:extLst>
                <a:ext uri="{FF2B5EF4-FFF2-40B4-BE49-F238E27FC236}">
                  <a16:creationId xmlns:a16="http://schemas.microsoft.com/office/drawing/2014/main" id="{A6C87E02-F905-9592-5C5A-F1CA846B5355}"/>
                </a:ext>
              </a:extLst>
            </p:cNvPr>
            <p:cNvSpPr txBox="1"/>
            <p:nvPr/>
          </p:nvSpPr>
          <p:spPr>
            <a:xfrm>
              <a:off x="1553586" y="5519505"/>
              <a:ext cx="405233" cy="384814"/>
            </a:xfrm>
            <a:prstGeom prst="rect">
              <a:avLst/>
            </a:prstGeom>
            <a:noFill/>
          </p:spPr>
          <p:txBody>
            <a:bodyPr wrap="none" rtlCol="0">
              <a:spAutoFit/>
            </a:bodyPr>
            <a:lstStyle/>
            <a:p>
              <a:r>
                <a:rPr lang="en-US" sz="1100" dirty="0"/>
                <a:t>2</a:t>
              </a:r>
            </a:p>
          </p:txBody>
        </p:sp>
        <p:sp>
          <p:nvSpPr>
            <p:cNvPr id="141" name="TextBox 140">
              <a:extLst>
                <a:ext uri="{FF2B5EF4-FFF2-40B4-BE49-F238E27FC236}">
                  <a16:creationId xmlns:a16="http://schemas.microsoft.com/office/drawing/2014/main" id="{FC036D89-E4A7-8C87-1BA5-08203D98907B}"/>
                </a:ext>
              </a:extLst>
            </p:cNvPr>
            <p:cNvSpPr txBox="1"/>
            <p:nvPr/>
          </p:nvSpPr>
          <p:spPr>
            <a:xfrm>
              <a:off x="1486328" y="6651960"/>
              <a:ext cx="473529" cy="384814"/>
            </a:xfrm>
            <a:prstGeom prst="rect">
              <a:avLst/>
            </a:prstGeom>
            <a:noFill/>
          </p:spPr>
          <p:txBody>
            <a:bodyPr wrap="none" rtlCol="0">
              <a:spAutoFit/>
            </a:bodyPr>
            <a:lstStyle/>
            <a:p>
              <a:r>
                <a:rPr lang="en-US" sz="1100" dirty="0"/>
                <a:t>-2</a:t>
              </a:r>
            </a:p>
          </p:txBody>
        </p:sp>
        <p:sp>
          <p:nvSpPr>
            <p:cNvPr id="142" name="TextBox 141">
              <a:extLst>
                <a:ext uri="{FF2B5EF4-FFF2-40B4-BE49-F238E27FC236}">
                  <a16:creationId xmlns:a16="http://schemas.microsoft.com/office/drawing/2014/main" id="{B11BC2CB-D782-4EE0-7FF2-7C4DF31D7897}"/>
                </a:ext>
              </a:extLst>
            </p:cNvPr>
            <p:cNvSpPr txBox="1"/>
            <p:nvPr/>
          </p:nvSpPr>
          <p:spPr>
            <a:xfrm>
              <a:off x="1220982" y="6350368"/>
              <a:ext cx="473529" cy="384814"/>
            </a:xfrm>
            <a:prstGeom prst="rect">
              <a:avLst/>
            </a:prstGeom>
            <a:noFill/>
          </p:spPr>
          <p:txBody>
            <a:bodyPr wrap="none" rtlCol="0">
              <a:spAutoFit/>
            </a:bodyPr>
            <a:lstStyle/>
            <a:p>
              <a:r>
                <a:rPr lang="en-US" sz="1100" dirty="0"/>
                <a:t>-2</a:t>
              </a:r>
            </a:p>
          </p:txBody>
        </p:sp>
        <p:sp>
          <p:nvSpPr>
            <p:cNvPr id="143" name="TextBox 142">
              <a:extLst>
                <a:ext uri="{FF2B5EF4-FFF2-40B4-BE49-F238E27FC236}">
                  <a16:creationId xmlns:a16="http://schemas.microsoft.com/office/drawing/2014/main" id="{BF542B81-39F1-A24D-4C4A-9CC436FDD23E}"/>
                </a:ext>
              </a:extLst>
            </p:cNvPr>
            <p:cNvSpPr txBox="1"/>
            <p:nvPr/>
          </p:nvSpPr>
          <p:spPr>
            <a:xfrm>
              <a:off x="2218525" y="6350368"/>
              <a:ext cx="405233" cy="384814"/>
            </a:xfrm>
            <a:prstGeom prst="rect">
              <a:avLst/>
            </a:prstGeom>
            <a:noFill/>
          </p:spPr>
          <p:txBody>
            <a:bodyPr wrap="none" rtlCol="0">
              <a:spAutoFit/>
            </a:bodyPr>
            <a:lstStyle/>
            <a:p>
              <a:r>
                <a:rPr lang="en-US" sz="1100" dirty="0"/>
                <a:t>2</a:t>
              </a:r>
            </a:p>
          </p:txBody>
        </p:sp>
        <p:cxnSp>
          <p:nvCxnSpPr>
            <p:cNvPr id="144" name="Straight Connector 143">
              <a:extLst>
                <a:ext uri="{FF2B5EF4-FFF2-40B4-BE49-F238E27FC236}">
                  <a16:creationId xmlns:a16="http://schemas.microsoft.com/office/drawing/2014/main" id="{1E63E024-25A8-939E-74F4-8ACE5AA069E2}"/>
                </a:ext>
              </a:extLst>
            </p:cNvPr>
            <p:cNvCxnSpPr/>
            <p:nvPr/>
          </p:nvCxnSpPr>
          <p:spPr>
            <a:xfrm>
              <a:off x="2796348" y="6159327"/>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5" name="Straight Connector 144">
              <a:extLst>
                <a:ext uri="{FF2B5EF4-FFF2-40B4-BE49-F238E27FC236}">
                  <a16:creationId xmlns:a16="http://schemas.microsoft.com/office/drawing/2014/main" id="{DD40C84D-15AA-429F-D7E2-5D7626A39082}"/>
                </a:ext>
              </a:extLst>
            </p:cNvPr>
            <p:cNvCxnSpPr/>
            <p:nvPr/>
          </p:nvCxnSpPr>
          <p:spPr>
            <a:xfrm>
              <a:off x="3259691"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6" name="Straight Connector 145">
              <a:extLst>
                <a:ext uri="{FF2B5EF4-FFF2-40B4-BE49-F238E27FC236}">
                  <a16:creationId xmlns:a16="http://schemas.microsoft.com/office/drawing/2014/main" id="{40B79FC9-39D2-357F-5D0C-486F2BF41933}"/>
                </a:ext>
              </a:extLst>
            </p:cNvPr>
            <p:cNvCxnSpPr/>
            <p:nvPr/>
          </p:nvCxnSpPr>
          <p:spPr>
            <a:xfrm>
              <a:off x="3723035"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7" name="Straight Connector 146">
              <a:extLst>
                <a:ext uri="{FF2B5EF4-FFF2-40B4-BE49-F238E27FC236}">
                  <a16:creationId xmlns:a16="http://schemas.microsoft.com/office/drawing/2014/main" id="{04E71814-A862-CD92-658A-71620958AA72}"/>
                </a:ext>
              </a:extLst>
            </p:cNvPr>
            <p:cNvCxnSpPr/>
            <p:nvPr/>
          </p:nvCxnSpPr>
          <p:spPr>
            <a:xfrm>
              <a:off x="4186378"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a:extLst>
                <a:ext uri="{FF2B5EF4-FFF2-40B4-BE49-F238E27FC236}">
                  <a16:creationId xmlns:a16="http://schemas.microsoft.com/office/drawing/2014/main" id="{D89741EA-7EB9-714D-2775-9CD810B1A481}"/>
                </a:ext>
              </a:extLst>
            </p:cNvPr>
            <p:cNvCxnSpPr/>
            <p:nvPr/>
          </p:nvCxnSpPr>
          <p:spPr>
            <a:xfrm>
              <a:off x="2333005"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E94B43FF-4B7F-C803-A37E-B2C7DB7BF95C}"/>
                </a:ext>
              </a:extLst>
            </p:cNvPr>
            <p:cNvCxnSpPr/>
            <p:nvPr/>
          </p:nvCxnSpPr>
          <p:spPr>
            <a:xfrm>
              <a:off x="1406318"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0" name="Straight Connector 149">
              <a:extLst>
                <a:ext uri="{FF2B5EF4-FFF2-40B4-BE49-F238E27FC236}">
                  <a16:creationId xmlns:a16="http://schemas.microsoft.com/office/drawing/2014/main" id="{82CEC31D-AF31-6BB1-BD6D-8C69E9257D46}"/>
                </a:ext>
              </a:extLst>
            </p:cNvPr>
            <p:cNvCxnSpPr/>
            <p:nvPr/>
          </p:nvCxnSpPr>
          <p:spPr>
            <a:xfrm rot="5400000">
              <a:off x="1880937" y="6696865"/>
              <a:ext cx="0" cy="2078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a:extLst>
                <a:ext uri="{FF2B5EF4-FFF2-40B4-BE49-F238E27FC236}">
                  <a16:creationId xmlns:a16="http://schemas.microsoft.com/office/drawing/2014/main" id="{08A9B9C2-0036-4A8D-C83B-5C999104362F}"/>
                </a:ext>
              </a:extLst>
            </p:cNvPr>
            <p:cNvCxnSpPr/>
            <p:nvPr/>
          </p:nvCxnSpPr>
          <p:spPr>
            <a:xfrm rot="5400000">
              <a:off x="1880937" y="5658287"/>
              <a:ext cx="0" cy="2078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52" name="TextBox 151">
              <a:extLst>
                <a:ext uri="{FF2B5EF4-FFF2-40B4-BE49-F238E27FC236}">
                  <a16:creationId xmlns:a16="http://schemas.microsoft.com/office/drawing/2014/main" id="{345CBCD0-290C-EF87-06C3-27E391107300}"/>
                </a:ext>
              </a:extLst>
            </p:cNvPr>
            <p:cNvSpPr txBox="1"/>
            <p:nvPr/>
          </p:nvSpPr>
          <p:spPr>
            <a:xfrm>
              <a:off x="3392074" y="5035227"/>
              <a:ext cx="2462339" cy="384814"/>
            </a:xfrm>
            <a:prstGeom prst="rect">
              <a:avLst/>
            </a:prstGeom>
            <a:noFill/>
          </p:spPr>
          <p:txBody>
            <a:bodyPr wrap="square" rtlCol="0">
              <a:spAutoFit/>
            </a:bodyPr>
            <a:lstStyle/>
            <a:p>
              <a:r>
                <a:rPr lang="en-US" sz="1100" dirty="0"/>
                <a:t>t=0.03s</a:t>
              </a:r>
            </a:p>
          </p:txBody>
        </p:sp>
        <p:sp>
          <p:nvSpPr>
            <p:cNvPr id="153" name="TextBox 152">
              <a:extLst>
                <a:ext uri="{FF2B5EF4-FFF2-40B4-BE49-F238E27FC236}">
                  <a16:creationId xmlns:a16="http://schemas.microsoft.com/office/drawing/2014/main" id="{F949C293-78F4-2654-B706-8197426AFC13}"/>
                </a:ext>
              </a:extLst>
            </p:cNvPr>
            <p:cNvSpPr txBox="1"/>
            <p:nvPr/>
          </p:nvSpPr>
          <p:spPr>
            <a:xfrm>
              <a:off x="4603387" y="6350368"/>
              <a:ext cx="1320528" cy="384814"/>
            </a:xfrm>
            <a:prstGeom prst="rect">
              <a:avLst/>
            </a:prstGeom>
            <a:noFill/>
          </p:spPr>
          <p:txBody>
            <a:bodyPr wrap="square" rtlCol="0">
              <a:spAutoFit/>
            </a:bodyPr>
            <a:lstStyle/>
            <a:p>
              <a:r>
                <a:rPr lang="en-US" sz="1100" dirty="0"/>
                <a:t>x(cm)</a:t>
              </a:r>
            </a:p>
          </p:txBody>
        </p:sp>
        <p:sp>
          <p:nvSpPr>
            <p:cNvPr id="155" name="TextBox 154">
              <a:extLst>
                <a:ext uri="{FF2B5EF4-FFF2-40B4-BE49-F238E27FC236}">
                  <a16:creationId xmlns:a16="http://schemas.microsoft.com/office/drawing/2014/main" id="{E9CD00EE-4917-2F51-37F4-BC0009A3C7AB}"/>
                </a:ext>
              </a:extLst>
            </p:cNvPr>
            <p:cNvSpPr txBox="1"/>
            <p:nvPr/>
          </p:nvSpPr>
          <p:spPr>
            <a:xfrm>
              <a:off x="2676846" y="6350368"/>
              <a:ext cx="405233" cy="384814"/>
            </a:xfrm>
            <a:prstGeom prst="rect">
              <a:avLst/>
            </a:prstGeom>
            <a:noFill/>
          </p:spPr>
          <p:txBody>
            <a:bodyPr wrap="none" rtlCol="0">
              <a:spAutoFit/>
            </a:bodyPr>
            <a:lstStyle/>
            <a:p>
              <a:r>
                <a:rPr lang="en-US" sz="1100" dirty="0"/>
                <a:t>4</a:t>
              </a:r>
            </a:p>
          </p:txBody>
        </p:sp>
        <p:sp>
          <p:nvSpPr>
            <p:cNvPr id="156" name="TextBox 155">
              <a:extLst>
                <a:ext uri="{FF2B5EF4-FFF2-40B4-BE49-F238E27FC236}">
                  <a16:creationId xmlns:a16="http://schemas.microsoft.com/office/drawing/2014/main" id="{0A35DF4A-7D2B-19B6-75CE-E2980672DCEC}"/>
                </a:ext>
              </a:extLst>
            </p:cNvPr>
            <p:cNvSpPr txBox="1"/>
            <p:nvPr/>
          </p:nvSpPr>
          <p:spPr>
            <a:xfrm>
              <a:off x="3142315" y="6350368"/>
              <a:ext cx="405233" cy="384814"/>
            </a:xfrm>
            <a:prstGeom prst="rect">
              <a:avLst/>
            </a:prstGeom>
            <a:noFill/>
          </p:spPr>
          <p:txBody>
            <a:bodyPr wrap="none" rtlCol="0">
              <a:spAutoFit/>
            </a:bodyPr>
            <a:lstStyle/>
            <a:p>
              <a:r>
                <a:rPr lang="en-US" sz="1100" dirty="0"/>
                <a:t>6</a:t>
              </a:r>
            </a:p>
          </p:txBody>
        </p:sp>
        <p:sp>
          <p:nvSpPr>
            <p:cNvPr id="157" name="TextBox 156">
              <a:extLst>
                <a:ext uri="{FF2B5EF4-FFF2-40B4-BE49-F238E27FC236}">
                  <a16:creationId xmlns:a16="http://schemas.microsoft.com/office/drawing/2014/main" id="{68D759AE-11E9-6ED1-15CD-7F27F21E61C0}"/>
                </a:ext>
              </a:extLst>
            </p:cNvPr>
            <p:cNvSpPr txBox="1"/>
            <p:nvPr/>
          </p:nvSpPr>
          <p:spPr>
            <a:xfrm>
              <a:off x="3603536" y="6350368"/>
              <a:ext cx="405233" cy="384814"/>
            </a:xfrm>
            <a:prstGeom prst="rect">
              <a:avLst/>
            </a:prstGeom>
            <a:noFill/>
          </p:spPr>
          <p:txBody>
            <a:bodyPr wrap="none" rtlCol="0">
              <a:spAutoFit/>
            </a:bodyPr>
            <a:lstStyle/>
            <a:p>
              <a:r>
                <a:rPr lang="en-US" sz="1100" dirty="0"/>
                <a:t>8</a:t>
              </a:r>
            </a:p>
          </p:txBody>
        </p:sp>
        <p:sp>
          <p:nvSpPr>
            <p:cNvPr id="158" name="TextBox 157">
              <a:extLst>
                <a:ext uri="{FF2B5EF4-FFF2-40B4-BE49-F238E27FC236}">
                  <a16:creationId xmlns:a16="http://schemas.microsoft.com/office/drawing/2014/main" id="{81A50A90-1529-4747-B9E1-805EB52915A4}"/>
                </a:ext>
              </a:extLst>
            </p:cNvPr>
            <p:cNvSpPr txBox="1"/>
            <p:nvPr/>
          </p:nvSpPr>
          <p:spPr>
            <a:xfrm>
              <a:off x="4001040" y="6350368"/>
              <a:ext cx="519061" cy="384814"/>
            </a:xfrm>
            <a:prstGeom prst="rect">
              <a:avLst/>
            </a:prstGeom>
            <a:noFill/>
          </p:spPr>
          <p:txBody>
            <a:bodyPr wrap="none" rtlCol="0">
              <a:spAutoFit/>
            </a:bodyPr>
            <a:lstStyle/>
            <a:p>
              <a:r>
                <a:rPr lang="en-US" sz="1100" dirty="0"/>
                <a:t>10</a:t>
              </a:r>
            </a:p>
          </p:txBody>
        </p:sp>
      </p:grpSp>
      <p:grpSp>
        <p:nvGrpSpPr>
          <p:cNvPr id="159" name="Group 158">
            <a:extLst>
              <a:ext uri="{FF2B5EF4-FFF2-40B4-BE49-F238E27FC236}">
                <a16:creationId xmlns:a16="http://schemas.microsoft.com/office/drawing/2014/main" id="{C1B7D8F2-39B2-9BDC-31BF-D50678887FA7}"/>
              </a:ext>
            </a:extLst>
          </p:cNvPr>
          <p:cNvGrpSpPr/>
          <p:nvPr/>
        </p:nvGrpSpPr>
        <p:grpSpPr>
          <a:xfrm>
            <a:off x="5987508" y="1730998"/>
            <a:ext cx="3156492" cy="1588637"/>
            <a:chOff x="942975" y="4983298"/>
            <a:chExt cx="4980940" cy="2336800"/>
          </a:xfrm>
        </p:grpSpPr>
        <p:cxnSp>
          <p:nvCxnSpPr>
            <p:cNvPr id="160" name="Straight Connector 159">
              <a:extLst>
                <a:ext uri="{FF2B5EF4-FFF2-40B4-BE49-F238E27FC236}">
                  <a16:creationId xmlns:a16="http://schemas.microsoft.com/office/drawing/2014/main" id="{D4B698EA-4FB2-CCD9-7633-6B9167ACC4F7}"/>
                </a:ext>
              </a:extLst>
            </p:cNvPr>
            <p:cNvCxnSpPr/>
            <p:nvPr/>
          </p:nvCxnSpPr>
          <p:spPr>
            <a:xfrm>
              <a:off x="1869662" y="4998555"/>
              <a:ext cx="0" cy="2321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1" name="Straight Connector 160">
              <a:extLst>
                <a:ext uri="{FF2B5EF4-FFF2-40B4-BE49-F238E27FC236}">
                  <a16:creationId xmlns:a16="http://schemas.microsoft.com/office/drawing/2014/main" id="{42A94991-6F88-74B1-7F7C-E068FFC2B947}"/>
                </a:ext>
              </a:extLst>
            </p:cNvPr>
            <p:cNvCxnSpPr/>
            <p:nvPr/>
          </p:nvCxnSpPr>
          <p:spPr>
            <a:xfrm flipH="1">
              <a:off x="942975" y="6281520"/>
              <a:ext cx="370674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2" name="TextBox 161">
              <a:extLst>
                <a:ext uri="{FF2B5EF4-FFF2-40B4-BE49-F238E27FC236}">
                  <a16:creationId xmlns:a16="http://schemas.microsoft.com/office/drawing/2014/main" id="{753675B4-0CC2-B441-D184-4EBF90C10B30}"/>
                </a:ext>
              </a:extLst>
            </p:cNvPr>
            <p:cNvSpPr txBox="1"/>
            <p:nvPr/>
          </p:nvSpPr>
          <p:spPr>
            <a:xfrm>
              <a:off x="1035643" y="4983298"/>
              <a:ext cx="918728" cy="384814"/>
            </a:xfrm>
            <a:prstGeom prst="rect">
              <a:avLst/>
            </a:prstGeom>
            <a:noFill/>
          </p:spPr>
          <p:txBody>
            <a:bodyPr wrap="none" rtlCol="0">
              <a:spAutoFit/>
            </a:bodyPr>
            <a:lstStyle/>
            <a:p>
              <a:r>
                <a:rPr lang="en-US" sz="1100" dirty="0"/>
                <a:t>D(mm)</a:t>
              </a:r>
            </a:p>
          </p:txBody>
        </p:sp>
        <p:sp>
          <p:nvSpPr>
            <p:cNvPr id="163" name="TextBox 162">
              <a:extLst>
                <a:ext uri="{FF2B5EF4-FFF2-40B4-BE49-F238E27FC236}">
                  <a16:creationId xmlns:a16="http://schemas.microsoft.com/office/drawing/2014/main" id="{CAFF1CFB-E62D-1966-2839-A499AC775A8A}"/>
                </a:ext>
              </a:extLst>
            </p:cNvPr>
            <p:cNvSpPr txBox="1"/>
            <p:nvPr/>
          </p:nvSpPr>
          <p:spPr>
            <a:xfrm>
              <a:off x="1553587" y="5519505"/>
              <a:ext cx="405233" cy="384814"/>
            </a:xfrm>
            <a:prstGeom prst="rect">
              <a:avLst/>
            </a:prstGeom>
            <a:noFill/>
          </p:spPr>
          <p:txBody>
            <a:bodyPr wrap="none" rtlCol="0">
              <a:spAutoFit/>
            </a:bodyPr>
            <a:lstStyle/>
            <a:p>
              <a:r>
                <a:rPr lang="en-US" sz="1100" dirty="0"/>
                <a:t>2</a:t>
              </a:r>
            </a:p>
          </p:txBody>
        </p:sp>
        <p:sp>
          <p:nvSpPr>
            <p:cNvPr id="164" name="TextBox 163">
              <a:extLst>
                <a:ext uri="{FF2B5EF4-FFF2-40B4-BE49-F238E27FC236}">
                  <a16:creationId xmlns:a16="http://schemas.microsoft.com/office/drawing/2014/main" id="{2E645EA7-0631-278C-8EFE-D623ACD5A1F1}"/>
                </a:ext>
              </a:extLst>
            </p:cNvPr>
            <p:cNvSpPr txBox="1"/>
            <p:nvPr/>
          </p:nvSpPr>
          <p:spPr>
            <a:xfrm>
              <a:off x="1486329" y="6651960"/>
              <a:ext cx="473529" cy="384814"/>
            </a:xfrm>
            <a:prstGeom prst="rect">
              <a:avLst/>
            </a:prstGeom>
            <a:noFill/>
          </p:spPr>
          <p:txBody>
            <a:bodyPr wrap="none" rtlCol="0">
              <a:spAutoFit/>
            </a:bodyPr>
            <a:lstStyle/>
            <a:p>
              <a:r>
                <a:rPr lang="en-US" sz="1100" dirty="0"/>
                <a:t>-2</a:t>
              </a:r>
            </a:p>
          </p:txBody>
        </p:sp>
        <p:sp>
          <p:nvSpPr>
            <p:cNvPr id="165" name="TextBox 164">
              <a:extLst>
                <a:ext uri="{FF2B5EF4-FFF2-40B4-BE49-F238E27FC236}">
                  <a16:creationId xmlns:a16="http://schemas.microsoft.com/office/drawing/2014/main" id="{9BC9E6B0-CA32-2436-BC91-15F85D0EBA88}"/>
                </a:ext>
              </a:extLst>
            </p:cNvPr>
            <p:cNvSpPr txBox="1"/>
            <p:nvPr/>
          </p:nvSpPr>
          <p:spPr>
            <a:xfrm>
              <a:off x="1220981" y="6350368"/>
              <a:ext cx="473529" cy="384814"/>
            </a:xfrm>
            <a:prstGeom prst="rect">
              <a:avLst/>
            </a:prstGeom>
            <a:noFill/>
          </p:spPr>
          <p:txBody>
            <a:bodyPr wrap="none" rtlCol="0">
              <a:spAutoFit/>
            </a:bodyPr>
            <a:lstStyle/>
            <a:p>
              <a:r>
                <a:rPr lang="en-US" sz="1100" dirty="0"/>
                <a:t>-2</a:t>
              </a:r>
            </a:p>
          </p:txBody>
        </p:sp>
        <p:sp>
          <p:nvSpPr>
            <p:cNvPr id="166" name="TextBox 165">
              <a:extLst>
                <a:ext uri="{FF2B5EF4-FFF2-40B4-BE49-F238E27FC236}">
                  <a16:creationId xmlns:a16="http://schemas.microsoft.com/office/drawing/2014/main" id="{528F17EF-5F00-DD31-4307-EC7109E2265D}"/>
                </a:ext>
              </a:extLst>
            </p:cNvPr>
            <p:cNvSpPr txBox="1"/>
            <p:nvPr/>
          </p:nvSpPr>
          <p:spPr>
            <a:xfrm>
              <a:off x="2218524" y="6350368"/>
              <a:ext cx="405233" cy="384814"/>
            </a:xfrm>
            <a:prstGeom prst="rect">
              <a:avLst/>
            </a:prstGeom>
            <a:noFill/>
          </p:spPr>
          <p:txBody>
            <a:bodyPr wrap="none" rtlCol="0">
              <a:spAutoFit/>
            </a:bodyPr>
            <a:lstStyle/>
            <a:p>
              <a:r>
                <a:rPr lang="en-US" sz="1100" dirty="0"/>
                <a:t>2</a:t>
              </a:r>
            </a:p>
          </p:txBody>
        </p:sp>
        <p:cxnSp>
          <p:nvCxnSpPr>
            <p:cNvPr id="167" name="Straight Connector 166">
              <a:extLst>
                <a:ext uri="{FF2B5EF4-FFF2-40B4-BE49-F238E27FC236}">
                  <a16:creationId xmlns:a16="http://schemas.microsoft.com/office/drawing/2014/main" id="{596F6BF1-7C31-F1A5-06AD-7397A759A5AE}"/>
                </a:ext>
              </a:extLst>
            </p:cNvPr>
            <p:cNvCxnSpPr/>
            <p:nvPr/>
          </p:nvCxnSpPr>
          <p:spPr>
            <a:xfrm>
              <a:off x="2796348" y="6159327"/>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8" name="Straight Connector 167">
              <a:extLst>
                <a:ext uri="{FF2B5EF4-FFF2-40B4-BE49-F238E27FC236}">
                  <a16:creationId xmlns:a16="http://schemas.microsoft.com/office/drawing/2014/main" id="{DE62B79D-0D39-7958-D80B-FF2044595F1E}"/>
                </a:ext>
              </a:extLst>
            </p:cNvPr>
            <p:cNvCxnSpPr/>
            <p:nvPr/>
          </p:nvCxnSpPr>
          <p:spPr>
            <a:xfrm>
              <a:off x="3259691"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9EE3B816-EEA4-1E7D-F348-0F9862A411DD}"/>
                </a:ext>
              </a:extLst>
            </p:cNvPr>
            <p:cNvCxnSpPr/>
            <p:nvPr/>
          </p:nvCxnSpPr>
          <p:spPr>
            <a:xfrm>
              <a:off x="3723035"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6C76EDD2-E347-76B0-E80A-D19F4D646C75}"/>
                </a:ext>
              </a:extLst>
            </p:cNvPr>
            <p:cNvCxnSpPr/>
            <p:nvPr/>
          </p:nvCxnSpPr>
          <p:spPr>
            <a:xfrm>
              <a:off x="4186378"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6E85B128-9B90-BD93-82CA-3F558AD0550C}"/>
                </a:ext>
              </a:extLst>
            </p:cNvPr>
            <p:cNvCxnSpPr/>
            <p:nvPr/>
          </p:nvCxnSpPr>
          <p:spPr>
            <a:xfrm>
              <a:off x="2333005"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7CA1B5AC-F5B6-0F4D-8251-3369F3214A5D}"/>
                </a:ext>
              </a:extLst>
            </p:cNvPr>
            <p:cNvCxnSpPr/>
            <p:nvPr/>
          </p:nvCxnSpPr>
          <p:spPr>
            <a:xfrm>
              <a:off x="1406318"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2A896B08-B8FB-12A0-5BCA-51DF402A7B7B}"/>
                </a:ext>
              </a:extLst>
            </p:cNvPr>
            <p:cNvCxnSpPr/>
            <p:nvPr/>
          </p:nvCxnSpPr>
          <p:spPr>
            <a:xfrm rot="5400000">
              <a:off x="1880937" y="6696865"/>
              <a:ext cx="0" cy="2078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5DE89E26-D979-092E-06B4-C17CEA94CE45}"/>
                </a:ext>
              </a:extLst>
            </p:cNvPr>
            <p:cNvCxnSpPr/>
            <p:nvPr/>
          </p:nvCxnSpPr>
          <p:spPr>
            <a:xfrm rot="5400000">
              <a:off x="1880937" y="5658287"/>
              <a:ext cx="0" cy="2078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5" name="TextBox 174">
              <a:extLst>
                <a:ext uri="{FF2B5EF4-FFF2-40B4-BE49-F238E27FC236}">
                  <a16:creationId xmlns:a16="http://schemas.microsoft.com/office/drawing/2014/main" id="{0C56BAFD-B353-A0C1-3FA9-160548FC7062}"/>
                </a:ext>
              </a:extLst>
            </p:cNvPr>
            <p:cNvSpPr txBox="1"/>
            <p:nvPr/>
          </p:nvSpPr>
          <p:spPr>
            <a:xfrm>
              <a:off x="3392075" y="5035227"/>
              <a:ext cx="2462339" cy="384814"/>
            </a:xfrm>
            <a:prstGeom prst="rect">
              <a:avLst/>
            </a:prstGeom>
            <a:noFill/>
          </p:spPr>
          <p:txBody>
            <a:bodyPr wrap="square" rtlCol="0">
              <a:spAutoFit/>
            </a:bodyPr>
            <a:lstStyle/>
            <a:p>
              <a:r>
                <a:rPr lang="en-US" sz="1100" dirty="0"/>
                <a:t>t=0.04s</a:t>
              </a:r>
            </a:p>
          </p:txBody>
        </p:sp>
        <p:sp>
          <p:nvSpPr>
            <p:cNvPr id="176" name="TextBox 175">
              <a:extLst>
                <a:ext uri="{FF2B5EF4-FFF2-40B4-BE49-F238E27FC236}">
                  <a16:creationId xmlns:a16="http://schemas.microsoft.com/office/drawing/2014/main" id="{F3A8476C-070A-0176-4855-39DD7B58809A}"/>
                </a:ext>
              </a:extLst>
            </p:cNvPr>
            <p:cNvSpPr txBox="1"/>
            <p:nvPr/>
          </p:nvSpPr>
          <p:spPr>
            <a:xfrm>
              <a:off x="4603387" y="6350368"/>
              <a:ext cx="1320528" cy="384814"/>
            </a:xfrm>
            <a:prstGeom prst="rect">
              <a:avLst/>
            </a:prstGeom>
            <a:noFill/>
          </p:spPr>
          <p:txBody>
            <a:bodyPr wrap="square" rtlCol="0">
              <a:spAutoFit/>
            </a:bodyPr>
            <a:lstStyle/>
            <a:p>
              <a:r>
                <a:rPr lang="en-US" sz="1100" dirty="0"/>
                <a:t>x(cm)</a:t>
              </a:r>
            </a:p>
          </p:txBody>
        </p:sp>
        <p:sp>
          <p:nvSpPr>
            <p:cNvPr id="178" name="TextBox 177">
              <a:extLst>
                <a:ext uri="{FF2B5EF4-FFF2-40B4-BE49-F238E27FC236}">
                  <a16:creationId xmlns:a16="http://schemas.microsoft.com/office/drawing/2014/main" id="{67C2A77B-0876-C62B-F51E-DA8B9E001D51}"/>
                </a:ext>
              </a:extLst>
            </p:cNvPr>
            <p:cNvSpPr txBox="1"/>
            <p:nvPr/>
          </p:nvSpPr>
          <p:spPr>
            <a:xfrm>
              <a:off x="2676847" y="6350368"/>
              <a:ext cx="405233" cy="384814"/>
            </a:xfrm>
            <a:prstGeom prst="rect">
              <a:avLst/>
            </a:prstGeom>
            <a:noFill/>
          </p:spPr>
          <p:txBody>
            <a:bodyPr wrap="none" rtlCol="0">
              <a:spAutoFit/>
            </a:bodyPr>
            <a:lstStyle/>
            <a:p>
              <a:r>
                <a:rPr lang="en-US" sz="1100" dirty="0"/>
                <a:t>4</a:t>
              </a:r>
            </a:p>
          </p:txBody>
        </p:sp>
        <p:sp>
          <p:nvSpPr>
            <p:cNvPr id="179" name="TextBox 178">
              <a:extLst>
                <a:ext uri="{FF2B5EF4-FFF2-40B4-BE49-F238E27FC236}">
                  <a16:creationId xmlns:a16="http://schemas.microsoft.com/office/drawing/2014/main" id="{2C4FBADC-80E8-15AA-C8FF-E6F4BEC9CBB0}"/>
                </a:ext>
              </a:extLst>
            </p:cNvPr>
            <p:cNvSpPr txBox="1"/>
            <p:nvPr/>
          </p:nvSpPr>
          <p:spPr>
            <a:xfrm>
              <a:off x="3142316" y="6350368"/>
              <a:ext cx="405233" cy="384814"/>
            </a:xfrm>
            <a:prstGeom prst="rect">
              <a:avLst/>
            </a:prstGeom>
            <a:noFill/>
          </p:spPr>
          <p:txBody>
            <a:bodyPr wrap="none" rtlCol="0">
              <a:spAutoFit/>
            </a:bodyPr>
            <a:lstStyle/>
            <a:p>
              <a:r>
                <a:rPr lang="en-US" sz="1100" dirty="0"/>
                <a:t>6</a:t>
              </a:r>
            </a:p>
          </p:txBody>
        </p:sp>
        <p:sp>
          <p:nvSpPr>
            <p:cNvPr id="180" name="TextBox 179">
              <a:extLst>
                <a:ext uri="{FF2B5EF4-FFF2-40B4-BE49-F238E27FC236}">
                  <a16:creationId xmlns:a16="http://schemas.microsoft.com/office/drawing/2014/main" id="{B3F960F2-4E1B-094A-25E9-37AC7F2E1D18}"/>
                </a:ext>
              </a:extLst>
            </p:cNvPr>
            <p:cNvSpPr txBox="1"/>
            <p:nvPr/>
          </p:nvSpPr>
          <p:spPr>
            <a:xfrm>
              <a:off x="3603536" y="6350368"/>
              <a:ext cx="405233" cy="384814"/>
            </a:xfrm>
            <a:prstGeom prst="rect">
              <a:avLst/>
            </a:prstGeom>
            <a:noFill/>
          </p:spPr>
          <p:txBody>
            <a:bodyPr wrap="none" rtlCol="0">
              <a:spAutoFit/>
            </a:bodyPr>
            <a:lstStyle/>
            <a:p>
              <a:r>
                <a:rPr lang="en-US" sz="1100" dirty="0"/>
                <a:t>8</a:t>
              </a:r>
            </a:p>
          </p:txBody>
        </p:sp>
        <p:sp>
          <p:nvSpPr>
            <p:cNvPr id="181" name="TextBox 180">
              <a:extLst>
                <a:ext uri="{FF2B5EF4-FFF2-40B4-BE49-F238E27FC236}">
                  <a16:creationId xmlns:a16="http://schemas.microsoft.com/office/drawing/2014/main" id="{4DB6375E-E6E4-BD1F-CFB3-01471C3C62D4}"/>
                </a:ext>
              </a:extLst>
            </p:cNvPr>
            <p:cNvSpPr txBox="1"/>
            <p:nvPr/>
          </p:nvSpPr>
          <p:spPr>
            <a:xfrm>
              <a:off x="4001040" y="6350368"/>
              <a:ext cx="519061" cy="384814"/>
            </a:xfrm>
            <a:prstGeom prst="rect">
              <a:avLst/>
            </a:prstGeom>
            <a:noFill/>
          </p:spPr>
          <p:txBody>
            <a:bodyPr wrap="none" rtlCol="0">
              <a:spAutoFit/>
            </a:bodyPr>
            <a:lstStyle/>
            <a:p>
              <a:r>
                <a:rPr lang="en-US" sz="1100" dirty="0"/>
                <a:t>10</a:t>
              </a:r>
            </a:p>
          </p:txBody>
        </p:sp>
      </p:grpSp>
      <p:grpSp>
        <p:nvGrpSpPr>
          <p:cNvPr id="183" name="Group 182">
            <a:extLst>
              <a:ext uri="{FF2B5EF4-FFF2-40B4-BE49-F238E27FC236}">
                <a16:creationId xmlns:a16="http://schemas.microsoft.com/office/drawing/2014/main" id="{A896ABE6-63BD-67B1-7E6B-FFBA4688799D}"/>
              </a:ext>
            </a:extLst>
          </p:cNvPr>
          <p:cNvGrpSpPr/>
          <p:nvPr/>
        </p:nvGrpSpPr>
        <p:grpSpPr>
          <a:xfrm>
            <a:off x="5987505" y="3361395"/>
            <a:ext cx="3156495" cy="1588637"/>
            <a:chOff x="942975" y="4983298"/>
            <a:chExt cx="4980940" cy="2336800"/>
          </a:xfrm>
        </p:grpSpPr>
        <p:cxnSp>
          <p:nvCxnSpPr>
            <p:cNvPr id="184" name="Straight Connector 183">
              <a:extLst>
                <a:ext uri="{FF2B5EF4-FFF2-40B4-BE49-F238E27FC236}">
                  <a16:creationId xmlns:a16="http://schemas.microsoft.com/office/drawing/2014/main" id="{62CBCD0F-E89F-A6E9-CF19-40341ACEA038}"/>
                </a:ext>
              </a:extLst>
            </p:cNvPr>
            <p:cNvCxnSpPr/>
            <p:nvPr/>
          </p:nvCxnSpPr>
          <p:spPr>
            <a:xfrm>
              <a:off x="1869662" y="4998555"/>
              <a:ext cx="0" cy="2321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EC7A3ED8-C81B-2325-BD1A-5C51411A5286}"/>
                </a:ext>
              </a:extLst>
            </p:cNvPr>
            <p:cNvCxnSpPr/>
            <p:nvPr/>
          </p:nvCxnSpPr>
          <p:spPr>
            <a:xfrm flipH="1">
              <a:off x="942975" y="6281520"/>
              <a:ext cx="370674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86" name="TextBox 185">
              <a:extLst>
                <a:ext uri="{FF2B5EF4-FFF2-40B4-BE49-F238E27FC236}">
                  <a16:creationId xmlns:a16="http://schemas.microsoft.com/office/drawing/2014/main" id="{C42229E6-6C71-D9A9-26B1-F2F828C127A8}"/>
                </a:ext>
              </a:extLst>
            </p:cNvPr>
            <p:cNvSpPr txBox="1"/>
            <p:nvPr/>
          </p:nvSpPr>
          <p:spPr>
            <a:xfrm>
              <a:off x="1035643" y="4983298"/>
              <a:ext cx="918728" cy="384814"/>
            </a:xfrm>
            <a:prstGeom prst="rect">
              <a:avLst/>
            </a:prstGeom>
            <a:noFill/>
          </p:spPr>
          <p:txBody>
            <a:bodyPr wrap="none" rtlCol="0">
              <a:spAutoFit/>
            </a:bodyPr>
            <a:lstStyle/>
            <a:p>
              <a:r>
                <a:rPr lang="en-US" sz="1100" dirty="0"/>
                <a:t>D(mm)</a:t>
              </a:r>
            </a:p>
          </p:txBody>
        </p:sp>
        <p:sp>
          <p:nvSpPr>
            <p:cNvPr id="187" name="TextBox 186">
              <a:extLst>
                <a:ext uri="{FF2B5EF4-FFF2-40B4-BE49-F238E27FC236}">
                  <a16:creationId xmlns:a16="http://schemas.microsoft.com/office/drawing/2014/main" id="{294A74ED-52E0-BF11-E11F-B1666EA86291}"/>
                </a:ext>
              </a:extLst>
            </p:cNvPr>
            <p:cNvSpPr txBox="1"/>
            <p:nvPr/>
          </p:nvSpPr>
          <p:spPr>
            <a:xfrm>
              <a:off x="1553587" y="5519505"/>
              <a:ext cx="405233" cy="384814"/>
            </a:xfrm>
            <a:prstGeom prst="rect">
              <a:avLst/>
            </a:prstGeom>
            <a:noFill/>
          </p:spPr>
          <p:txBody>
            <a:bodyPr wrap="none" rtlCol="0">
              <a:spAutoFit/>
            </a:bodyPr>
            <a:lstStyle/>
            <a:p>
              <a:r>
                <a:rPr lang="en-US" sz="1100" dirty="0"/>
                <a:t>2</a:t>
              </a:r>
            </a:p>
          </p:txBody>
        </p:sp>
        <p:sp>
          <p:nvSpPr>
            <p:cNvPr id="188" name="TextBox 187">
              <a:extLst>
                <a:ext uri="{FF2B5EF4-FFF2-40B4-BE49-F238E27FC236}">
                  <a16:creationId xmlns:a16="http://schemas.microsoft.com/office/drawing/2014/main" id="{36860FE3-FC8F-0DF9-8BC9-7DDEBA3D8086}"/>
                </a:ext>
              </a:extLst>
            </p:cNvPr>
            <p:cNvSpPr txBox="1"/>
            <p:nvPr/>
          </p:nvSpPr>
          <p:spPr>
            <a:xfrm>
              <a:off x="1486329" y="6651960"/>
              <a:ext cx="473529" cy="384814"/>
            </a:xfrm>
            <a:prstGeom prst="rect">
              <a:avLst/>
            </a:prstGeom>
            <a:noFill/>
          </p:spPr>
          <p:txBody>
            <a:bodyPr wrap="none" rtlCol="0">
              <a:spAutoFit/>
            </a:bodyPr>
            <a:lstStyle/>
            <a:p>
              <a:r>
                <a:rPr lang="en-US" sz="1100" dirty="0"/>
                <a:t>-2</a:t>
              </a:r>
            </a:p>
          </p:txBody>
        </p:sp>
        <p:sp>
          <p:nvSpPr>
            <p:cNvPr id="189" name="TextBox 188">
              <a:extLst>
                <a:ext uri="{FF2B5EF4-FFF2-40B4-BE49-F238E27FC236}">
                  <a16:creationId xmlns:a16="http://schemas.microsoft.com/office/drawing/2014/main" id="{CF12E22F-F0A4-4DC4-1080-A1AC6C45416C}"/>
                </a:ext>
              </a:extLst>
            </p:cNvPr>
            <p:cNvSpPr txBox="1"/>
            <p:nvPr/>
          </p:nvSpPr>
          <p:spPr>
            <a:xfrm>
              <a:off x="1220981" y="6350368"/>
              <a:ext cx="473529" cy="384814"/>
            </a:xfrm>
            <a:prstGeom prst="rect">
              <a:avLst/>
            </a:prstGeom>
            <a:noFill/>
          </p:spPr>
          <p:txBody>
            <a:bodyPr wrap="none" rtlCol="0">
              <a:spAutoFit/>
            </a:bodyPr>
            <a:lstStyle/>
            <a:p>
              <a:r>
                <a:rPr lang="en-US" sz="1100" dirty="0"/>
                <a:t>-2</a:t>
              </a:r>
            </a:p>
          </p:txBody>
        </p:sp>
        <p:sp>
          <p:nvSpPr>
            <p:cNvPr id="190" name="TextBox 189">
              <a:extLst>
                <a:ext uri="{FF2B5EF4-FFF2-40B4-BE49-F238E27FC236}">
                  <a16:creationId xmlns:a16="http://schemas.microsoft.com/office/drawing/2014/main" id="{BAD674CD-6790-C2BB-162E-AFF0C48831CF}"/>
                </a:ext>
              </a:extLst>
            </p:cNvPr>
            <p:cNvSpPr txBox="1"/>
            <p:nvPr/>
          </p:nvSpPr>
          <p:spPr>
            <a:xfrm>
              <a:off x="2218524" y="6350368"/>
              <a:ext cx="405233" cy="384814"/>
            </a:xfrm>
            <a:prstGeom prst="rect">
              <a:avLst/>
            </a:prstGeom>
            <a:noFill/>
          </p:spPr>
          <p:txBody>
            <a:bodyPr wrap="none" rtlCol="0">
              <a:spAutoFit/>
            </a:bodyPr>
            <a:lstStyle/>
            <a:p>
              <a:r>
                <a:rPr lang="en-US" sz="1100" dirty="0"/>
                <a:t>2</a:t>
              </a:r>
            </a:p>
          </p:txBody>
        </p:sp>
        <p:cxnSp>
          <p:nvCxnSpPr>
            <p:cNvPr id="191" name="Straight Connector 190">
              <a:extLst>
                <a:ext uri="{FF2B5EF4-FFF2-40B4-BE49-F238E27FC236}">
                  <a16:creationId xmlns:a16="http://schemas.microsoft.com/office/drawing/2014/main" id="{08C54905-1703-4D3F-6E2F-F472CA65D968}"/>
                </a:ext>
              </a:extLst>
            </p:cNvPr>
            <p:cNvCxnSpPr/>
            <p:nvPr/>
          </p:nvCxnSpPr>
          <p:spPr>
            <a:xfrm>
              <a:off x="2796348" y="6159327"/>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2" name="Straight Connector 191">
              <a:extLst>
                <a:ext uri="{FF2B5EF4-FFF2-40B4-BE49-F238E27FC236}">
                  <a16:creationId xmlns:a16="http://schemas.microsoft.com/office/drawing/2014/main" id="{47DC2D1F-A2AF-30ED-7B5A-AD97BBE96948}"/>
                </a:ext>
              </a:extLst>
            </p:cNvPr>
            <p:cNvCxnSpPr/>
            <p:nvPr/>
          </p:nvCxnSpPr>
          <p:spPr>
            <a:xfrm>
              <a:off x="3259691"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3" name="Straight Connector 192">
              <a:extLst>
                <a:ext uri="{FF2B5EF4-FFF2-40B4-BE49-F238E27FC236}">
                  <a16:creationId xmlns:a16="http://schemas.microsoft.com/office/drawing/2014/main" id="{5C874810-8825-CDCC-B0C7-B6A0462B339A}"/>
                </a:ext>
              </a:extLst>
            </p:cNvPr>
            <p:cNvCxnSpPr/>
            <p:nvPr/>
          </p:nvCxnSpPr>
          <p:spPr>
            <a:xfrm>
              <a:off x="3723035"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4" name="Straight Connector 193">
              <a:extLst>
                <a:ext uri="{FF2B5EF4-FFF2-40B4-BE49-F238E27FC236}">
                  <a16:creationId xmlns:a16="http://schemas.microsoft.com/office/drawing/2014/main" id="{DD9B4D2E-40B4-8E1B-C632-F00A820843EC}"/>
                </a:ext>
              </a:extLst>
            </p:cNvPr>
            <p:cNvCxnSpPr/>
            <p:nvPr/>
          </p:nvCxnSpPr>
          <p:spPr>
            <a:xfrm>
              <a:off x="4186378"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5" name="Straight Connector 194">
              <a:extLst>
                <a:ext uri="{FF2B5EF4-FFF2-40B4-BE49-F238E27FC236}">
                  <a16:creationId xmlns:a16="http://schemas.microsoft.com/office/drawing/2014/main" id="{19DF5D01-DFDF-8560-9216-DDC32A9381D5}"/>
                </a:ext>
              </a:extLst>
            </p:cNvPr>
            <p:cNvCxnSpPr/>
            <p:nvPr/>
          </p:nvCxnSpPr>
          <p:spPr>
            <a:xfrm>
              <a:off x="2333005"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6" name="Straight Connector 195">
              <a:extLst>
                <a:ext uri="{FF2B5EF4-FFF2-40B4-BE49-F238E27FC236}">
                  <a16:creationId xmlns:a16="http://schemas.microsoft.com/office/drawing/2014/main" id="{DC907EE9-CAF1-96EC-68A6-0038FB805606}"/>
                </a:ext>
              </a:extLst>
            </p:cNvPr>
            <p:cNvCxnSpPr/>
            <p:nvPr/>
          </p:nvCxnSpPr>
          <p:spPr>
            <a:xfrm>
              <a:off x="1406318"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7" name="Straight Connector 196">
              <a:extLst>
                <a:ext uri="{FF2B5EF4-FFF2-40B4-BE49-F238E27FC236}">
                  <a16:creationId xmlns:a16="http://schemas.microsoft.com/office/drawing/2014/main" id="{5D3E3456-57BD-89BD-B48B-FFB82E877A9C}"/>
                </a:ext>
              </a:extLst>
            </p:cNvPr>
            <p:cNvCxnSpPr/>
            <p:nvPr/>
          </p:nvCxnSpPr>
          <p:spPr>
            <a:xfrm rot="5400000">
              <a:off x="1880937" y="6696865"/>
              <a:ext cx="0" cy="2078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8" name="Straight Connector 197">
              <a:extLst>
                <a:ext uri="{FF2B5EF4-FFF2-40B4-BE49-F238E27FC236}">
                  <a16:creationId xmlns:a16="http://schemas.microsoft.com/office/drawing/2014/main" id="{44835B09-B308-A1EE-E7AE-6E738C2F8EFD}"/>
                </a:ext>
              </a:extLst>
            </p:cNvPr>
            <p:cNvCxnSpPr/>
            <p:nvPr/>
          </p:nvCxnSpPr>
          <p:spPr>
            <a:xfrm rot="5400000">
              <a:off x="1880937" y="5658287"/>
              <a:ext cx="0" cy="2078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9" name="TextBox 198">
              <a:extLst>
                <a:ext uri="{FF2B5EF4-FFF2-40B4-BE49-F238E27FC236}">
                  <a16:creationId xmlns:a16="http://schemas.microsoft.com/office/drawing/2014/main" id="{7CC09BFA-6A15-6D26-CDD3-06BF06BA63FC}"/>
                </a:ext>
              </a:extLst>
            </p:cNvPr>
            <p:cNvSpPr txBox="1"/>
            <p:nvPr/>
          </p:nvSpPr>
          <p:spPr>
            <a:xfrm>
              <a:off x="3392075" y="5035227"/>
              <a:ext cx="2462339" cy="384814"/>
            </a:xfrm>
            <a:prstGeom prst="rect">
              <a:avLst/>
            </a:prstGeom>
            <a:noFill/>
          </p:spPr>
          <p:txBody>
            <a:bodyPr wrap="square" rtlCol="0">
              <a:spAutoFit/>
            </a:bodyPr>
            <a:lstStyle/>
            <a:p>
              <a:r>
                <a:rPr lang="en-US" sz="1100" dirty="0"/>
                <a:t>t=0.05s</a:t>
              </a:r>
            </a:p>
          </p:txBody>
        </p:sp>
        <p:sp>
          <p:nvSpPr>
            <p:cNvPr id="200" name="TextBox 199">
              <a:extLst>
                <a:ext uri="{FF2B5EF4-FFF2-40B4-BE49-F238E27FC236}">
                  <a16:creationId xmlns:a16="http://schemas.microsoft.com/office/drawing/2014/main" id="{12CB0645-24E3-3C8B-F126-7F51FEB7DD30}"/>
                </a:ext>
              </a:extLst>
            </p:cNvPr>
            <p:cNvSpPr txBox="1"/>
            <p:nvPr/>
          </p:nvSpPr>
          <p:spPr>
            <a:xfrm>
              <a:off x="4603387" y="6350368"/>
              <a:ext cx="1320528" cy="384814"/>
            </a:xfrm>
            <a:prstGeom prst="rect">
              <a:avLst/>
            </a:prstGeom>
            <a:noFill/>
          </p:spPr>
          <p:txBody>
            <a:bodyPr wrap="square" rtlCol="0">
              <a:spAutoFit/>
            </a:bodyPr>
            <a:lstStyle/>
            <a:p>
              <a:r>
                <a:rPr lang="en-US" sz="1100" dirty="0"/>
                <a:t>x(cm)</a:t>
              </a:r>
            </a:p>
          </p:txBody>
        </p:sp>
        <p:sp>
          <p:nvSpPr>
            <p:cNvPr id="202" name="TextBox 201">
              <a:extLst>
                <a:ext uri="{FF2B5EF4-FFF2-40B4-BE49-F238E27FC236}">
                  <a16:creationId xmlns:a16="http://schemas.microsoft.com/office/drawing/2014/main" id="{5469E624-1CEF-10F3-995D-F3B628B862D7}"/>
                </a:ext>
              </a:extLst>
            </p:cNvPr>
            <p:cNvSpPr txBox="1"/>
            <p:nvPr/>
          </p:nvSpPr>
          <p:spPr>
            <a:xfrm>
              <a:off x="2676847" y="6350368"/>
              <a:ext cx="405233" cy="384814"/>
            </a:xfrm>
            <a:prstGeom prst="rect">
              <a:avLst/>
            </a:prstGeom>
            <a:noFill/>
          </p:spPr>
          <p:txBody>
            <a:bodyPr wrap="none" rtlCol="0">
              <a:spAutoFit/>
            </a:bodyPr>
            <a:lstStyle/>
            <a:p>
              <a:r>
                <a:rPr lang="en-US" sz="1100" dirty="0"/>
                <a:t>4</a:t>
              </a:r>
            </a:p>
          </p:txBody>
        </p:sp>
        <p:sp>
          <p:nvSpPr>
            <p:cNvPr id="203" name="TextBox 202">
              <a:extLst>
                <a:ext uri="{FF2B5EF4-FFF2-40B4-BE49-F238E27FC236}">
                  <a16:creationId xmlns:a16="http://schemas.microsoft.com/office/drawing/2014/main" id="{2CA01D6C-0E8F-ACE5-ABCC-BB77585536DF}"/>
                </a:ext>
              </a:extLst>
            </p:cNvPr>
            <p:cNvSpPr txBox="1"/>
            <p:nvPr/>
          </p:nvSpPr>
          <p:spPr>
            <a:xfrm>
              <a:off x="3142316" y="6350368"/>
              <a:ext cx="405233" cy="384814"/>
            </a:xfrm>
            <a:prstGeom prst="rect">
              <a:avLst/>
            </a:prstGeom>
            <a:noFill/>
          </p:spPr>
          <p:txBody>
            <a:bodyPr wrap="none" rtlCol="0">
              <a:spAutoFit/>
            </a:bodyPr>
            <a:lstStyle/>
            <a:p>
              <a:r>
                <a:rPr lang="en-US" sz="1100" dirty="0"/>
                <a:t>6</a:t>
              </a:r>
            </a:p>
          </p:txBody>
        </p:sp>
        <p:sp>
          <p:nvSpPr>
            <p:cNvPr id="204" name="TextBox 203">
              <a:extLst>
                <a:ext uri="{FF2B5EF4-FFF2-40B4-BE49-F238E27FC236}">
                  <a16:creationId xmlns:a16="http://schemas.microsoft.com/office/drawing/2014/main" id="{992D5AF3-7863-C033-5CBB-527591309D54}"/>
                </a:ext>
              </a:extLst>
            </p:cNvPr>
            <p:cNvSpPr txBox="1"/>
            <p:nvPr/>
          </p:nvSpPr>
          <p:spPr>
            <a:xfrm>
              <a:off x="3603536" y="6350368"/>
              <a:ext cx="405233" cy="384814"/>
            </a:xfrm>
            <a:prstGeom prst="rect">
              <a:avLst/>
            </a:prstGeom>
            <a:noFill/>
          </p:spPr>
          <p:txBody>
            <a:bodyPr wrap="none" rtlCol="0">
              <a:spAutoFit/>
            </a:bodyPr>
            <a:lstStyle/>
            <a:p>
              <a:r>
                <a:rPr lang="en-US" sz="1100" dirty="0"/>
                <a:t>8</a:t>
              </a:r>
            </a:p>
          </p:txBody>
        </p:sp>
        <p:sp>
          <p:nvSpPr>
            <p:cNvPr id="205" name="TextBox 204">
              <a:extLst>
                <a:ext uri="{FF2B5EF4-FFF2-40B4-BE49-F238E27FC236}">
                  <a16:creationId xmlns:a16="http://schemas.microsoft.com/office/drawing/2014/main" id="{102BEA32-CE34-D068-F55F-96B0EE87B61B}"/>
                </a:ext>
              </a:extLst>
            </p:cNvPr>
            <p:cNvSpPr txBox="1"/>
            <p:nvPr/>
          </p:nvSpPr>
          <p:spPr>
            <a:xfrm>
              <a:off x="4001040" y="6350368"/>
              <a:ext cx="519061" cy="384814"/>
            </a:xfrm>
            <a:prstGeom prst="rect">
              <a:avLst/>
            </a:prstGeom>
            <a:noFill/>
          </p:spPr>
          <p:txBody>
            <a:bodyPr wrap="none" rtlCol="0">
              <a:spAutoFit/>
            </a:bodyPr>
            <a:lstStyle/>
            <a:p>
              <a:r>
                <a:rPr lang="en-US" sz="1100" dirty="0"/>
                <a:t>10</a:t>
              </a:r>
            </a:p>
          </p:txBody>
        </p:sp>
      </p:grpSp>
      <p:sp>
        <p:nvSpPr>
          <p:cNvPr id="206" name="Oval 205">
            <a:extLst>
              <a:ext uri="{FF2B5EF4-FFF2-40B4-BE49-F238E27FC236}">
                <a16:creationId xmlns:a16="http://schemas.microsoft.com/office/drawing/2014/main" id="{5AD1ADD3-C790-FC47-1EB8-92D3EF48E452}"/>
              </a:ext>
            </a:extLst>
          </p:cNvPr>
          <p:cNvSpPr/>
          <p:nvPr/>
        </p:nvSpPr>
        <p:spPr>
          <a:xfrm flipH="1" flipV="1">
            <a:off x="3598154" y="844829"/>
            <a:ext cx="96397" cy="11881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Oval 206">
            <a:extLst>
              <a:ext uri="{FF2B5EF4-FFF2-40B4-BE49-F238E27FC236}">
                <a16:creationId xmlns:a16="http://schemas.microsoft.com/office/drawing/2014/main" id="{FD55524D-8DEF-602B-A908-FEEBEE63845E}"/>
              </a:ext>
            </a:extLst>
          </p:cNvPr>
          <p:cNvSpPr/>
          <p:nvPr/>
        </p:nvSpPr>
        <p:spPr>
          <a:xfrm flipH="1" flipV="1">
            <a:off x="3588629" y="2092604"/>
            <a:ext cx="96397" cy="11881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Oval 207">
            <a:extLst>
              <a:ext uri="{FF2B5EF4-FFF2-40B4-BE49-F238E27FC236}">
                <a16:creationId xmlns:a16="http://schemas.microsoft.com/office/drawing/2014/main" id="{BF0DB82B-3B1C-1321-6098-9C4246687234}"/>
              </a:ext>
            </a:extLst>
          </p:cNvPr>
          <p:cNvSpPr/>
          <p:nvPr/>
        </p:nvSpPr>
        <p:spPr>
          <a:xfrm flipH="1" flipV="1">
            <a:off x="3598154" y="3730904"/>
            <a:ext cx="96397" cy="11881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Oval 208">
            <a:extLst>
              <a:ext uri="{FF2B5EF4-FFF2-40B4-BE49-F238E27FC236}">
                <a16:creationId xmlns:a16="http://schemas.microsoft.com/office/drawing/2014/main" id="{BAB27AEA-7DC2-010F-9DF6-091E8C163126}"/>
              </a:ext>
            </a:extLst>
          </p:cNvPr>
          <p:cNvSpPr/>
          <p:nvPr/>
        </p:nvSpPr>
        <p:spPr>
          <a:xfrm flipH="1" flipV="1">
            <a:off x="6827129" y="768629"/>
            <a:ext cx="96397" cy="11881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Oval 209">
            <a:extLst>
              <a:ext uri="{FF2B5EF4-FFF2-40B4-BE49-F238E27FC236}">
                <a16:creationId xmlns:a16="http://schemas.microsoft.com/office/drawing/2014/main" id="{5D1FEAA1-C622-3099-2EF7-47CE19F3355C}"/>
              </a:ext>
            </a:extLst>
          </p:cNvPr>
          <p:cNvSpPr/>
          <p:nvPr/>
        </p:nvSpPr>
        <p:spPr>
          <a:xfrm flipH="1" flipV="1">
            <a:off x="6836654" y="2454554"/>
            <a:ext cx="96397" cy="11881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Oval 210">
            <a:extLst>
              <a:ext uri="{FF2B5EF4-FFF2-40B4-BE49-F238E27FC236}">
                <a16:creationId xmlns:a16="http://schemas.microsoft.com/office/drawing/2014/main" id="{3C546664-1C78-8585-B561-3D2CDDCE4069}"/>
              </a:ext>
            </a:extLst>
          </p:cNvPr>
          <p:cNvSpPr/>
          <p:nvPr/>
        </p:nvSpPr>
        <p:spPr>
          <a:xfrm flipH="1" flipV="1">
            <a:off x="6808079" y="4121429"/>
            <a:ext cx="96397" cy="11881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51" name="Group 250">
            <a:extLst>
              <a:ext uri="{FF2B5EF4-FFF2-40B4-BE49-F238E27FC236}">
                <a16:creationId xmlns:a16="http://schemas.microsoft.com/office/drawing/2014/main" id="{5703A761-12B7-4645-B19A-3A58223512B4}"/>
              </a:ext>
            </a:extLst>
          </p:cNvPr>
          <p:cNvGrpSpPr/>
          <p:nvPr/>
        </p:nvGrpSpPr>
        <p:grpSpPr>
          <a:xfrm>
            <a:off x="5196254" y="5374996"/>
            <a:ext cx="2655605" cy="1476368"/>
            <a:chOff x="5765521" y="5381631"/>
            <a:chExt cx="3097770" cy="1588637"/>
          </a:xfrm>
        </p:grpSpPr>
        <p:grpSp>
          <p:nvGrpSpPr>
            <p:cNvPr id="212" name="Group 211">
              <a:extLst>
                <a:ext uri="{FF2B5EF4-FFF2-40B4-BE49-F238E27FC236}">
                  <a16:creationId xmlns:a16="http://schemas.microsoft.com/office/drawing/2014/main" id="{FAA147BA-0B59-0803-828D-EF1CA664EF79}"/>
                </a:ext>
              </a:extLst>
            </p:cNvPr>
            <p:cNvGrpSpPr/>
            <p:nvPr/>
          </p:nvGrpSpPr>
          <p:grpSpPr>
            <a:xfrm>
              <a:off x="5765521" y="5381631"/>
              <a:ext cx="3097770" cy="1588637"/>
              <a:chOff x="1035643" y="4983298"/>
              <a:chExt cx="4888272" cy="2336800"/>
            </a:xfrm>
          </p:grpSpPr>
          <p:cxnSp>
            <p:nvCxnSpPr>
              <p:cNvPr id="213" name="Straight Connector 212">
                <a:extLst>
                  <a:ext uri="{FF2B5EF4-FFF2-40B4-BE49-F238E27FC236}">
                    <a16:creationId xmlns:a16="http://schemas.microsoft.com/office/drawing/2014/main" id="{FE86D59D-0FE3-1827-99D3-C3A462BD427E}"/>
                  </a:ext>
                </a:extLst>
              </p:cNvPr>
              <p:cNvCxnSpPr/>
              <p:nvPr/>
            </p:nvCxnSpPr>
            <p:spPr>
              <a:xfrm>
                <a:off x="1869662" y="4998555"/>
                <a:ext cx="0" cy="23215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4" name="Straight Connector 213">
                <a:extLst>
                  <a:ext uri="{FF2B5EF4-FFF2-40B4-BE49-F238E27FC236}">
                    <a16:creationId xmlns:a16="http://schemas.microsoft.com/office/drawing/2014/main" id="{65B16F43-52C8-1E00-E8E1-AA026325C27B}"/>
                  </a:ext>
                </a:extLst>
              </p:cNvPr>
              <p:cNvCxnSpPr>
                <a:cxnSpLocks/>
              </p:cNvCxnSpPr>
              <p:nvPr/>
            </p:nvCxnSpPr>
            <p:spPr>
              <a:xfrm flipH="1">
                <a:off x="1776992" y="6281520"/>
                <a:ext cx="287273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15" name="TextBox 214">
                <a:extLst>
                  <a:ext uri="{FF2B5EF4-FFF2-40B4-BE49-F238E27FC236}">
                    <a16:creationId xmlns:a16="http://schemas.microsoft.com/office/drawing/2014/main" id="{51387F82-935E-CCAD-AE37-5D40A7718BBB}"/>
                  </a:ext>
                </a:extLst>
              </p:cNvPr>
              <p:cNvSpPr txBox="1"/>
              <p:nvPr/>
            </p:nvSpPr>
            <p:spPr>
              <a:xfrm>
                <a:off x="1035643" y="4983298"/>
                <a:ext cx="868099" cy="341005"/>
              </a:xfrm>
              <a:prstGeom prst="rect">
                <a:avLst/>
              </a:prstGeom>
              <a:noFill/>
            </p:spPr>
            <p:txBody>
              <a:bodyPr wrap="none" rtlCol="0">
                <a:spAutoFit/>
              </a:bodyPr>
              <a:lstStyle/>
              <a:p>
                <a:r>
                  <a:rPr lang="en-US" sz="800" dirty="0"/>
                  <a:t>D(mm)</a:t>
                </a:r>
              </a:p>
            </p:txBody>
          </p:sp>
          <p:sp>
            <p:nvSpPr>
              <p:cNvPr id="216" name="TextBox 215">
                <a:extLst>
                  <a:ext uri="{FF2B5EF4-FFF2-40B4-BE49-F238E27FC236}">
                    <a16:creationId xmlns:a16="http://schemas.microsoft.com/office/drawing/2014/main" id="{DF980299-4527-50CB-3215-AC2502CF4494}"/>
                  </a:ext>
                </a:extLst>
              </p:cNvPr>
              <p:cNvSpPr txBox="1"/>
              <p:nvPr/>
            </p:nvSpPr>
            <p:spPr>
              <a:xfrm>
                <a:off x="1553588" y="5519504"/>
                <a:ext cx="434344" cy="341005"/>
              </a:xfrm>
              <a:prstGeom prst="rect">
                <a:avLst/>
              </a:prstGeom>
              <a:noFill/>
            </p:spPr>
            <p:txBody>
              <a:bodyPr wrap="none" rtlCol="0">
                <a:spAutoFit/>
              </a:bodyPr>
              <a:lstStyle/>
              <a:p>
                <a:r>
                  <a:rPr lang="en-US" sz="800" dirty="0"/>
                  <a:t>2</a:t>
                </a:r>
              </a:p>
            </p:txBody>
          </p:sp>
          <p:sp>
            <p:nvSpPr>
              <p:cNvPr id="217" name="TextBox 216">
                <a:extLst>
                  <a:ext uri="{FF2B5EF4-FFF2-40B4-BE49-F238E27FC236}">
                    <a16:creationId xmlns:a16="http://schemas.microsoft.com/office/drawing/2014/main" id="{F44C9696-6338-8EAC-7B02-FC5D7818DD4B}"/>
                  </a:ext>
                </a:extLst>
              </p:cNvPr>
              <p:cNvSpPr txBox="1"/>
              <p:nvPr/>
            </p:nvSpPr>
            <p:spPr>
              <a:xfrm>
                <a:off x="1486329" y="6651960"/>
                <a:ext cx="493358" cy="341005"/>
              </a:xfrm>
              <a:prstGeom prst="rect">
                <a:avLst/>
              </a:prstGeom>
              <a:noFill/>
            </p:spPr>
            <p:txBody>
              <a:bodyPr wrap="none" rtlCol="0">
                <a:spAutoFit/>
              </a:bodyPr>
              <a:lstStyle/>
              <a:p>
                <a:r>
                  <a:rPr lang="en-US" sz="800" dirty="0"/>
                  <a:t>-2</a:t>
                </a:r>
              </a:p>
            </p:txBody>
          </p:sp>
          <p:sp>
            <p:nvSpPr>
              <p:cNvPr id="218" name="TextBox 217">
                <a:extLst>
                  <a:ext uri="{FF2B5EF4-FFF2-40B4-BE49-F238E27FC236}">
                    <a16:creationId xmlns:a16="http://schemas.microsoft.com/office/drawing/2014/main" id="{9B8F5A0F-0FD8-7647-D1D9-2B6666EDB29D}"/>
                  </a:ext>
                </a:extLst>
              </p:cNvPr>
              <p:cNvSpPr txBox="1"/>
              <p:nvPr/>
            </p:nvSpPr>
            <p:spPr>
              <a:xfrm>
                <a:off x="1220980" y="6350368"/>
                <a:ext cx="340041" cy="341005"/>
              </a:xfrm>
              <a:prstGeom prst="rect">
                <a:avLst/>
              </a:prstGeom>
              <a:noFill/>
            </p:spPr>
            <p:txBody>
              <a:bodyPr wrap="none" rtlCol="0">
                <a:spAutoFit/>
              </a:bodyPr>
              <a:lstStyle/>
              <a:p>
                <a:endParaRPr lang="en-US" sz="800" dirty="0"/>
              </a:p>
            </p:txBody>
          </p:sp>
          <p:sp>
            <p:nvSpPr>
              <p:cNvPr id="219" name="TextBox 218">
                <a:extLst>
                  <a:ext uri="{FF2B5EF4-FFF2-40B4-BE49-F238E27FC236}">
                    <a16:creationId xmlns:a16="http://schemas.microsoft.com/office/drawing/2014/main" id="{CB7A9278-28B1-9D3B-E694-3FDA49EA013E}"/>
                  </a:ext>
                </a:extLst>
              </p:cNvPr>
              <p:cNvSpPr txBox="1"/>
              <p:nvPr/>
            </p:nvSpPr>
            <p:spPr>
              <a:xfrm>
                <a:off x="1993068" y="6350368"/>
                <a:ext cx="670400" cy="341005"/>
              </a:xfrm>
              <a:prstGeom prst="rect">
                <a:avLst/>
              </a:prstGeom>
              <a:noFill/>
            </p:spPr>
            <p:txBody>
              <a:bodyPr wrap="none" rtlCol="0">
                <a:spAutoFit/>
              </a:bodyPr>
              <a:lstStyle/>
              <a:p>
                <a:r>
                  <a:rPr lang="en-US" sz="800" dirty="0"/>
                  <a:t>0.01</a:t>
                </a:r>
              </a:p>
            </p:txBody>
          </p:sp>
          <p:cxnSp>
            <p:nvCxnSpPr>
              <p:cNvPr id="220" name="Straight Connector 219">
                <a:extLst>
                  <a:ext uri="{FF2B5EF4-FFF2-40B4-BE49-F238E27FC236}">
                    <a16:creationId xmlns:a16="http://schemas.microsoft.com/office/drawing/2014/main" id="{5CB1895F-E42F-69CE-1416-83B33FDF2880}"/>
                  </a:ext>
                </a:extLst>
              </p:cNvPr>
              <p:cNvCxnSpPr/>
              <p:nvPr/>
            </p:nvCxnSpPr>
            <p:spPr>
              <a:xfrm>
                <a:off x="2796348" y="6159327"/>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1" name="Straight Connector 220">
                <a:extLst>
                  <a:ext uri="{FF2B5EF4-FFF2-40B4-BE49-F238E27FC236}">
                    <a16:creationId xmlns:a16="http://schemas.microsoft.com/office/drawing/2014/main" id="{07D8916E-06A7-6559-600A-A7D149B5CC7B}"/>
                  </a:ext>
                </a:extLst>
              </p:cNvPr>
              <p:cNvCxnSpPr/>
              <p:nvPr/>
            </p:nvCxnSpPr>
            <p:spPr>
              <a:xfrm>
                <a:off x="3259691"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2" name="Straight Connector 221">
                <a:extLst>
                  <a:ext uri="{FF2B5EF4-FFF2-40B4-BE49-F238E27FC236}">
                    <a16:creationId xmlns:a16="http://schemas.microsoft.com/office/drawing/2014/main" id="{D0EC8A95-6694-4AB3-8229-62929B390A1F}"/>
                  </a:ext>
                </a:extLst>
              </p:cNvPr>
              <p:cNvCxnSpPr/>
              <p:nvPr/>
            </p:nvCxnSpPr>
            <p:spPr>
              <a:xfrm>
                <a:off x="3723035"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3" name="Straight Connector 222">
                <a:extLst>
                  <a:ext uri="{FF2B5EF4-FFF2-40B4-BE49-F238E27FC236}">
                    <a16:creationId xmlns:a16="http://schemas.microsoft.com/office/drawing/2014/main" id="{ABA13415-1C98-49E5-681A-DDA74C7C2739}"/>
                  </a:ext>
                </a:extLst>
              </p:cNvPr>
              <p:cNvCxnSpPr/>
              <p:nvPr/>
            </p:nvCxnSpPr>
            <p:spPr>
              <a:xfrm>
                <a:off x="4186378"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4" name="Straight Connector 223">
                <a:extLst>
                  <a:ext uri="{FF2B5EF4-FFF2-40B4-BE49-F238E27FC236}">
                    <a16:creationId xmlns:a16="http://schemas.microsoft.com/office/drawing/2014/main" id="{E199BAF7-8A85-5C7B-6629-8EB41D61674E}"/>
                  </a:ext>
                </a:extLst>
              </p:cNvPr>
              <p:cNvCxnSpPr/>
              <p:nvPr/>
            </p:nvCxnSpPr>
            <p:spPr>
              <a:xfrm>
                <a:off x="2333005" y="6177662"/>
                <a:ext cx="0" cy="2329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6" name="Straight Connector 225">
                <a:extLst>
                  <a:ext uri="{FF2B5EF4-FFF2-40B4-BE49-F238E27FC236}">
                    <a16:creationId xmlns:a16="http://schemas.microsoft.com/office/drawing/2014/main" id="{C10BFD89-8F17-7CA9-3870-D76E497FFF48}"/>
                  </a:ext>
                </a:extLst>
              </p:cNvPr>
              <p:cNvCxnSpPr/>
              <p:nvPr/>
            </p:nvCxnSpPr>
            <p:spPr>
              <a:xfrm rot="5400000">
                <a:off x="1880937" y="6696865"/>
                <a:ext cx="0" cy="2078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7" name="Straight Connector 226">
                <a:extLst>
                  <a:ext uri="{FF2B5EF4-FFF2-40B4-BE49-F238E27FC236}">
                    <a16:creationId xmlns:a16="http://schemas.microsoft.com/office/drawing/2014/main" id="{81DDB9ED-A814-160D-4F98-B4088D5C922D}"/>
                  </a:ext>
                </a:extLst>
              </p:cNvPr>
              <p:cNvCxnSpPr/>
              <p:nvPr/>
            </p:nvCxnSpPr>
            <p:spPr>
              <a:xfrm rot="5400000">
                <a:off x="1880937" y="5658287"/>
                <a:ext cx="0" cy="2078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28" name="TextBox 227">
                <a:extLst>
                  <a:ext uri="{FF2B5EF4-FFF2-40B4-BE49-F238E27FC236}">
                    <a16:creationId xmlns:a16="http://schemas.microsoft.com/office/drawing/2014/main" id="{76257887-F1E7-6345-D032-F326E9BCC5C2}"/>
                  </a:ext>
                </a:extLst>
              </p:cNvPr>
              <p:cNvSpPr txBox="1"/>
              <p:nvPr/>
            </p:nvSpPr>
            <p:spPr>
              <a:xfrm>
                <a:off x="3392074" y="5035227"/>
                <a:ext cx="2462338" cy="341005"/>
              </a:xfrm>
              <a:prstGeom prst="rect">
                <a:avLst/>
              </a:prstGeom>
              <a:noFill/>
            </p:spPr>
            <p:txBody>
              <a:bodyPr wrap="square" rtlCol="0">
                <a:spAutoFit/>
              </a:bodyPr>
              <a:lstStyle/>
              <a:p>
                <a:r>
                  <a:rPr lang="en-US" sz="800" dirty="0"/>
                  <a:t>X=2m</a:t>
                </a:r>
              </a:p>
            </p:txBody>
          </p:sp>
          <p:sp>
            <p:nvSpPr>
              <p:cNvPr id="229" name="TextBox 228">
                <a:extLst>
                  <a:ext uri="{FF2B5EF4-FFF2-40B4-BE49-F238E27FC236}">
                    <a16:creationId xmlns:a16="http://schemas.microsoft.com/office/drawing/2014/main" id="{871F7C91-A574-AECB-BF71-8505969EC711}"/>
                  </a:ext>
                </a:extLst>
              </p:cNvPr>
              <p:cNvSpPr txBox="1"/>
              <p:nvPr/>
            </p:nvSpPr>
            <p:spPr>
              <a:xfrm>
                <a:off x="4603386" y="6350368"/>
                <a:ext cx="1320529" cy="341005"/>
              </a:xfrm>
              <a:prstGeom prst="rect">
                <a:avLst/>
              </a:prstGeom>
              <a:noFill/>
            </p:spPr>
            <p:txBody>
              <a:bodyPr wrap="square" rtlCol="0">
                <a:spAutoFit/>
              </a:bodyPr>
              <a:lstStyle/>
              <a:p>
                <a:r>
                  <a:rPr lang="en-US" sz="800" dirty="0"/>
                  <a:t>t(s)</a:t>
                </a:r>
              </a:p>
            </p:txBody>
          </p:sp>
          <p:sp>
            <p:nvSpPr>
              <p:cNvPr id="231" name="TextBox 230">
                <a:extLst>
                  <a:ext uri="{FF2B5EF4-FFF2-40B4-BE49-F238E27FC236}">
                    <a16:creationId xmlns:a16="http://schemas.microsoft.com/office/drawing/2014/main" id="{F9C63593-039C-DCA6-5010-3C17DB00BBE6}"/>
                  </a:ext>
                </a:extLst>
              </p:cNvPr>
              <p:cNvSpPr txBox="1"/>
              <p:nvPr/>
            </p:nvSpPr>
            <p:spPr>
              <a:xfrm>
                <a:off x="2479726" y="6350368"/>
                <a:ext cx="670400" cy="341005"/>
              </a:xfrm>
              <a:prstGeom prst="rect">
                <a:avLst/>
              </a:prstGeom>
              <a:noFill/>
            </p:spPr>
            <p:txBody>
              <a:bodyPr wrap="none" rtlCol="0">
                <a:spAutoFit/>
              </a:bodyPr>
              <a:lstStyle/>
              <a:p>
                <a:r>
                  <a:rPr lang="en-US" sz="800" dirty="0"/>
                  <a:t>0.02</a:t>
                </a:r>
              </a:p>
            </p:txBody>
          </p:sp>
          <p:sp>
            <p:nvSpPr>
              <p:cNvPr id="232" name="TextBox 231">
                <a:extLst>
                  <a:ext uri="{FF2B5EF4-FFF2-40B4-BE49-F238E27FC236}">
                    <a16:creationId xmlns:a16="http://schemas.microsoft.com/office/drawing/2014/main" id="{9126FB8E-FFC3-A0F7-FF47-6F662F4345AE}"/>
                  </a:ext>
                </a:extLst>
              </p:cNvPr>
              <p:cNvSpPr txBox="1"/>
              <p:nvPr/>
            </p:nvSpPr>
            <p:spPr>
              <a:xfrm>
                <a:off x="2968797" y="6350368"/>
                <a:ext cx="670400" cy="341005"/>
              </a:xfrm>
              <a:prstGeom prst="rect">
                <a:avLst/>
              </a:prstGeom>
              <a:noFill/>
            </p:spPr>
            <p:txBody>
              <a:bodyPr wrap="none" rtlCol="0">
                <a:spAutoFit/>
              </a:bodyPr>
              <a:lstStyle/>
              <a:p>
                <a:r>
                  <a:rPr lang="en-US" sz="800" dirty="0"/>
                  <a:t>0.03</a:t>
                </a:r>
              </a:p>
            </p:txBody>
          </p:sp>
          <p:sp>
            <p:nvSpPr>
              <p:cNvPr id="233" name="TextBox 232">
                <a:extLst>
                  <a:ext uri="{FF2B5EF4-FFF2-40B4-BE49-F238E27FC236}">
                    <a16:creationId xmlns:a16="http://schemas.microsoft.com/office/drawing/2014/main" id="{F51A107D-F686-40C9-764E-693C5E01D282}"/>
                  </a:ext>
                </a:extLst>
              </p:cNvPr>
              <p:cNvSpPr txBox="1"/>
              <p:nvPr/>
            </p:nvSpPr>
            <p:spPr>
              <a:xfrm>
                <a:off x="3439157" y="6350368"/>
                <a:ext cx="670400" cy="341005"/>
              </a:xfrm>
              <a:prstGeom prst="rect">
                <a:avLst/>
              </a:prstGeom>
              <a:noFill/>
            </p:spPr>
            <p:txBody>
              <a:bodyPr wrap="none" rtlCol="0">
                <a:spAutoFit/>
              </a:bodyPr>
              <a:lstStyle/>
              <a:p>
                <a:r>
                  <a:rPr lang="en-US" sz="800" dirty="0"/>
                  <a:t>0.04</a:t>
                </a:r>
              </a:p>
            </p:txBody>
          </p:sp>
          <p:sp>
            <p:nvSpPr>
              <p:cNvPr id="234" name="TextBox 233">
                <a:extLst>
                  <a:ext uri="{FF2B5EF4-FFF2-40B4-BE49-F238E27FC236}">
                    <a16:creationId xmlns:a16="http://schemas.microsoft.com/office/drawing/2014/main" id="{F95DA13B-F021-EBAB-1653-81B6F825818C}"/>
                  </a:ext>
                </a:extLst>
              </p:cNvPr>
              <p:cNvSpPr txBox="1"/>
              <p:nvPr/>
            </p:nvSpPr>
            <p:spPr>
              <a:xfrm>
                <a:off x="3925888" y="6350368"/>
                <a:ext cx="670400" cy="341005"/>
              </a:xfrm>
              <a:prstGeom prst="rect">
                <a:avLst/>
              </a:prstGeom>
              <a:noFill/>
            </p:spPr>
            <p:txBody>
              <a:bodyPr wrap="none" rtlCol="0">
                <a:spAutoFit/>
              </a:bodyPr>
              <a:lstStyle/>
              <a:p>
                <a:r>
                  <a:rPr lang="en-US" sz="800" dirty="0"/>
                  <a:t>0.05</a:t>
                </a:r>
              </a:p>
            </p:txBody>
          </p:sp>
        </p:grpSp>
        <p:sp>
          <p:nvSpPr>
            <p:cNvPr id="235" name="Oval 234">
              <a:extLst>
                <a:ext uri="{FF2B5EF4-FFF2-40B4-BE49-F238E27FC236}">
                  <a16:creationId xmlns:a16="http://schemas.microsoft.com/office/drawing/2014/main" id="{2A410ABD-30B8-6D86-D7D8-6EF4C93C367A}"/>
                </a:ext>
              </a:extLst>
            </p:cNvPr>
            <p:cNvSpPr/>
            <p:nvPr/>
          </p:nvSpPr>
          <p:spPr>
            <a:xfrm flipH="1" flipV="1">
              <a:off x="6536895" y="5855190"/>
              <a:ext cx="96397" cy="11881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237" name="Oval 236">
              <a:extLst>
                <a:ext uri="{FF2B5EF4-FFF2-40B4-BE49-F238E27FC236}">
                  <a16:creationId xmlns:a16="http://schemas.microsoft.com/office/drawing/2014/main" id="{B8791CE0-AE93-6AFD-4E67-82A4FAAD6D47}"/>
                </a:ext>
              </a:extLst>
            </p:cNvPr>
            <p:cNvSpPr/>
            <p:nvPr/>
          </p:nvSpPr>
          <p:spPr>
            <a:xfrm flipH="1" flipV="1">
              <a:off x="6251145" y="6208340"/>
              <a:ext cx="96397" cy="11881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238" name="Oval 237">
              <a:extLst>
                <a:ext uri="{FF2B5EF4-FFF2-40B4-BE49-F238E27FC236}">
                  <a16:creationId xmlns:a16="http://schemas.microsoft.com/office/drawing/2014/main" id="{B26A5770-FDA5-B85A-D634-7D1372FCF0E7}"/>
                </a:ext>
              </a:extLst>
            </p:cNvPr>
            <p:cNvSpPr/>
            <p:nvPr/>
          </p:nvSpPr>
          <p:spPr>
            <a:xfrm flipH="1" flipV="1">
              <a:off x="6822645" y="5855915"/>
              <a:ext cx="96397" cy="11881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239" name="Oval 238">
              <a:extLst>
                <a:ext uri="{FF2B5EF4-FFF2-40B4-BE49-F238E27FC236}">
                  <a16:creationId xmlns:a16="http://schemas.microsoft.com/office/drawing/2014/main" id="{11EDDF38-500B-B984-7D17-0CD49F8F18F0}"/>
                </a:ext>
              </a:extLst>
            </p:cNvPr>
            <p:cNvSpPr/>
            <p:nvPr/>
          </p:nvSpPr>
          <p:spPr>
            <a:xfrm flipH="1" flipV="1">
              <a:off x="7127444" y="6069086"/>
              <a:ext cx="96397" cy="11881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240" name="Oval 239">
              <a:extLst>
                <a:ext uri="{FF2B5EF4-FFF2-40B4-BE49-F238E27FC236}">
                  <a16:creationId xmlns:a16="http://schemas.microsoft.com/office/drawing/2014/main" id="{32C0D1B1-E755-070E-73C0-0E71E97C9B62}"/>
                </a:ext>
              </a:extLst>
            </p:cNvPr>
            <p:cNvSpPr/>
            <p:nvPr/>
          </p:nvSpPr>
          <p:spPr>
            <a:xfrm flipH="1" flipV="1">
              <a:off x="7432246" y="6126345"/>
              <a:ext cx="96397" cy="11881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grpSp>
      <mc:AlternateContent xmlns:mc="http://schemas.openxmlformats.org/markup-compatibility/2006" xmlns:a14="http://schemas.microsoft.com/office/drawing/2010/main">
        <mc:Choice Requires="a14">
          <p:sp>
            <p:nvSpPr>
              <p:cNvPr id="244" name="TextBox 243">
                <a:extLst>
                  <a:ext uri="{FF2B5EF4-FFF2-40B4-BE49-F238E27FC236}">
                    <a16:creationId xmlns:a16="http://schemas.microsoft.com/office/drawing/2014/main" id="{2E32B649-C40A-8258-D4D7-31C3A8650DD9}"/>
                  </a:ext>
                </a:extLst>
              </p:cNvPr>
              <p:cNvSpPr txBox="1"/>
              <p:nvPr/>
            </p:nvSpPr>
            <p:spPr>
              <a:xfrm>
                <a:off x="615199" y="726743"/>
                <a:ext cx="938975" cy="61093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𝑣</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num>
                        <m:den>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𝑡</m:t>
                          </m:r>
                        </m:den>
                      </m:f>
                    </m:oMath>
                  </m:oMathPara>
                </a14:m>
                <a:endParaRPr lang="en-US" dirty="0"/>
              </a:p>
            </p:txBody>
          </p:sp>
        </mc:Choice>
        <mc:Fallback xmlns="">
          <p:sp>
            <p:nvSpPr>
              <p:cNvPr id="244" name="TextBox 243">
                <a:extLst>
                  <a:ext uri="{FF2B5EF4-FFF2-40B4-BE49-F238E27FC236}">
                    <a16:creationId xmlns:a16="http://schemas.microsoft.com/office/drawing/2014/main" id="{2E32B649-C40A-8258-D4D7-31C3A8650DD9}"/>
                  </a:ext>
                </a:extLst>
              </p:cNvPr>
              <p:cNvSpPr txBox="1">
                <a:spLocks noRot="1" noChangeAspect="1" noMove="1" noResize="1" noEditPoints="1" noAdjustHandles="1" noChangeArrowheads="1" noChangeShapeType="1" noTextEdit="1"/>
              </p:cNvSpPr>
              <p:nvPr/>
            </p:nvSpPr>
            <p:spPr>
              <a:xfrm>
                <a:off x="615199" y="726743"/>
                <a:ext cx="938975" cy="61093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5" name="TextBox 244">
                <a:extLst>
                  <a:ext uri="{FF2B5EF4-FFF2-40B4-BE49-F238E27FC236}">
                    <a16:creationId xmlns:a16="http://schemas.microsoft.com/office/drawing/2014/main" id="{2AF3BB31-B47A-6F23-E0FF-5E74464E96AF}"/>
                  </a:ext>
                </a:extLst>
              </p:cNvPr>
              <p:cNvSpPr txBox="1"/>
              <p:nvPr/>
            </p:nvSpPr>
            <p:spPr>
              <a:xfrm>
                <a:off x="575533" y="1365183"/>
                <a:ext cx="1042080" cy="6127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num>
                        <m:den>
                          <m:r>
                            <a:rPr lang="en-US" b="0" i="1" smtClean="0">
                              <a:latin typeface="Cambria Math" panose="02040503050406030204" pitchFamily="18" charset="0"/>
                            </a:rPr>
                            <m:t>𝑣</m:t>
                          </m:r>
                        </m:den>
                      </m:f>
                    </m:oMath>
                  </m:oMathPara>
                </a14:m>
                <a:endParaRPr lang="en-US" dirty="0"/>
              </a:p>
            </p:txBody>
          </p:sp>
        </mc:Choice>
        <mc:Fallback xmlns="">
          <p:sp>
            <p:nvSpPr>
              <p:cNvPr id="245" name="TextBox 244">
                <a:extLst>
                  <a:ext uri="{FF2B5EF4-FFF2-40B4-BE49-F238E27FC236}">
                    <a16:creationId xmlns:a16="http://schemas.microsoft.com/office/drawing/2014/main" id="{2AF3BB31-B47A-6F23-E0FF-5E74464E96AF}"/>
                  </a:ext>
                </a:extLst>
              </p:cNvPr>
              <p:cNvSpPr txBox="1">
                <a:spLocks noRot="1" noChangeAspect="1" noMove="1" noResize="1" noEditPoints="1" noAdjustHandles="1" noChangeArrowheads="1" noChangeShapeType="1" noTextEdit="1"/>
              </p:cNvSpPr>
              <p:nvPr/>
            </p:nvSpPr>
            <p:spPr>
              <a:xfrm>
                <a:off x="575533" y="1365183"/>
                <a:ext cx="1042080" cy="6127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6" name="TextBox 245">
                <a:extLst>
                  <a:ext uri="{FF2B5EF4-FFF2-40B4-BE49-F238E27FC236}">
                    <a16:creationId xmlns:a16="http://schemas.microsoft.com/office/drawing/2014/main" id="{E22182E2-9445-3454-C1C6-8F4D689FC3BF}"/>
                  </a:ext>
                </a:extLst>
              </p:cNvPr>
              <p:cNvSpPr txBox="1"/>
              <p:nvPr/>
            </p:nvSpPr>
            <p:spPr>
              <a:xfrm>
                <a:off x="536646" y="2034837"/>
                <a:ext cx="1500732" cy="80842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1</m:t>
                          </m:r>
                          <m:r>
                            <a:rPr lang="en-US" b="0" i="1" smtClean="0">
                              <a:latin typeface="Cambria Math" panose="02040503050406030204" pitchFamily="18" charset="0"/>
                              <a:ea typeface="Cambria Math" panose="02040503050406030204" pitchFamily="18" charset="0"/>
                            </a:rPr>
                            <m:t>𝑐𝑚</m:t>
                          </m:r>
                        </m:num>
                        <m:den>
                          <m:r>
                            <a:rPr lang="en-US" b="0" i="1" smtClean="0">
                              <a:latin typeface="Cambria Math" panose="02040503050406030204" pitchFamily="18" charset="0"/>
                            </a:rPr>
                            <m:t>100</m:t>
                          </m:r>
                          <m:f>
                            <m:fPr>
                              <m:ctrlPr>
                                <a:rPr lang="en-US" b="0" i="1" smtClean="0">
                                  <a:latin typeface="Cambria Math" panose="02040503050406030204" pitchFamily="18" charset="0"/>
                                </a:rPr>
                              </m:ctrlPr>
                            </m:fPr>
                            <m:num>
                              <m:r>
                                <a:rPr lang="en-US" b="0" i="1" smtClean="0">
                                  <a:latin typeface="Cambria Math" panose="02040503050406030204" pitchFamily="18" charset="0"/>
                                </a:rPr>
                                <m:t>𝑐𝑚</m:t>
                              </m:r>
                            </m:num>
                            <m:den>
                              <m:r>
                                <a:rPr lang="en-US" b="0" i="1" smtClean="0">
                                  <a:latin typeface="Cambria Math" panose="02040503050406030204" pitchFamily="18" charset="0"/>
                                </a:rPr>
                                <m:t>𝑠</m:t>
                              </m:r>
                            </m:den>
                          </m:f>
                        </m:den>
                      </m:f>
                    </m:oMath>
                  </m:oMathPara>
                </a14:m>
                <a:endParaRPr lang="en-US" dirty="0"/>
              </a:p>
            </p:txBody>
          </p:sp>
        </mc:Choice>
        <mc:Fallback xmlns="">
          <p:sp>
            <p:nvSpPr>
              <p:cNvPr id="246" name="TextBox 245">
                <a:extLst>
                  <a:ext uri="{FF2B5EF4-FFF2-40B4-BE49-F238E27FC236}">
                    <a16:creationId xmlns:a16="http://schemas.microsoft.com/office/drawing/2014/main" id="{E22182E2-9445-3454-C1C6-8F4D689FC3BF}"/>
                  </a:ext>
                </a:extLst>
              </p:cNvPr>
              <p:cNvSpPr txBox="1">
                <a:spLocks noRot="1" noChangeAspect="1" noMove="1" noResize="1" noEditPoints="1" noAdjustHandles="1" noChangeArrowheads="1" noChangeShapeType="1" noTextEdit="1"/>
              </p:cNvSpPr>
              <p:nvPr/>
            </p:nvSpPr>
            <p:spPr>
              <a:xfrm>
                <a:off x="536646" y="2034837"/>
                <a:ext cx="1500732" cy="80842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7" name="TextBox 246">
                <a:extLst>
                  <a:ext uri="{FF2B5EF4-FFF2-40B4-BE49-F238E27FC236}">
                    <a16:creationId xmlns:a16="http://schemas.microsoft.com/office/drawing/2014/main" id="{34FFD664-BA93-315E-9D5F-B88E61EA506D}"/>
                  </a:ext>
                </a:extLst>
              </p:cNvPr>
              <p:cNvSpPr txBox="1"/>
              <p:nvPr/>
            </p:nvSpPr>
            <p:spPr>
              <a:xfrm>
                <a:off x="559585" y="2829006"/>
                <a:ext cx="131875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rPr>
                        <m:t>=0.01</m:t>
                      </m:r>
                      <m:r>
                        <a:rPr lang="en-US" b="0" i="1" smtClean="0">
                          <a:latin typeface="Cambria Math" panose="02040503050406030204" pitchFamily="18" charset="0"/>
                        </a:rPr>
                        <m:t>𝑠</m:t>
                      </m:r>
                    </m:oMath>
                  </m:oMathPara>
                </a14:m>
                <a:endParaRPr lang="en-US" dirty="0"/>
              </a:p>
            </p:txBody>
          </p:sp>
        </mc:Choice>
        <mc:Fallback xmlns="">
          <p:sp>
            <p:nvSpPr>
              <p:cNvPr id="247" name="TextBox 246">
                <a:extLst>
                  <a:ext uri="{FF2B5EF4-FFF2-40B4-BE49-F238E27FC236}">
                    <a16:creationId xmlns:a16="http://schemas.microsoft.com/office/drawing/2014/main" id="{34FFD664-BA93-315E-9D5F-B88E61EA506D}"/>
                  </a:ext>
                </a:extLst>
              </p:cNvPr>
              <p:cNvSpPr txBox="1">
                <a:spLocks noRot="1" noChangeAspect="1" noMove="1" noResize="1" noEditPoints="1" noAdjustHandles="1" noChangeArrowheads="1" noChangeShapeType="1" noTextEdit="1"/>
              </p:cNvSpPr>
              <p:nvPr/>
            </p:nvSpPr>
            <p:spPr>
              <a:xfrm>
                <a:off x="559585" y="2829006"/>
                <a:ext cx="1318759" cy="369332"/>
              </a:xfrm>
              <a:prstGeom prst="rect">
                <a:avLst/>
              </a:prstGeom>
              <a:blipFill>
                <a:blip r:embed="rId5"/>
                <a:stretch>
                  <a:fillRect/>
                </a:stretch>
              </a:blipFill>
            </p:spPr>
            <p:txBody>
              <a:bodyPr/>
              <a:lstStyle/>
              <a:p>
                <a:r>
                  <a:rPr lang="en-US">
                    <a:noFill/>
                  </a:rPr>
                  <a:t> </a:t>
                </a:r>
              </a:p>
            </p:txBody>
          </p:sp>
        </mc:Fallback>
      </mc:AlternateContent>
      <p:sp>
        <p:nvSpPr>
          <p:cNvPr id="248" name="TextBox 247">
            <a:extLst>
              <a:ext uri="{FF2B5EF4-FFF2-40B4-BE49-F238E27FC236}">
                <a16:creationId xmlns:a16="http://schemas.microsoft.com/office/drawing/2014/main" id="{E73AADC8-19B5-E286-137F-BC547464ABBF}"/>
              </a:ext>
            </a:extLst>
          </p:cNvPr>
          <p:cNvSpPr txBox="1"/>
          <p:nvPr/>
        </p:nvSpPr>
        <p:spPr>
          <a:xfrm>
            <a:off x="392737" y="112546"/>
            <a:ext cx="1818514" cy="646331"/>
          </a:xfrm>
          <a:prstGeom prst="rect">
            <a:avLst/>
          </a:prstGeom>
          <a:noFill/>
        </p:spPr>
        <p:txBody>
          <a:bodyPr wrap="square" rtlCol="0">
            <a:spAutoFit/>
          </a:bodyPr>
          <a:lstStyle/>
          <a:p>
            <a:r>
              <a:rPr lang="en-US" dirty="0"/>
              <a:t>1) Find the time for 1cm distance</a:t>
            </a:r>
          </a:p>
        </p:txBody>
      </p:sp>
      <p:sp>
        <p:nvSpPr>
          <p:cNvPr id="249" name="TextBox 248">
            <a:extLst>
              <a:ext uri="{FF2B5EF4-FFF2-40B4-BE49-F238E27FC236}">
                <a16:creationId xmlns:a16="http://schemas.microsoft.com/office/drawing/2014/main" id="{B5877734-9EBD-9B3E-E605-5DE675E8916B}"/>
              </a:ext>
            </a:extLst>
          </p:cNvPr>
          <p:cNvSpPr txBox="1"/>
          <p:nvPr/>
        </p:nvSpPr>
        <p:spPr>
          <a:xfrm>
            <a:off x="314370" y="3203274"/>
            <a:ext cx="1818514" cy="2031325"/>
          </a:xfrm>
          <a:prstGeom prst="rect">
            <a:avLst/>
          </a:prstGeom>
          <a:noFill/>
        </p:spPr>
        <p:txBody>
          <a:bodyPr wrap="square" rtlCol="0">
            <a:spAutoFit/>
          </a:bodyPr>
          <a:lstStyle/>
          <a:p>
            <a:r>
              <a:rPr lang="en-US" dirty="0"/>
              <a:t>2) Make snapshot graphs that are </a:t>
            </a:r>
            <a:r>
              <a:rPr lang="en-US" dirty="0">
                <a:sym typeface="Symbol" panose="05050102010706020507" pitchFamily="18" charset="2"/>
              </a:rPr>
              <a:t>t apart in time and mark where the wave medium is at  x=2m (red dots)</a:t>
            </a:r>
            <a:endParaRPr lang="en-US" dirty="0"/>
          </a:p>
        </p:txBody>
      </p:sp>
      <p:sp>
        <p:nvSpPr>
          <p:cNvPr id="250" name="TextBox 249">
            <a:extLst>
              <a:ext uri="{FF2B5EF4-FFF2-40B4-BE49-F238E27FC236}">
                <a16:creationId xmlns:a16="http://schemas.microsoft.com/office/drawing/2014/main" id="{12B94F3E-708E-9F56-6484-D4C43F6883CF}"/>
              </a:ext>
            </a:extLst>
          </p:cNvPr>
          <p:cNvSpPr txBox="1"/>
          <p:nvPr/>
        </p:nvSpPr>
        <p:spPr>
          <a:xfrm>
            <a:off x="70271" y="5400015"/>
            <a:ext cx="3855173" cy="1477328"/>
          </a:xfrm>
          <a:prstGeom prst="rect">
            <a:avLst/>
          </a:prstGeom>
          <a:noFill/>
        </p:spPr>
        <p:txBody>
          <a:bodyPr wrap="square" rtlCol="0">
            <a:spAutoFit/>
          </a:bodyPr>
          <a:lstStyle/>
          <a:p>
            <a:r>
              <a:rPr lang="en-US" dirty="0"/>
              <a:t>3) Make a history graph for x=2m for each time that you used to make a snapshot graph. Just use the red dot positions for x=2m at the time for each snapshot graph </a:t>
            </a:r>
          </a:p>
        </p:txBody>
      </p:sp>
    </p:spTree>
    <p:extLst>
      <p:ext uri="{BB962C8B-B14F-4D97-AF65-F5344CB8AC3E}">
        <p14:creationId xmlns:p14="http://schemas.microsoft.com/office/powerpoint/2010/main" val="30616753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544</TotalTime>
  <Words>1876</Words>
  <Application>Microsoft Office PowerPoint</Application>
  <PresentationFormat>On-screen Show (4:3)</PresentationFormat>
  <Paragraphs>540</Paragraphs>
  <Slides>65</Slides>
  <Notes>4</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2</vt:i4>
      </vt:variant>
      <vt:variant>
        <vt:lpstr>Slide Titles</vt:lpstr>
      </vt:variant>
      <vt:variant>
        <vt:i4>65</vt:i4>
      </vt:variant>
    </vt:vector>
  </HeadingPairs>
  <TitlesOfParts>
    <vt:vector size="73" baseType="lpstr">
      <vt:lpstr>Arial</vt:lpstr>
      <vt:lpstr>Calibri</vt:lpstr>
      <vt:lpstr>Cambria Math</vt:lpstr>
      <vt:lpstr>Symbol</vt:lpstr>
      <vt:lpstr>Wingdings</vt:lpstr>
      <vt:lpstr>Office Theme</vt:lpstr>
      <vt:lpstr>Equation</vt:lpstr>
      <vt:lpstr>Equation.3</vt:lpstr>
      <vt:lpstr>Lecture 31</vt:lpstr>
      <vt:lpstr>Trigonometry</vt:lpstr>
      <vt:lpstr>Trigonometry</vt:lpstr>
      <vt:lpstr>Relationship to SHM</vt:lpstr>
      <vt:lpstr>More Geometry</vt:lpstr>
      <vt:lpstr>Relationship to SHM</vt:lpstr>
      <vt:lpstr>Equations for the two SHOs</vt:lpstr>
      <vt:lpstr>Rotation and Velocity</vt:lpstr>
      <vt:lpstr>Rotation and Acceleration</vt:lpstr>
      <vt:lpstr>Pendulum</vt:lpstr>
      <vt:lpstr>Pendulum</vt:lpstr>
      <vt:lpstr>Physical Pendulum</vt:lpstr>
      <vt:lpstr>Physical Pendulum</vt:lpstr>
      <vt:lpstr>Torsional Pendulum</vt:lpstr>
      <vt:lpstr>Motion of a Torsional Pendulum</vt:lpstr>
      <vt:lpstr>Torsional Pendulum</vt:lpstr>
      <vt:lpstr>Add a frictional force</vt:lpstr>
      <vt:lpstr>Solution</vt:lpstr>
      <vt:lpstr>Example</vt:lpstr>
      <vt:lpstr>Larger b-value</vt:lpstr>
      <vt:lpstr>Even Larger b-value</vt:lpstr>
      <vt:lpstr>Critical Damping</vt:lpstr>
      <vt:lpstr>Driving Force</vt:lpstr>
      <vt:lpstr>Steady State</vt:lpstr>
      <vt:lpstr>Example</vt:lpstr>
      <vt:lpstr>Resonance</vt:lpstr>
      <vt:lpstr>Example</vt:lpstr>
      <vt:lpstr>Remember Tacoma Narrows? </vt:lpstr>
      <vt:lpstr>Summary</vt:lpstr>
      <vt:lpstr>Waves</vt:lpstr>
      <vt:lpstr>Question 223.2.1</vt:lpstr>
      <vt:lpstr>PowerPoint Presentation</vt:lpstr>
      <vt:lpstr>PowerPoint Presentation</vt:lpstr>
      <vt:lpstr>Question 223.2.2</vt:lpstr>
      <vt:lpstr>PowerPoint Presentation</vt:lpstr>
      <vt:lpstr>Question 223.2.4</vt:lpstr>
      <vt:lpstr>Question 223.2.3</vt:lpstr>
      <vt:lpstr>Question 223.2.5</vt:lpstr>
      <vt:lpstr>PowerPoint Presentation</vt:lpstr>
      <vt:lpstr>PowerPoint Presentation</vt:lpstr>
      <vt:lpstr>Question 223.2.7</vt:lpstr>
      <vt:lpstr>Question 223.2.7.5</vt:lpstr>
      <vt:lpstr>Question 223.2.6</vt:lpstr>
      <vt:lpstr>PowerPoint Presentation</vt:lpstr>
      <vt:lpstr>PowerPoint Presentation</vt:lpstr>
      <vt:lpstr>PowerPoint Presentation</vt:lpstr>
      <vt:lpstr>PowerPoint Presentation</vt:lpstr>
      <vt:lpstr>PowerPoint Presentation</vt:lpstr>
      <vt:lpstr>Question 7.5</vt:lpstr>
      <vt:lpstr>PowerPoint Presentation</vt:lpstr>
      <vt:lpstr>PowerPoint Presentation</vt:lpstr>
      <vt:lpstr>PowerPoint Presentation</vt:lpstr>
      <vt:lpstr>PowerPoint Presentation</vt:lpstr>
      <vt:lpstr>Question 223.2.8.1</vt:lpstr>
      <vt:lpstr>Question 223.2.8.2</vt:lpstr>
      <vt:lpstr>Question 233.2.8.5</vt:lpstr>
      <vt:lpstr>Question 223.2.9</vt:lpstr>
      <vt:lpstr>PowerPoint Presentation</vt:lpstr>
      <vt:lpstr>PowerPoint Presentation</vt:lpstr>
      <vt:lpstr>Question 223.2.10</vt:lpstr>
      <vt:lpstr>PowerPoint Presentation</vt:lpstr>
      <vt:lpstr>PowerPoint Presentation</vt:lpstr>
      <vt:lpstr>PowerPoint Presentation</vt:lpstr>
      <vt:lpstr>PowerPoint Presentation</vt:lpstr>
      <vt:lpstr>PowerPoint Presentation</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SHM Restoring Force</dc:title>
  <dc:creator>rtlines</dc:creator>
  <cp:lastModifiedBy>Lines, Todd</cp:lastModifiedBy>
  <cp:revision>18</cp:revision>
  <dcterms:created xsi:type="dcterms:W3CDTF">2011-09-10T22:05:17Z</dcterms:created>
  <dcterms:modified xsi:type="dcterms:W3CDTF">2025-11-04T22:42:06Z</dcterms:modified>
</cp:coreProperties>
</file>