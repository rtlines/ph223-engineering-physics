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1364" r:id="rId3"/>
    <p:sldId id="1365" r:id="rId4"/>
    <p:sldId id="1180" r:id="rId5"/>
    <p:sldId id="1181" r:id="rId6"/>
    <p:sldId id="1184" r:id="rId7"/>
    <p:sldId id="1366" r:id="rId8"/>
    <p:sldId id="1185" r:id="rId9"/>
    <p:sldId id="1367" r:id="rId10"/>
    <p:sldId id="257" r:id="rId11"/>
    <p:sldId id="262" r:id="rId12"/>
    <p:sldId id="261" r:id="rId13"/>
    <p:sldId id="1200" r:id="rId14"/>
    <p:sldId id="1347" r:id="rId15"/>
    <p:sldId id="1363" r:id="rId16"/>
    <p:sldId id="1201" r:id="rId17"/>
    <p:sldId id="1202" r:id="rId18"/>
    <p:sldId id="263" r:id="rId19"/>
    <p:sldId id="271" r:id="rId20"/>
    <p:sldId id="272" r:id="rId21"/>
    <p:sldId id="273" r:id="rId22"/>
    <p:sldId id="274" r:id="rId23"/>
    <p:sldId id="1203" r:id="rId24"/>
    <p:sldId id="1204" r:id="rId25"/>
    <p:sldId id="264" r:id="rId26"/>
    <p:sldId id="1206" r:id="rId27"/>
    <p:sldId id="275" r:id="rId28"/>
    <p:sldId id="1205" r:id="rId29"/>
    <p:sldId id="260" r:id="rId30"/>
    <p:sldId id="269" r:id="rId31"/>
    <p:sldId id="270" r:id="rId32"/>
    <p:sldId id="265" r:id="rId33"/>
    <p:sldId id="1369" r:id="rId34"/>
    <p:sldId id="1368" r:id="rId35"/>
    <p:sldId id="266" r:id="rId36"/>
    <p:sldId id="1348" r:id="rId37"/>
    <p:sldId id="267" r:id="rId38"/>
    <p:sldId id="268" r:id="rId3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9B2ECF-1DEB-489B-B149-FBC6D08A6C62}" v="21" dt="2025-10-30T20:58:13.1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032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undo custSel addSld modSld sldOrd">
      <pc:chgData name="Lines, Todd" userId="afaf7c3a-e8aa-4568-882a-02ad8f9e19b0" providerId="ADAL" clId="{5FF5AC1B-ABA9-43D7-A1E3-2D92732CD6E2}" dt="2025-10-30T20:58:15.673" v="76" actId="962"/>
      <pc:docMkLst>
        <pc:docMk/>
      </pc:docMkLst>
      <pc:sldChg chg="delSp modSp mod">
        <pc:chgData name="Lines, Todd" userId="afaf7c3a-e8aa-4568-882a-02ad8f9e19b0" providerId="ADAL" clId="{5FF5AC1B-ABA9-43D7-A1E3-2D92732CD6E2}" dt="2025-10-30T20:51:09.964" v="47" actId="21"/>
        <pc:sldMkLst>
          <pc:docMk/>
          <pc:sldMk cId="0" sldId="257"/>
        </pc:sldMkLst>
        <pc:spChg chg="mod">
          <ac:chgData name="Lines, Todd" userId="afaf7c3a-e8aa-4568-882a-02ad8f9e19b0" providerId="ADAL" clId="{5FF5AC1B-ABA9-43D7-A1E3-2D92732CD6E2}" dt="2025-10-30T20:43:56.779" v="1" actId="6549"/>
          <ac:spMkLst>
            <pc:docMk/>
            <pc:sldMk cId="0" sldId="257"/>
            <ac:spMk id="32" creationId="{00000000-0000-0000-0000-000000000000}"/>
          </ac:spMkLst>
        </pc:spChg>
        <pc:picChg chg="del mod">
          <ac:chgData name="Lines, Todd" userId="afaf7c3a-e8aa-4568-882a-02ad8f9e19b0" providerId="ADAL" clId="{5FF5AC1B-ABA9-43D7-A1E3-2D92732CD6E2}" dt="2025-10-30T20:51:09.964" v="47" actId="21"/>
          <ac:picMkLst>
            <pc:docMk/>
            <pc:sldMk cId="0" sldId="257"/>
            <ac:picMk id="2" creationId="{CF4F098D-3825-B494-04E3-045AD12C118B}"/>
          </ac:picMkLst>
        </pc:picChg>
      </pc:sldChg>
      <pc:sldChg chg="add">
        <pc:chgData name="Lines, Todd" userId="afaf7c3a-e8aa-4568-882a-02ad8f9e19b0" providerId="ADAL" clId="{5FF5AC1B-ABA9-43D7-A1E3-2D92732CD6E2}" dt="2025-10-30T20:43:38.050" v="0"/>
        <pc:sldMkLst>
          <pc:docMk/>
          <pc:sldMk cId="0" sldId="259"/>
        </pc:sldMkLst>
      </pc:sldChg>
      <pc:sldChg chg="delSp modSp mod ord">
        <pc:chgData name="Lines, Todd" userId="afaf7c3a-e8aa-4568-882a-02ad8f9e19b0" providerId="ADAL" clId="{5FF5AC1B-ABA9-43D7-A1E3-2D92732CD6E2}" dt="2025-10-30T20:52:05.110" v="52" actId="21"/>
        <pc:sldMkLst>
          <pc:docMk/>
          <pc:sldMk cId="0" sldId="261"/>
        </pc:sldMkLst>
        <pc:spChg chg="mod">
          <ac:chgData name="Lines, Todd" userId="afaf7c3a-e8aa-4568-882a-02ad8f9e19b0" providerId="ADAL" clId="{5FF5AC1B-ABA9-43D7-A1E3-2D92732CD6E2}" dt="2025-10-30T20:44:30.983" v="4" actId="6549"/>
          <ac:spMkLst>
            <pc:docMk/>
            <pc:sldMk cId="0" sldId="261"/>
            <ac:spMk id="32" creationId="{00000000-0000-0000-0000-000000000000}"/>
          </ac:spMkLst>
        </pc:spChg>
        <pc:picChg chg="del mod">
          <ac:chgData name="Lines, Todd" userId="afaf7c3a-e8aa-4568-882a-02ad8f9e19b0" providerId="ADAL" clId="{5FF5AC1B-ABA9-43D7-A1E3-2D92732CD6E2}" dt="2025-10-30T20:51:38.038" v="49" actId="21"/>
          <ac:picMkLst>
            <pc:docMk/>
            <pc:sldMk cId="0" sldId="261"/>
            <ac:picMk id="2" creationId="{80AD92A4-C811-FE19-A3C2-C4A20E7D473D}"/>
          </ac:picMkLst>
        </pc:picChg>
        <pc:picChg chg="del">
          <ac:chgData name="Lines, Todd" userId="afaf7c3a-e8aa-4568-882a-02ad8f9e19b0" providerId="ADAL" clId="{5FF5AC1B-ABA9-43D7-A1E3-2D92732CD6E2}" dt="2025-10-30T20:51:49.439" v="50" actId="478"/>
          <ac:picMkLst>
            <pc:docMk/>
            <pc:sldMk cId="0" sldId="261"/>
            <ac:picMk id="3" creationId="{9BD79A31-1164-41F2-B602-F072FCD8D036}"/>
          </ac:picMkLst>
        </pc:picChg>
        <pc:picChg chg="del mod">
          <ac:chgData name="Lines, Todd" userId="afaf7c3a-e8aa-4568-882a-02ad8f9e19b0" providerId="ADAL" clId="{5FF5AC1B-ABA9-43D7-A1E3-2D92732CD6E2}" dt="2025-10-30T20:52:05.110" v="52" actId="21"/>
          <ac:picMkLst>
            <pc:docMk/>
            <pc:sldMk cId="0" sldId="261"/>
            <ac:picMk id="4" creationId="{47211DA5-0084-E31A-50E3-734C72DA3FFD}"/>
          </ac:picMkLst>
        </pc:picChg>
      </pc:sldChg>
      <pc:sldChg chg="addSp delSp modSp mod">
        <pc:chgData name="Lines, Todd" userId="afaf7c3a-e8aa-4568-882a-02ad8f9e19b0" providerId="ADAL" clId="{5FF5AC1B-ABA9-43D7-A1E3-2D92732CD6E2}" dt="2025-10-30T20:50:38.382" v="45" actId="21"/>
        <pc:sldMkLst>
          <pc:docMk/>
          <pc:sldMk cId="0" sldId="262"/>
        </pc:sldMkLst>
        <pc:spChg chg="mod">
          <ac:chgData name="Lines, Todd" userId="afaf7c3a-e8aa-4568-882a-02ad8f9e19b0" providerId="ADAL" clId="{5FF5AC1B-ABA9-43D7-A1E3-2D92732CD6E2}" dt="2025-10-30T20:43:59.958" v="2" actId="6549"/>
          <ac:spMkLst>
            <pc:docMk/>
            <pc:sldMk cId="0" sldId="262"/>
            <ac:spMk id="32" creationId="{00000000-0000-0000-0000-000000000000}"/>
          </ac:spMkLst>
        </pc:spChg>
        <pc:picChg chg="add del">
          <ac:chgData name="Lines, Todd" userId="afaf7c3a-e8aa-4568-882a-02ad8f9e19b0" providerId="ADAL" clId="{5FF5AC1B-ABA9-43D7-A1E3-2D92732CD6E2}" dt="2025-10-30T20:50:26.883" v="43" actId="478"/>
          <ac:picMkLst>
            <pc:docMk/>
            <pc:sldMk cId="0" sldId="262"/>
            <ac:picMk id="3" creationId="{0EDC8E1C-5D1C-57CE-995A-4E05AC5826C2}"/>
          </ac:picMkLst>
        </pc:picChg>
        <pc:picChg chg="del mod">
          <ac:chgData name="Lines, Todd" userId="afaf7c3a-e8aa-4568-882a-02ad8f9e19b0" providerId="ADAL" clId="{5FF5AC1B-ABA9-43D7-A1E3-2D92732CD6E2}" dt="2025-10-30T20:50:38.382" v="45" actId="21"/>
          <ac:picMkLst>
            <pc:docMk/>
            <pc:sldMk cId="0" sldId="262"/>
            <ac:picMk id="4" creationId="{EC675B0E-2FC9-E7EA-819A-6643DF112B04}"/>
          </ac:picMkLst>
        </pc:picChg>
      </pc:sldChg>
      <pc:sldChg chg="delSp modSp mod">
        <pc:chgData name="Lines, Todd" userId="afaf7c3a-e8aa-4568-882a-02ad8f9e19b0" providerId="ADAL" clId="{5FF5AC1B-ABA9-43D7-A1E3-2D92732CD6E2}" dt="2025-10-30T20:52:30.695" v="54" actId="21"/>
        <pc:sldMkLst>
          <pc:docMk/>
          <pc:sldMk cId="0" sldId="263"/>
        </pc:sldMkLst>
        <pc:spChg chg="mod">
          <ac:chgData name="Lines, Todd" userId="afaf7c3a-e8aa-4568-882a-02ad8f9e19b0" providerId="ADAL" clId="{5FF5AC1B-ABA9-43D7-A1E3-2D92732CD6E2}" dt="2025-10-30T20:50:00.267" v="40" actId="1076"/>
          <ac:spMkLst>
            <pc:docMk/>
            <pc:sldMk cId="0" sldId="263"/>
            <ac:spMk id="31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5-10-30T20:50:04.090" v="41" actId="1076"/>
          <ac:spMkLst>
            <pc:docMk/>
            <pc:sldMk cId="0" sldId="263"/>
            <ac:spMk id="32" creationId="{00000000-0000-0000-0000-000000000000}"/>
          </ac:spMkLst>
        </pc:spChg>
        <pc:picChg chg="del mod">
          <ac:chgData name="Lines, Todd" userId="afaf7c3a-e8aa-4568-882a-02ad8f9e19b0" providerId="ADAL" clId="{5FF5AC1B-ABA9-43D7-A1E3-2D92732CD6E2}" dt="2025-10-30T20:52:30.695" v="54" actId="21"/>
          <ac:picMkLst>
            <pc:docMk/>
            <pc:sldMk cId="0" sldId="263"/>
            <ac:picMk id="4" creationId="{D325E262-8D1C-F388-83C4-1078FCD58AAF}"/>
          </ac:picMkLst>
        </pc:picChg>
      </pc:sldChg>
      <pc:sldChg chg="delSp modSp mod ord">
        <pc:chgData name="Lines, Todd" userId="afaf7c3a-e8aa-4568-882a-02ad8f9e19b0" providerId="ADAL" clId="{5FF5AC1B-ABA9-43D7-A1E3-2D92732CD6E2}" dt="2025-10-30T20:53:48.762" v="61" actId="21"/>
        <pc:sldMkLst>
          <pc:docMk/>
          <pc:sldMk cId="0" sldId="264"/>
        </pc:sldMkLst>
        <pc:spChg chg="mod">
          <ac:chgData name="Lines, Todd" userId="afaf7c3a-e8aa-4568-882a-02ad8f9e19b0" providerId="ADAL" clId="{5FF5AC1B-ABA9-43D7-A1E3-2D92732CD6E2}" dt="2025-10-30T20:53:33.203" v="59" actId="6549"/>
          <ac:spMkLst>
            <pc:docMk/>
            <pc:sldMk cId="0" sldId="264"/>
            <ac:spMk id="32" creationId="{00000000-0000-0000-0000-000000000000}"/>
          </ac:spMkLst>
        </pc:spChg>
        <pc:picChg chg="del mod">
          <ac:chgData name="Lines, Todd" userId="afaf7c3a-e8aa-4568-882a-02ad8f9e19b0" providerId="ADAL" clId="{5FF5AC1B-ABA9-43D7-A1E3-2D92732CD6E2}" dt="2025-10-30T20:53:48.762" v="61" actId="21"/>
          <ac:picMkLst>
            <pc:docMk/>
            <pc:sldMk cId="0" sldId="264"/>
            <ac:picMk id="4" creationId="{405CCAD2-72EA-BB2D-1D58-BB4A00B056D9}"/>
          </ac:picMkLst>
        </pc:picChg>
      </pc:sldChg>
      <pc:sldChg chg="delSp modSp mod">
        <pc:chgData name="Lines, Todd" userId="afaf7c3a-e8aa-4568-882a-02ad8f9e19b0" providerId="ADAL" clId="{5FF5AC1B-ABA9-43D7-A1E3-2D92732CD6E2}" dt="2025-10-30T20:52:55.865" v="56" actId="21"/>
        <pc:sldMkLst>
          <pc:docMk/>
          <pc:sldMk cId="0" sldId="271"/>
        </pc:sldMkLst>
        <pc:spChg chg="mod">
          <ac:chgData name="Lines, Todd" userId="afaf7c3a-e8aa-4568-882a-02ad8f9e19b0" providerId="ADAL" clId="{5FF5AC1B-ABA9-43D7-A1E3-2D92732CD6E2}" dt="2025-10-30T20:46:41.943" v="26" actId="6549"/>
          <ac:spMkLst>
            <pc:docMk/>
            <pc:sldMk cId="0" sldId="271"/>
            <ac:spMk id="32" creationId="{00000000-0000-0000-0000-000000000000}"/>
          </ac:spMkLst>
        </pc:spChg>
        <pc:picChg chg="del mod">
          <ac:chgData name="Lines, Todd" userId="afaf7c3a-e8aa-4568-882a-02ad8f9e19b0" providerId="ADAL" clId="{5FF5AC1B-ABA9-43D7-A1E3-2D92732CD6E2}" dt="2025-10-30T20:52:55.865" v="56" actId="21"/>
          <ac:picMkLst>
            <pc:docMk/>
            <pc:sldMk cId="0" sldId="271"/>
            <ac:picMk id="62" creationId="{99374BB9-FAC1-1EBD-F4B2-137EFA587963}"/>
          </ac:picMkLst>
        </pc:picChg>
      </pc:sldChg>
      <pc:sldChg chg="add">
        <pc:chgData name="Lines, Todd" userId="afaf7c3a-e8aa-4568-882a-02ad8f9e19b0" providerId="ADAL" clId="{5FF5AC1B-ABA9-43D7-A1E3-2D92732CD6E2}" dt="2025-10-30T20:43:38.050" v="0"/>
        <pc:sldMkLst>
          <pc:docMk/>
          <pc:sldMk cId="0" sldId="1180"/>
        </pc:sldMkLst>
      </pc:sldChg>
      <pc:sldChg chg="add">
        <pc:chgData name="Lines, Todd" userId="afaf7c3a-e8aa-4568-882a-02ad8f9e19b0" providerId="ADAL" clId="{5FF5AC1B-ABA9-43D7-A1E3-2D92732CD6E2}" dt="2025-10-30T20:43:38.050" v="0"/>
        <pc:sldMkLst>
          <pc:docMk/>
          <pc:sldMk cId="0" sldId="1181"/>
        </pc:sldMkLst>
      </pc:sldChg>
      <pc:sldChg chg="add">
        <pc:chgData name="Lines, Todd" userId="afaf7c3a-e8aa-4568-882a-02ad8f9e19b0" providerId="ADAL" clId="{5FF5AC1B-ABA9-43D7-A1E3-2D92732CD6E2}" dt="2025-10-30T20:43:38.050" v="0"/>
        <pc:sldMkLst>
          <pc:docMk/>
          <pc:sldMk cId="0" sldId="1184"/>
        </pc:sldMkLst>
      </pc:sldChg>
      <pc:sldChg chg="add">
        <pc:chgData name="Lines, Todd" userId="afaf7c3a-e8aa-4568-882a-02ad8f9e19b0" providerId="ADAL" clId="{5FF5AC1B-ABA9-43D7-A1E3-2D92732CD6E2}" dt="2025-10-30T20:43:38.050" v="0"/>
        <pc:sldMkLst>
          <pc:docMk/>
          <pc:sldMk cId="0" sldId="1185"/>
        </pc:sldMkLst>
      </pc:sldChg>
      <pc:sldChg chg="delSp modSp mod">
        <pc:chgData name="Lines, Todd" userId="afaf7c3a-e8aa-4568-882a-02ad8f9e19b0" providerId="ADAL" clId="{5FF5AC1B-ABA9-43D7-A1E3-2D92732CD6E2}" dt="2025-10-30T20:45:06.061" v="7" actId="1076"/>
        <pc:sldMkLst>
          <pc:docMk/>
          <pc:sldMk cId="0" sldId="1200"/>
        </pc:sldMkLst>
        <pc:picChg chg="mod">
          <ac:chgData name="Lines, Todd" userId="afaf7c3a-e8aa-4568-882a-02ad8f9e19b0" providerId="ADAL" clId="{5FF5AC1B-ABA9-43D7-A1E3-2D92732CD6E2}" dt="2025-10-30T20:45:06.061" v="7" actId="1076"/>
          <ac:picMkLst>
            <pc:docMk/>
            <pc:sldMk cId="0" sldId="1200"/>
            <ac:picMk id="5" creationId="{564D8EB8-14F2-ECD8-0F12-462399A09998}"/>
          </ac:picMkLst>
        </pc:picChg>
        <pc:picChg chg="del mod">
          <ac:chgData name="Lines, Todd" userId="afaf7c3a-e8aa-4568-882a-02ad8f9e19b0" providerId="ADAL" clId="{5FF5AC1B-ABA9-43D7-A1E3-2D92732CD6E2}" dt="2025-10-30T20:45:01.776" v="6" actId="478"/>
          <ac:picMkLst>
            <pc:docMk/>
            <pc:sldMk cId="0" sldId="1200"/>
            <ac:picMk id="2506754" creationId="{00000000-0000-0000-0000-000000000000}"/>
          </ac:picMkLst>
        </pc:picChg>
      </pc:sldChg>
      <pc:sldChg chg="addSp delSp modSp mod">
        <pc:chgData name="Lines, Todd" userId="afaf7c3a-e8aa-4568-882a-02ad8f9e19b0" providerId="ADAL" clId="{5FF5AC1B-ABA9-43D7-A1E3-2D92732CD6E2}" dt="2025-10-30T20:45:48.704" v="18" actId="1076"/>
        <pc:sldMkLst>
          <pc:docMk/>
          <pc:sldMk cId="0" sldId="1201"/>
        </pc:sldMkLst>
        <pc:spChg chg="mod">
          <ac:chgData name="Lines, Todd" userId="afaf7c3a-e8aa-4568-882a-02ad8f9e19b0" providerId="ADAL" clId="{5FF5AC1B-ABA9-43D7-A1E3-2D92732CD6E2}" dt="2025-10-30T20:45:48.704" v="18" actId="1076"/>
          <ac:spMkLst>
            <pc:docMk/>
            <pc:sldMk cId="0" sldId="1201"/>
            <ac:spMk id="3" creationId="{00000000-0000-0000-0000-000000000000}"/>
          </ac:spMkLst>
        </pc:spChg>
        <pc:picChg chg="add mod">
          <ac:chgData name="Lines, Todd" userId="afaf7c3a-e8aa-4568-882a-02ad8f9e19b0" providerId="ADAL" clId="{5FF5AC1B-ABA9-43D7-A1E3-2D92732CD6E2}" dt="2025-10-30T20:45:43.291" v="17"/>
          <ac:picMkLst>
            <pc:docMk/>
            <pc:sldMk cId="0" sldId="1201"/>
            <ac:picMk id="5" creationId="{22A499E8-72D7-6C3E-DD90-925C976033CF}"/>
          </ac:picMkLst>
        </pc:picChg>
        <pc:picChg chg="del">
          <ac:chgData name="Lines, Todd" userId="afaf7c3a-e8aa-4568-882a-02ad8f9e19b0" providerId="ADAL" clId="{5FF5AC1B-ABA9-43D7-A1E3-2D92732CD6E2}" dt="2025-10-30T20:45:42.934" v="16" actId="478"/>
          <ac:picMkLst>
            <pc:docMk/>
            <pc:sldMk cId="0" sldId="1201"/>
            <ac:picMk id="2506754" creationId="{00000000-0000-0000-0000-000000000000}"/>
          </ac:picMkLst>
        </pc:picChg>
      </pc:sldChg>
      <pc:sldChg chg="addSp delSp modSp mod">
        <pc:chgData name="Lines, Todd" userId="afaf7c3a-e8aa-4568-882a-02ad8f9e19b0" providerId="ADAL" clId="{5FF5AC1B-ABA9-43D7-A1E3-2D92732CD6E2}" dt="2025-10-30T20:45:59.191" v="22" actId="1076"/>
        <pc:sldMkLst>
          <pc:docMk/>
          <pc:sldMk cId="0" sldId="1202"/>
        </pc:sldMkLst>
        <pc:picChg chg="add mod">
          <ac:chgData name="Lines, Todd" userId="afaf7c3a-e8aa-4568-882a-02ad8f9e19b0" providerId="ADAL" clId="{5FF5AC1B-ABA9-43D7-A1E3-2D92732CD6E2}" dt="2025-10-30T20:45:59.191" v="22" actId="1076"/>
          <ac:picMkLst>
            <pc:docMk/>
            <pc:sldMk cId="0" sldId="1202"/>
            <ac:picMk id="5" creationId="{642C3D97-B9DE-4EB9-8C3E-41CA8910297E}"/>
          </ac:picMkLst>
        </pc:picChg>
        <pc:picChg chg="del">
          <ac:chgData name="Lines, Todd" userId="afaf7c3a-e8aa-4568-882a-02ad8f9e19b0" providerId="ADAL" clId="{5FF5AC1B-ABA9-43D7-A1E3-2D92732CD6E2}" dt="2025-10-30T20:45:54.900" v="19" actId="478"/>
          <ac:picMkLst>
            <pc:docMk/>
            <pc:sldMk cId="0" sldId="1202"/>
            <ac:picMk id="2506754" creationId="{00000000-0000-0000-0000-000000000000}"/>
          </ac:picMkLst>
        </pc:picChg>
      </pc:sldChg>
      <pc:sldChg chg="addSp delSp modSp mod">
        <pc:chgData name="Lines, Todd" userId="afaf7c3a-e8aa-4568-882a-02ad8f9e19b0" providerId="ADAL" clId="{5FF5AC1B-ABA9-43D7-A1E3-2D92732CD6E2}" dt="2025-10-30T20:49:11.099" v="33" actId="1076"/>
        <pc:sldMkLst>
          <pc:docMk/>
          <pc:sldMk cId="0" sldId="1203"/>
        </pc:sldMkLst>
        <pc:picChg chg="add mod">
          <ac:chgData name="Lines, Todd" userId="afaf7c3a-e8aa-4568-882a-02ad8f9e19b0" providerId="ADAL" clId="{5FF5AC1B-ABA9-43D7-A1E3-2D92732CD6E2}" dt="2025-10-30T20:48:57.144" v="28"/>
          <ac:picMkLst>
            <pc:docMk/>
            <pc:sldMk cId="0" sldId="1203"/>
            <ac:picMk id="5" creationId="{8B9ADC85-AD5F-06AA-35BE-0FCC96342892}"/>
          </ac:picMkLst>
        </pc:picChg>
        <pc:picChg chg="add mod">
          <ac:chgData name="Lines, Todd" userId="afaf7c3a-e8aa-4568-882a-02ad8f9e19b0" providerId="ADAL" clId="{5FF5AC1B-ABA9-43D7-A1E3-2D92732CD6E2}" dt="2025-10-30T20:49:11.099" v="33" actId="1076"/>
          <ac:picMkLst>
            <pc:docMk/>
            <pc:sldMk cId="0" sldId="1203"/>
            <ac:picMk id="6" creationId="{BA8F7B9B-F555-DFA1-D516-081C4B350DE1}"/>
          </ac:picMkLst>
        </pc:picChg>
        <pc:picChg chg="add del">
          <ac:chgData name="Lines, Todd" userId="afaf7c3a-e8aa-4568-882a-02ad8f9e19b0" providerId="ADAL" clId="{5FF5AC1B-ABA9-43D7-A1E3-2D92732CD6E2}" dt="2025-10-30T20:49:08.545" v="32" actId="478"/>
          <ac:picMkLst>
            <pc:docMk/>
            <pc:sldMk cId="0" sldId="1203"/>
            <ac:picMk id="2506754" creationId="{00000000-0000-0000-0000-000000000000}"/>
          </ac:picMkLst>
        </pc:picChg>
      </pc:sldChg>
      <pc:sldChg chg="addSp delSp modSp mod">
        <pc:chgData name="Lines, Todd" userId="afaf7c3a-e8aa-4568-882a-02ad8f9e19b0" providerId="ADAL" clId="{5FF5AC1B-ABA9-43D7-A1E3-2D92732CD6E2}" dt="2025-10-30T20:49:16.280" v="35"/>
        <pc:sldMkLst>
          <pc:docMk/>
          <pc:sldMk cId="0" sldId="1204"/>
        </pc:sldMkLst>
        <pc:picChg chg="add mod">
          <ac:chgData name="Lines, Todd" userId="afaf7c3a-e8aa-4568-882a-02ad8f9e19b0" providerId="ADAL" clId="{5FF5AC1B-ABA9-43D7-A1E3-2D92732CD6E2}" dt="2025-10-30T20:49:16.280" v="35"/>
          <ac:picMkLst>
            <pc:docMk/>
            <pc:sldMk cId="0" sldId="1204"/>
            <ac:picMk id="5" creationId="{172D6779-235A-AE79-37AB-BDA69988CB55}"/>
          </ac:picMkLst>
        </pc:picChg>
        <pc:picChg chg="del">
          <ac:chgData name="Lines, Todd" userId="afaf7c3a-e8aa-4568-882a-02ad8f9e19b0" providerId="ADAL" clId="{5FF5AC1B-ABA9-43D7-A1E3-2D92732CD6E2}" dt="2025-10-30T20:49:15.891" v="34" actId="478"/>
          <ac:picMkLst>
            <pc:docMk/>
            <pc:sldMk cId="0" sldId="1204"/>
            <ac:picMk id="2506754" creationId="{00000000-0000-0000-0000-000000000000}"/>
          </ac:picMkLst>
        </pc:picChg>
      </pc:sldChg>
      <pc:sldChg chg="addSp delSp modSp mod">
        <pc:chgData name="Lines, Todd" userId="afaf7c3a-e8aa-4568-882a-02ad8f9e19b0" providerId="ADAL" clId="{5FF5AC1B-ABA9-43D7-A1E3-2D92732CD6E2}" dt="2025-10-30T20:45:23.372" v="11" actId="1076"/>
        <pc:sldMkLst>
          <pc:docMk/>
          <pc:sldMk cId="0" sldId="1347"/>
        </pc:sldMkLst>
        <pc:picChg chg="add mod">
          <ac:chgData name="Lines, Todd" userId="afaf7c3a-e8aa-4568-882a-02ad8f9e19b0" providerId="ADAL" clId="{5FF5AC1B-ABA9-43D7-A1E3-2D92732CD6E2}" dt="2025-10-30T20:45:23.372" v="11" actId="1076"/>
          <ac:picMkLst>
            <pc:docMk/>
            <pc:sldMk cId="0" sldId="1347"/>
            <ac:picMk id="5" creationId="{4E37825C-7561-E2C1-C197-753CA7E58B2C}"/>
          </ac:picMkLst>
        </pc:picChg>
        <pc:picChg chg="del">
          <ac:chgData name="Lines, Todd" userId="afaf7c3a-e8aa-4568-882a-02ad8f9e19b0" providerId="ADAL" clId="{5FF5AC1B-ABA9-43D7-A1E3-2D92732CD6E2}" dt="2025-10-30T20:45:16.836" v="8" actId="478"/>
          <ac:picMkLst>
            <pc:docMk/>
            <pc:sldMk cId="0" sldId="1347"/>
            <ac:picMk id="2506754" creationId="{00000000-0000-0000-0000-000000000000}"/>
          </ac:picMkLst>
        </pc:picChg>
      </pc:sldChg>
      <pc:sldChg chg="addSp delSp modSp mod">
        <pc:chgData name="Lines, Todd" userId="afaf7c3a-e8aa-4568-882a-02ad8f9e19b0" providerId="ADAL" clId="{5FF5AC1B-ABA9-43D7-A1E3-2D92732CD6E2}" dt="2025-10-30T20:45:38.158" v="15" actId="14100"/>
        <pc:sldMkLst>
          <pc:docMk/>
          <pc:sldMk cId="1448281487" sldId="1363"/>
        </pc:sldMkLst>
        <pc:picChg chg="add mod">
          <ac:chgData name="Lines, Todd" userId="afaf7c3a-e8aa-4568-882a-02ad8f9e19b0" providerId="ADAL" clId="{5FF5AC1B-ABA9-43D7-A1E3-2D92732CD6E2}" dt="2025-10-30T20:45:38.158" v="15" actId="14100"/>
          <ac:picMkLst>
            <pc:docMk/>
            <pc:sldMk cId="1448281487" sldId="1363"/>
            <ac:picMk id="5" creationId="{7F869D4C-9BAC-B352-DBE0-B46DE76738DE}"/>
          </ac:picMkLst>
        </pc:picChg>
        <pc:picChg chg="del">
          <ac:chgData name="Lines, Todd" userId="afaf7c3a-e8aa-4568-882a-02ad8f9e19b0" providerId="ADAL" clId="{5FF5AC1B-ABA9-43D7-A1E3-2D92732CD6E2}" dt="2025-10-30T20:45:27.443" v="12" actId="478"/>
          <ac:picMkLst>
            <pc:docMk/>
            <pc:sldMk cId="1448281487" sldId="1363"/>
            <ac:picMk id="2506754" creationId="{00000000-0000-0000-0000-000000000000}"/>
          </ac:picMkLst>
        </pc:picChg>
      </pc:sldChg>
      <pc:sldChg chg="add">
        <pc:chgData name="Lines, Todd" userId="afaf7c3a-e8aa-4568-882a-02ad8f9e19b0" providerId="ADAL" clId="{5FF5AC1B-ABA9-43D7-A1E3-2D92732CD6E2}" dt="2025-10-30T20:43:38.050" v="0"/>
        <pc:sldMkLst>
          <pc:docMk/>
          <pc:sldMk cId="0" sldId="1364"/>
        </pc:sldMkLst>
      </pc:sldChg>
      <pc:sldChg chg="add">
        <pc:chgData name="Lines, Todd" userId="afaf7c3a-e8aa-4568-882a-02ad8f9e19b0" providerId="ADAL" clId="{5FF5AC1B-ABA9-43D7-A1E3-2D92732CD6E2}" dt="2025-10-30T20:43:38.050" v="0"/>
        <pc:sldMkLst>
          <pc:docMk/>
          <pc:sldMk cId="0" sldId="1365"/>
        </pc:sldMkLst>
      </pc:sldChg>
      <pc:sldChg chg="add">
        <pc:chgData name="Lines, Todd" userId="afaf7c3a-e8aa-4568-882a-02ad8f9e19b0" providerId="ADAL" clId="{5FF5AC1B-ABA9-43D7-A1E3-2D92732CD6E2}" dt="2025-10-30T20:43:38.050" v="0"/>
        <pc:sldMkLst>
          <pc:docMk/>
          <pc:sldMk cId="0" sldId="1366"/>
        </pc:sldMkLst>
      </pc:sldChg>
      <pc:sldChg chg="add">
        <pc:chgData name="Lines, Todd" userId="afaf7c3a-e8aa-4568-882a-02ad8f9e19b0" providerId="ADAL" clId="{5FF5AC1B-ABA9-43D7-A1E3-2D92732CD6E2}" dt="2025-10-30T20:43:38.050" v="0"/>
        <pc:sldMkLst>
          <pc:docMk/>
          <pc:sldMk cId="0" sldId="1367"/>
        </pc:sldMkLst>
      </pc:sldChg>
      <pc:sldChg chg="addSp delSp modSp new mod modClrScheme chgLayout">
        <pc:chgData name="Lines, Todd" userId="afaf7c3a-e8aa-4568-882a-02ad8f9e19b0" providerId="ADAL" clId="{5FF5AC1B-ABA9-43D7-A1E3-2D92732CD6E2}" dt="2025-10-30T20:54:37.855" v="66" actId="20577"/>
        <pc:sldMkLst>
          <pc:docMk/>
          <pc:sldMk cId="4135666717" sldId="1368"/>
        </pc:sldMkLst>
        <pc:spChg chg="del mod ord">
          <ac:chgData name="Lines, Todd" userId="afaf7c3a-e8aa-4568-882a-02ad8f9e19b0" providerId="ADAL" clId="{5FF5AC1B-ABA9-43D7-A1E3-2D92732CD6E2}" dt="2025-10-30T20:54:35.934" v="63" actId="700"/>
          <ac:spMkLst>
            <pc:docMk/>
            <pc:sldMk cId="4135666717" sldId="1368"/>
            <ac:spMk id="2" creationId="{DE73C1E4-B921-406C-D835-061EC0D885DD}"/>
          </ac:spMkLst>
        </pc:spChg>
        <pc:spChg chg="del mod ord">
          <ac:chgData name="Lines, Todd" userId="afaf7c3a-e8aa-4568-882a-02ad8f9e19b0" providerId="ADAL" clId="{5FF5AC1B-ABA9-43D7-A1E3-2D92732CD6E2}" dt="2025-10-30T20:54:35.934" v="63" actId="700"/>
          <ac:spMkLst>
            <pc:docMk/>
            <pc:sldMk cId="4135666717" sldId="1368"/>
            <ac:spMk id="3" creationId="{5349ED86-C4FC-2AE1-2D90-BC0DF1BF0CE2}"/>
          </ac:spMkLst>
        </pc:spChg>
        <pc:spChg chg="add mod ord">
          <ac:chgData name="Lines, Todd" userId="afaf7c3a-e8aa-4568-882a-02ad8f9e19b0" providerId="ADAL" clId="{5FF5AC1B-ABA9-43D7-A1E3-2D92732CD6E2}" dt="2025-10-30T20:54:37.855" v="66" actId="20577"/>
          <ac:spMkLst>
            <pc:docMk/>
            <pc:sldMk cId="4135666717" sldId="1368"/>
            <ac:spMk id="4" creationId="{19EFE9F8-5292-43F5-2BD4-224460CC3A43}"/>
          </ac:spMkLst>
        </pc:spChg>
        <pc:spChg chg="add mod ord">
          <ac:chgData name="Lines, Todd" userId="afaf7c3a-e8aa-4568-882a-02ad8f9e19b0" providerId="ADAL" clId="{5FF5AC1B-ABA9-43D7-A1E3-2D92732CD6E2}" dt="2025-10-30T20:54:35.934" v="63" actId="700"/>
          <ac:spMkLst>
            <pc:docMk/>
            <pc:sldMk cId="4135666717" sldId="1368"/>
            <ac:spMk id="5" creationId="{6BF7A89C-4CC0-1D2F-56A9-44CEFD548B89}"/>
          </ac:spMkLst>
        </pc:spChg>
      </pc:sldChg>
      <pc:sldChg chg="addSp delSp modSp new mod">
        <pc:chgData name="Lines, Todd" userId="afaf7c3a-e8aa-4568-882a-02ad8f9e19b0" providerId="ADAL" clId="{5FF5AC1B-ABA9-43D7-A1E3-2D92732CD6E2}" dt="2025-10-30T20:58:15.673" v="76" actId="962"/>
        <pc:sldMkLst>
          <pc:docMk/>
          <pc:sldMk cId="2365932737" sldId="1369"/>
        </pc:sldMkLst>
        <pc:spChg chg="del">
          <ac:chgData name="Lines, Todd" userId="afaf7c3a-e8aa-4568-882a-02ad8f9e19b0" providerId="ADAL" clId="{5FF5AC1B-ABA9-43D7-A1E3-2D92732CD6E2}" dt="2025-10-30T20:58:13.171" v="73" actId="931"/>
          <ac:spMkLst>
            <pc:docMk/>
            <pc:sldMk cId="2365932737" sldId="1369"/>
            <ac:spMk id="3" creationId="{4A47463C-20ED-022E-31E0-870785776F57}"/>
          </ac:spMkLst>
        </pc:spChg>
        <pc:picChg chg="add del mod">
          <ac:chgData name="Lines, Todd" userId="afaf7c3a-e8aa-4568-882a-02ad8f9e19b0" providerId="ADAL" clId="{5FF5AC1B-ABA9-43D7-A1E3-2D92732CD6E2}" dt="2025-10-30T20:57:52.141" v="72" actId="478"/>
          <ac:picMkLst>
            <pc:docMk/>
            <pc:sldMk cId="2365932737" sldId="1369"/>
            <ac:picMk id="5" creationId="{088CF25B-C804-97E2-668A-A766AA04DBC6}"/>
          </ac:picMkLst>
        </pc:picChg>
        <pc:picChg chg="del">
          <ac:chgData name="Lines, Todd" userId="afaf7c3a-e8aa-4568-882a-02ad8f9e19b0" providerId="ADAL" clId="{5FF5AC1B-ABA9-43D7-A1E3-2D92732CD6E2}" dt="2025-10-30T20:57:50.481" v="71" actId="478"/>
          <ac:picMkLst>
            <pc:docMk/>
            <pc:sldMk cId="2365932737" sldId="1369"/>
            <ac:picMk id="6" creationId="{33472979-A051-0C93-4BFA-A87D31DF62F7}"/>
          </ac:picMkLst>
        </pc:picChg>
        <pc:picChg chg="add mod">
          <ac:chgData name="Lines, Todd" userId="afaf7c3a-e8aa-4568-882a-02ad8f9e19b0" providerId="ADAL" clId="{5FF5AC1B-ABA9-43D7-A1E3-2D92732CD6E2}" dt="2025-10-30T20:58:15.673" v="76" actId="962"/>
          <ac:picMkLst>
            <pc:docMk/>
            <pc:sldMk cId="2365932737" sldId="1369"/>
            <ac:picMk id="8" creationId="{2CB2567B-E43E-AD3D-CD37-AAC51C05719A}"/>
          </ac:picMkLst>
        </pc:picChg>
      </pc:sldChg>
    </pc:docChg>
  </pc:docChgLst>
  <pc:docChgLst>
    <pc:chgData name="Lines, Todd" userId="afaf7c3a-e8aa-4568-882a-02ad8f9e19b0" providerId="ADAL" clId="{7FDE54D0-7540-40D1-B7AF-190AEBC0F0E5}"/>
    <pc:docChg chg="addSld modSld sldOrd">
      <pc:chgData name="Lines, Todd" userId="afaf7c3a-e8aa-4568-882a-02ad8f9e19b0" providerId="ADAL" clId="{7FDE54D0-7540-40D1-B7AF-190AEBC0F0E5}" dt="2023-12-04T22:07:58.726" v="12"/>
      <pc:docMkLst>
        <pc:docMk/>
      </pc:docMkLst>
      <pc:sldChg chg="ord">
        <pc:chgData name="Lines, Todd" userId="afaf7c3a-e8aa-4568-882a-02ad8f9e19b0" providerId="ADAL" clId="{7FDE54D0-7540-40D1-B7AF-190AEBC0F0E5}" dt="2023-12-04T22:07:58.726" v="12"/>
        <pc:sldMkLst>
          <pc:docMk/>
          <pc:sldMk cId="0" sldId="262"/>
        </pc:sldMkLst>
      </pc:sldChg>
      <pc:sldChg chg="add ord">
        <pc:chgData name="Lines, Todd" userId="afaf7c3a-e8aa-4568-882a-02ad8f9e19b0" providerId="ADAL" clId="{7FDE54D0-7540-40D1-B7AF-190AEBC0F0E5}" dt="2023-12-01T22:29:25.483" v="2"/>
        <pc:sldMkLst>
          <pc:docMk/>
          <pc:sldMk cId="0" sldId="1200"/>
        </pc:sldMkLst>
      </pc:sldChg>
      <pc:sldChg chg="add ord">
        <pc:chgData name="Lines, Todd" userId="afaf7c3a-e8aa-4568-882a-02ad8f9e19b0" providerId="ADAL" clId="{7FDE54D0-7540-40D1-B7AF-190AEBC0F0E5}" dt="2023-12-01T22:29:25.483" v="2"/>
        <pc:sldMkLst>
          <pc:docMk/>
          <pc:sldMk cId="0" sldId="1201"/>
        </pc:sldMkLst>
      </pc:sldChg>
      <pc:sldChg chg="add ord">
        <pc:chgData name="Lines, Todd" userId="afaf7c3a-e8aa-4568-882a-02ad8f9e19b0" providerId="ADAL" clId="{7FDE54D0-7540-40D1-B7AF-190AEBC0F0E5}" dt="2023-12-01T22:29:25.483" v="2"/>
        <pc:sldMkLst>
          <pc:docMk/>
          <pc:sldMk cId="0" sldId="1202"/>
        </pc:sldMkLst>
      </pc:sldChg>
      <pc:sldChg chg="add ord">
        <pc:chgData name="Lines, Todd" userId="afaf7c3a-e8aa-4568-882a-02ad8f9e19b0" providerId="ADAL" clId="{7FDE54D0-7540-40D1-B7AF-190AEBC0F0E5}" dt="2023-12-01T22:39:15.050" v="4"/>
        <pc:sldMkLst>
          <pc:docMk/>
          <pc:sldMk cId="0" sldId="1203"/>
        </pc:sldMkLst>
      </pc:sldChg>
      <pc:sldChg chg="add ord">
        <pc:chgData name="Lines, Todd" userId="afaf7c3a-e8aa-4568-882a-02ad8f9e19b0" providerId="ADAL" clId="{7FDE54D0-7540-40D1-B7AF-190AEBC0F0E5}" dt="2023-12-01T22:40:55.824" v="6"/>
        <pc:sldMkLst>
          <pc:docMk/>
          <pc:sldMk cId="0" sldId="1204"/>
        </pc:sldMkLst>
      </pc:sldChg>
      <pc:sldChg chg="add ord">
        <pc:chgData name="Lines, Todd" userId="afaf7c3a-e8aa-4568-882a-02ad8f9e19b0" providerId="ADAL" clId="{7FDE54D0-7540-40D1-B7AF-190AEBC0F0E5}" dt="2023-12-01T22:43:15.050" v="8"/>
        <pc:sldMkLst>
          <pc:docMk/>
          <pc:sldMk cId="0" sldId="1205"/>
        </pc:sldMkLst>
      </pc:sldChg>
      <pc:sldChg chg="add ord">
        <pc:chgData name="Lines, Todd" userId="afaf7c3a-e8aa-4568-882a-02ad8f9e19b0" providerId="ADAL" clId="{7FDE54D0-7540-40D1-B7AF-190AEBC0F0E5}" dt="2023-12-01T22:40:55.824" v="6"/>
        <pc:sldMkLst>
          <pc:docMk/>
          <pc:sldMk cId="0" sldId="1206"/>
        </pc:sldMkLst>
      </pc:sldChg>
      <pc:sldChg chg="add ord">
        <pc:chgData name="Lines, Todd" userId="afaf7c3a-e8aa-4568-882a-02ad8f9e19b0" providerId="ADAL" clId="{7FDE54D0-7540-40D1-B7AF-190AEBC0F0E5}" dt="2023-12-01T22:29:25.483" v="2"/>
        <pc:sldMkLst>
          <pc:docMk/>
          <pc:sldMk cId="0" sldId="1347"/>
        </pc:sldMkLst>
      </pc:sldChg>
      <pc:sldChg chg="add ord">
        <pc:chgData name="Lines, Todd" userId="afaf7c3a-e8aa-4568-882a-02ad8f9e19b0" providerId="ADAL" clId="{7FDE54D0-7540-40D1-B7AF-190AEBC0F0E5}" dt="2023-12-01T22:52:23.372" v="10"/>
        <pc:sldMkLst>
          <pc:docMk/>
          <pc:sldMk cId="0" sldId="1348"/>
        </pc:sldMkLst>
      </pc:sldChg>
      <pc:sldChg chg="add ord">
        <pc:chgData name="Lines, Todd" userId="afaf7c3a-e8aa-4568-882a-02ad8f9e19b0" providerId="ADAL" clId="{7FDE54D0-7540-40D1-B7AF-190AEBC0F0E5}" dt="2023-12-01T22:29:25.483" v="2"/>
        <pc:sldMkLst>
          <pc:docMk/>
          <pc:sldMk cId="1448281487" sldId="136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E359-9639-405C-8C91-EB2B194AA000}" type="datetimeFigureOut">
              <a:rPr lang="en-US" smtClean="0"/>
              <a:pPr/>
              <a:t>10/30/2025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84831-E319-490F-8AAB-F4F5744F8F1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E359-9639-405C-8C91-EB2B194AA000}" type="datetimeFigureOut">
              <a:rPr lang="en-US" smtClean="0"/>
              <a:pPr/>
              <a:t>10/30/2025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84831-E319-490F-8AAB-F4F5744F8F1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E359-9639-405C-8C91-EB2B194AA000}" type="datetimeFigureOut">
              <a:rPr lang="en-US" smtClean="0"/>
              <a:pPr/>
              <a:t>10/30/2025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84831-E319-490F-8AAB-F4F5744F8F1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E359-9639-405C-8C91-EB2B194AA000}" type="datetimeFigureOut">
              <a:rPr lang="en-US" smtClean="0"/>
              <a:pPr/>
              <a:t>10/30/2025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84831-E319-490F-8AAB-F4F5744F8F1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E359-9639-405C-8C91-EB2B194AA000}" type="datetimeFigureOut">
              <a:rPr lang="en-US" smtClean="0"/>
              <a:pPr/>
              <a:t>10/30/2025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84831-E319-490F-8AAB-F4F5744F8F1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E359-9639-405C-8C91-EB2B194AA000}" type="datetimeFigureOut">
              <a:rPr lang="en-US" smtClean="0"/>
              <a:pPr/>
              <a:t>10/30/2025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84831-E319-490F-8AAB-F4F5744F8F1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E359-9639-405C-8C91-EB2B194AA000}" type="datetimeFigureOut">
              <a:rPr lang="en-US" smtClean="0"/>
              <a:pPr/>
              <a:t>10/30/2025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84831-E319-490F-8AAB-F4F5744F8F1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E359-9639-405C-8C91-EB2B194AA000}" type="datetimeFigureOut">
              <a:rPr lang="en-US" smtClean="0"/>
              <a:pPr/>
              <a:t>10/30/2025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84831-E319-490F-8AAB-F4F5744F8F1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E359-9639-405C-8C91-EB2B194AA000}" type="datetimeFigureOut">
              <a:rPr lang="en-US" smtClean="0"/>
              <a:pPr/>
              <a:t>10/30/2025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84831-E319-490F-8AAB-F4F5744F8F1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E359-9639-405C-8C91-EB2B194AA000}" type="datetimeFigureOut">
              <a:rPr lang="en-US" smtClean="0"/>
              <a:pPr/>
              <a:t>10/30/2025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84831-E319-490F-8AAB-F4F5744F8F1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1E359-9639-405C-8C91-EB2B194AA000}" type="datetimeFigureOut">
              <a:rPr lang="en-US" smtClean="0"/>
              <a:pPr/>
              <a:t>10/30/2025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84831-E319-490F-8AAB-F4F5744F8F1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C1E359-9639-405C-8C91-EB2B194AA000}" type="datetimeFigureOut">
              <a:rPr lang="en-US" smtClean="0"/>
              <a:pPr/>
              <a:t>10/30/2025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784831-E319-490F-8AAB-F4F5744F8F1C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7" Type="http://schemas.openxmlformats.org/officeDocument/2006/relationships/image" Target="../media/image6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5.wmf"/><Relationship Id="rId4" Type="http://schemas.openxmlformats.org/officeDocument/2006/relationships/oleObject" Target="../embeddings/oleObject2.bin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Winter 2008</a:t>
            </a:r>
          </a:p>
        </p:txBody>
      </p:sp>
      <p:sp>
        <p:nvSpPr>
          <p:cNvPr id="10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085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Induced E-fields</a:t>
            </a:r>
          </a:p>
        </p:txBody>
      </p:sp>
      <p:grpSp>
        <p:nvGrpSpPr>
          <p:cNvPr id="2" name="Group 104"/>
          <p:cNvGrpSpPr>
            <a:grpSpLocks/>
          </p:cNvGrpSpPr>
          <p:nvPr/>
        </p:nvGrpSpPr>
        <p:grpSpPr bwMode="auto">
          <a:xfrm>
            <a:off x="2819400" y="1839913"/>
            <a:ext cx="4635500" cy="4084637"/>
            <a:chOff x="1776" y="1159"/>
            <a:chExt cx="2920" cy="2573"/>
          </a:xfrm>
        </p:grpSpPr>
        <p:grpSp>
          <p:nvGrpSpPr>
            <p:cNvPr id="3" name="Group 103"/>
            <p:cNvGrpSpPr>
              <a:grpSpLocks/>
            </p:cNvGrpSpPr>
            <p:nvPr/>
          </p:nvGrpSpPr>
          <p:grpSpPr bwMode="auto">
            <a:xfrm>
              <a:off x="1836" y="1159"/>
              <a:ext cx="2557" cy="2573"/>
              <a:chOff x="1836" y="1159"/>
              <a:chExt cx="2557" cy="2573"/>
            </a:xfrm>
          </p:grpSpPr>
          <p:sp>
            <p:nvSpPr>
              <p:cNvPr id="108645" name="Oval 101"/>
              <p:cNvSpPr>
                <a:spLocks noChangeArrowheads="1"/>
              </p:cNvSpPr>
              <p:nvPr/>
            </p:nvSpPr>
            <p:spPr bwMode="auto">
              <a:xfrm>
                <a:off x="1836" y="1159"/>
                <a:ext cx="2557" cy="2573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08646" name="Oval 102"/>
              <p:cNvSpPr>
                <a:spLocks noChangeArrowheads="1"/>
              </p:cNvSpPr>
              <p:nvPr/>
            </p:nvSpPr>
            <p:spPr bwMode="auto">
              <a:xfrm>
                <a:off x="2039" y="1342"/>
                <a:ext cx="2150" cy="2182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08550" name="Oval 6"/>
            <p:cNvSpPr>
              <a:spLocks noChangeArrowheads="1"/>
            </p:cNvSpPr>
            <p:nvPr/>
          </p:nvSpPr>
          <p:spPr bwMode="auto">
            <a:xfrm>
              <a:off x="4248" y="2352"/>
              <a:ext cx="102" cy="125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2000"/>
                <a:t>+</a:t>
              </a:r>
            </a:p>
          </p:txBody>
        </p:sp>
        <p:sp>
          <p:nvSpPr>
            <p:cNvPr id="108551" name="Line 7"/>
            <p:cNvSpPr>
              <a:spLocks noChangeShapeType="1"/>
            </p:cNvSpPr>
            <p:nvPr/>
          </p:nvSpPr>
          <p:spPr bwMode="auto">
            <a:xfrm flipV="1">
              <a:off x="4434" y="1741"/>
              <a:ext cx="0" cy="68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52" name="Text Box 8"/>
            <p:cNvSpPr txBox="1">
              <a:spLocks noChangeArrowheads="1"/>
            </p:cNvSpPr>
            <p:nvPr/>
          </p:nvSpPr>
          <p:spPr bwMode="auto">
            <a:xfrm>
              <a:off x="4460" y="1949"/>
              <a:ext cx="191" cy="32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800" dirty="0">
                  <a:latin typeface="Times New Roman" pitchFamily="18" charset="0"/>
                </a:rPr>
                <a:t>I</a:t>
              </a:r>
            </a:p>
          </p:txBody>
        </p:sp>
        <p:grpSp>
          <p:nvGrpSpPr>
            <p:cNvPr id="4" name="Group 9"/>
            <p:cNvGrpSpPr>
              <a:grpSpLocks/>
            </p:cNvGrpSpPr>
            <p:nvPr/>
          </p:nvGrpSpPr>
          <p:grpSpPr bwMode="auto">
            <a:xfrm>
              <a:off x="1784" y="1728"/>
              <a:ext cx="128" cy="128"/>
              <a:chOff x="1784" y="1736"/>
              <a:chExt cx="128" cy="128"/>
            </a:xfrm>
          </p:grpSpPr>
          <p:sp>
            <p:nvSpPr>
              <p:cNvPr id="108554" name="Line 10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555" name="Line 11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5" name="Group 12"/>
            <p:cNvGrpSpPr>
              <a:grpSpLocks/>
            </p:cNvGrpSpPr>
            <p:nvPr/>
          </p:nvGrpSpPr>
          <p:grpSpPr bwMode="auto">
            <a:xfrm>
              <a:off x="1792" y="2344"/>
              <a:ext cx="128" cy="128"/>
              <a:chOff x="1784" y="1736"/>
              <a:chExt cx="128" cy="128"/>
            </a:xfrm>
          </p:grpSpPr>
          <p:sp>
            <p:nvSpPr>
              <p:cNvPr id="108557" name="Line 13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558" name="Line 14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6" name="Group 15"/>
            <p:cNvGrpSpPr>
              <a:grpSpLocks/>
            </p:cNvGrpSpPr>
            <p:nvPr/>
          </p:nvGrpSpPr>
          <p:grpSpPr bwMode="auto">
            <a:xfrm>
              <a:off x="1784" y="2856"/>
              <a:ext cx="128" cy="128"/>
              <a:chOff x="1784" y="1736"/>
              <a:chExt cx="128" cy="128"/>
            </a:xfrm>
          </p:grpSpPr>
          <p:sp>
            <p:nvSpPr>
              <p:cNvPr id="108560" name="Line 16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561" name="Line 17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7" name="Group 18"/>
            <p:cNvGrpSpPr>
              <a:grpSpLocks/>
            </p:cNvGrpSpPr>
            <p:nvPr/>
          </p:nvGrpSpPr>
          <p:grpSpPr bwMode="auto">
            <a:xfrm>
              <a:off x="1776" y="3400"/>
              <a:ext cx="128" cy="128"/>
              <a:chOff x="1784" y="1736"/>
              <a:chExt cx="128" cy="128"/>
            </a:xfrm>
          </p:grpSpPr>
          <p:sp>
            <p:nvSpPr>
              <p:cNvPr id="108563" name="Line 19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564" name="Line 20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8" name="Group 21"/>
            <p:cNvGrpSpPr>
              <a:grpSpLocks/>
            </p:cNvGrpSpPr>
            <p:nvPr/>
          </p:nvGrpSpPr>
          <p:grpSpPr bwMode="auto">
            <a:xfrm>
              <a:off x="2424" y="1728"/>
              <a:ext cx="128" cy="128"/>
              <a:chOff x="1784" y="1736"/>
              <a:chExt cx="128" cy="128"/>
            </a:xfrm>
          </p:grpSpPr>
          <p:sp>
            <p:nvSpPr>
              <p:cNvPr id="108566" name="Line 22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567" name="Line 23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9" name="Group 24"/>
            <p:cNvGrpSpPr>
              <a:grpSpLocks/>
            </p:cNvGrpSpPr>
            <p:nvPr/>
          </p:nvGrpSpPr>
          <p:grpSpPr bwMode="auto">
            <a:xfrm>
              <a:off x="2432" y="2344"/>
              <a:ext cx="128" cy="128"/>
              <a:chOff x="1784" y="1736"/>
              <a:chExt cx="128" cy="128"/>
            </a:xfrm>
          </p:grpSpPr>
          <p:sp>
            <p:nvSpPr>
              <p:cNvPr id="108569" name="Line 25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570" name="Line 26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0" name="Group 27"/>
            <p:cNvGrpSpPr>
              <a:grpSpLocks/>
            </p:cNvGrpSpPr>
            <p:nvPr/>
          </p:nvGrpSpPr>
          <p:grpSpPr bwMode="auto">
            <a:xfrm>
              <a:off x="2424" y="2856"/>
              <a:ext cx="128" cy="128"/>
              <a:chOff x="1784" y="1736"/>
              <a:chExt cx="128" cy="128"/>
            </a:xfrm>
          </p:grpSpPr>
          <p:sp>
            <p:nvSpPr>
              <p:cNvPr id="108572" name="Line 28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573" name="Line 29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1" name="Group 30"/>
            <p:cNvGrpSpPr>
              <a:grpSpLocks/>
            </p:cNvGrpSpPr>
            <p:nvPr/>
          </p:nvGrpSpPr>
          <p:grpSpPr bwMode="auto">
            <a:xfrm>
              <a:off x="2416" y="3400"/>
              <a:ext cx="128" cy="128"/>
              <a:chOff x="1784" y="1736"/>
              <a:chExt cx="128" cy="128"/>
            </a:xfrm>
          </p:grpSpPr>
          <p:sp>
            <p:nvSpPr>
              <p:cNvPr id="108575" name="Line 31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576" name="Line 32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2" name="Group 33"/>
            <p:cNvGrpSpPr>
              <a:grpSpLocks/>
            </p:cNvGrpSpPr>
            <p:nvPr/>
          </p:nvGrpSpPr>
          <p:grpSpPr bwMode="auto">
            <a:xfrm>
              <a:off x="2944" y="1728"/>
              <a:ext cx="128" cy="128"/>
              <a:chOff x="1784" y="1736"/>
              <a:chExt cx="128" cy="128"/>
            </a:xfrm>
          </p:grpSpPr>
          <p:sp>
            <p:nvSpPr>
              <p:cNvPr id="108578" name="Line 34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579" name="Line 35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3" name="Group 36"/>
            <p:cNvGrpSpPr>
              <a:grpSpLocks/>
            </p:cNvGrpSpPr>
            <p:nvPr/>
          </p:nvGrpSpPr>
          <p:grpSpPr bwMode="auto">
            <a:xfrm>
              <a:off x="2952" y="2344"/>
              <a:ext cx="128" cy="128"/>
              <a:chOff x="1784" y="1736"/>
              <a:chExt cx="128" cy="128"/>
            </a:xfrm>
          </p:grpSpPr>
          <p:sp>
            <p:nvSpPr>
              <p:cNvPr id="108581" name="Line 37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582" name="Line 38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4" name="Group 39"/>
            <p:cNvGrpSpPr>
              <a:grpSpLocks/>
            </p:cNvGrpSpPr>
            <p:nvPr/>
          </p:nvGrpSpPr>
          <p:grpSpPr bwMode="auto">
            <a:xfrm>
              <a:off x="2944" y="2856"/>
              <a:ext cx="128" cy="128"/>
              <a:chOff x="1784" y="1736"/>
              <a:chExt cx="128" cy="128"/>
            </a:xfrm>
          </p:grpSpPr>
          <p:sp>
            <p:nvSpPr>
              <p:cNvPr id="108584" name="Line 40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585" name="Line 41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5" name="Group 42"/>
            <p:cNvGrpSpPr>
              <a:grpSpLocks/>
            </p:cNvGrpSpPr>
            <p:nvPr/>
          </p:nvGrpSpPr>
          <p:grpSpPr bwMode="auto">
            <a:xfrm>
              <a:off x="2936" y="3400"/>
              <a:ext cx="128" cy="128"/>
              <a:chOff x="1784" y="1736"/>
              <a:chExt cx="128" cy="128"/>
            </a:xfrm>
          </p:grpSpPr>
          <p:sp>
            <p:nvSpPr>
              <p:cNvPr id="108587" name="Line 43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588" name="Line 44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6" name="Group 45"/>
            <p:cNvGrpSpPr>
              <a:grpSpLocks/>
            </p:cNvGrpSpPr>
            <p:nvPr/>
          </p:nvGrpSpPr>
          <p:grpSpPr bwMode="auto">
            <a:xfrm>
              <a:off x="3520" y="1728"/>
              <a:ext cx="128" cy="128"/>
              <a:chOff x="1784" y="1736"/>
              <a:chExt cx="128" cy="128"/>
            </a:xfrm>
          </p:grpSpPr>
          <p:sp>
            <p:nvSpPr>
              <p:cNvPr id="108590" name="Line 46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591" name="Line 47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7" name="Group 48"/>
            <p:cNvGrpSpPr>
              <a:grpSpLocks/>
            </p:cNvGrpSpPr>
            <p:nvPr/>
          </p:nvGrpSpPr>
          <p:grpSpPr bwMode="auto">
            <a:xfrm>
              <a:off x="3528" y="2344"/>
              <a:ext cx="128" cy="128"/>
              <a:chOff x="1784" y="1736"/>
              <a:chExt cx="128" cy="128"/>
            </a:xfrm>
          </p:grpSpPr>
          <p:sp>
            <p:nvSpPr>
              <p:cNvPr id="108593" name="Line 49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594" name="Line 50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8" name="Group 51"/>
            <p:cNvGrpSpPr>
              <a:grpSpLocks/>
            </p:cNvGrpSpPr>
            <p:nvPr/>
          </p:nvGrpSpPr>
          <p:grpSpPr bwMode="auto">
            <a:xfrm>
              <a:off x="3520" y="2856"/>
              <a:ext cx="128" cy="128"/>
              <a:chOff x="1784" y="1736"/>
              <a:chExt cx="128" cy="128"/>
            </a:xfrm>
          </p:grpSpPr>
          <p:sp>
            <p:nvSpPr>
              <p:cNvPr id="108596" name="Line 52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597" name="Line 53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9" name="Group 54"/>
            <p:cNvGrpSpPr>
              <a:grpSpLocks/>
            </p:cNvGrpSpPr>
            <p:nvPr/>
          </p:nvGrpSpPr>
          <p:grpSpPr bwMode="auto">
            <a:xfrm>
              <a:off x="3512" y="3400"/>
              <a:ext cx="128" cy="128"/>
              <a:chOff x="1784" y="1736"/>
              <a:chExt cx="128" cy="128"/>
            </a:xfrm>
          </p:grpSpPr>
          <p:sp>
            <p:nvSpPr>
              <p:cNvPr id="108599" name="Line 55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600" name="Line 56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20" name="Group 57"/>
            <p:cNvGrpSpPr>
              <a:grpSpLocks/>
            </p:cNvGrpSpPr>
            <p:nvPr/>
          </p:nvGrpSpPr>
          <p:grpSpPr bwMode="auto">
            <a:xfrm>
              <a:off x="4024" y="1728"/>
              <a:ext cx="128" cy="128"/>
              <a:chOff x="1784" y="1736"/>
              <a:chExt cx="128" cy="128"/>
            </a:xfrm>
          </p:grpSpPr>
          <p:sp>
            <p:nvSpPr>
              <p:cNvPr id="108602" name="Line 58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603" name="Line 59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21" name="Group 60"/>
            <p:cNvGrpSpPr>
              <a:grpSpLocks/>
            </p:cNvGrpSpPr>
            <p:nvPr/>
          </p:nvGrpSpPr>
          <p:grpSpPr bwMode="auto">
            <a:xfrm>
              <a:off x="4032" y="2344"/>
              <a:ext cx="128" cy="128"/>
              <a:chOff x="1784" y="1736"/>
              <a:chExt cx="128" cy="128"/>
            </a:xfrm>
          </p:grpSpPr>
          <p:sp>
            <p:nvSpPr>
              <p:cNvPr id="108605" name="Line 61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606" name="Line 62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22" name="Group 63"/>
            <p:cNvGrpSpPr>
              <a:grpSpLocks/>
            </p:cNvGrpSpPr>
            <p:nvPr/>
          </p:nvGrpSpPr>
          <p:grpSpPr bwMode="auto">
            <a:xfrm>
              <a:off x="4024" y="2856"/>
              <a:ext cx="128" cy="128"/>
              <a:chOff x="1784" y="1736"/>
              <a:chExt cx="128" cy="128"/>
            </a:xfrm>
          </p:grpSpPr>
          <p:sp>
            <p:nvSpPr>
              <p:cNvPr id="108608" name="Line 64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609" name="Line 65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23" name="Group 66"/>
            <p:cNvGrpSpPr>
              <a:grpSpLocks/>
            </p:cNvGrpSpPr>
            <p:nvPr/>
          </p:nvGrpSpPr>
          <p:grpSpPr bwMode="auto">
            <a:xfrm>
              <a:off x="4016" y="3400"/>
              <a:ext cx="128" cy="128"/>
              <a:chOff x="1784" y="1736"/>
              <a:chExt cx="128" cy="128"/>
            </a:xfrm>
          </p:grpSpPr>
          <p:sp>
            <p:nvSpPr>
              <p:cNvPr id="108611" name="Line 67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612" name="Line 68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24" name="Group 69"/>
            <p:cNvGrpSpPr>
              <a:grpSpLocks/>
            </p:cNvGrpSpPr>
            <p:nvPr/>
          </p:nvGrpSpPr>
          <p:grpSpPr bwMode="auto">
            <a:xfrm>
              <a:off x="4560" y="1728"/>
              <a:ext cx="128" cy="128"/>
              <a:chOff x="1784" y="1736"/>
              <a:chExt cx="128" cy="128"/>
            </a:xfrm>
          </p:grpSpPr>
          <p:sp>
            <p:nvSpPr>
              <p:cNvPr id="108614" name="Line 70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615" name="Line 71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25" name="Group 72"/>
            <p:cNvGrpSpPr>
              <a:grpSpLocks/>
            </p:cNvGrpSpPr>
            <p:nvPr/>
          </p:nvGrpSpPr>
          <p:grpSpPr bwMode="auto">
            <a:xfrm>
              <a:off x="4568" y="2344"/>
              <a:ext cx="128" cy="128"/>
              <a:chOff x="1784" y="1736"/>
              <a:chExt cx="128" cy="128"/>
            </a:xfrm>
          </p:grpSpPr>
          <p:sp>
            <p:nvSpPr>
              <p:cNvPr id="108617" name="Line 73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618" name="Line 74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26" name="Group 75"/>
            <p:cNvGrpSpPr>
              <a:grpSpLocks/>
            </p:cNvGrpSpPr>
            <p:nvPr/>
          </p:nvGrpSpPr>
          <p:grpSpPr bwMode="auto">
            <a:xfrm>
              <a:off x="4560" y="2856"/>
              <a:ext cx="128" cy="128"/>
              <a:chOff x="1784" y="1736"/>
              <a:chExt cx="128" cy="128"/>
            </a:xfrm>
          </p:grpSpPr>
          <p:sp>
            <p:nvSpPr>
              <p:cNvPr id="108620" name="Line 76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621" name="Line 77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27" name="Group 78"/>
            <p:cNvGrpSpPr>
              <a:grpSpLocks/>
            </p:cNvGrpSpPr>
            <p:nvPr/>
          </p:nvGrpSpPr>
          <p:grpSpPr bwMode="auto">
            <a:xfrm>
              <a:off x="4552" y="3400"/>
              <a:ext cx="128" cy="128"/>
              <a:chOff x="1784" y="1736"/>
              <a:chExt cx="128" cy="128"/>
            </a:xfrm>
          </p:grpSpPr>
          <p:sp>
            <p:nvSpPr>
              <p:cNvPr id="108623" name="Line 79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624" name="Line 80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28" name="Group 81"/>
            <p:cNvGrpSpPr>
              <a:grpSpLocks/>
            </p:cNvGrpSpPr>
            <p:nvPr/>
          </p:nvGrpSpPr>
          <p:grpSpPr bwMode="auto">
            <a:xfrm>
              <a:off x="1776" y="1216"/>
              <a:ext cx="128" cy="128"/>
              <a:chOff x="1784" y="1736"/>
              <a:chExt cx="128" cy="128"/>
            </a:xfrm>
          </p:grpSpPr>
          <p:sp>
            <p:nvSpPr>
              <p:cNvPr id="108626" name="Line 82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627" name="Line 83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29" name="Group 84"/>
            <p:cNvGrpSpPr>
              <a:grpSpLocks/>
            </p:cNvGrpSpPr>
            <p:nvPr/>
          </p:nvGrpSpPr>
          <p:grpSpPr bwMode="auto">
            <a:xfrm>
              <a:off x="2416" y="1216"/>
              <a:ext cx="128" cy="128"/>
              <a:chOff x="1784" y="1736"/>
              <a:chExt cx="128" cy="128"/>
            </a:xfrm>
          </p:grpSpPr>
          <p:sp>
            <p:nvSpPr>
              <p:cNvPr id="108629" name="Line 85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630" name="Line 86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30" name="Group 87"/>
            <p:cNvGrpSpPr>
              <a:grpSpLocks/>
            </p:cNvGrpSpPr>
            <p:nvPr/>
          </p:nvGrpSpPr>
          <p:grpSpPr bwMode="auto">
            <a:xfrm>
              <a:off x="2936" y="1216"/>
              <a:ext cx="128" cy="128"/>
              <a:chOff x="1784" y="1736"/>
              <a:chExt cx="128" cy="128"/>
            </a:xfrm>
          </p:grpSpPr>
          <p:sp>
            <p:nvSpPr>
              <p:cNvPr id="108632" name="Line 88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633" name="Line 89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31" name="Group 90"/>
            <p:cNvGrpSpPr>
              <a:grpSpLocks/>
            </p:cNvGrpSpPr>
            <p:nvPr/>
          </p:nvGrpSpPr>
          <p:grpSpPr bwMode="auto">
            <a:xfrm>
              <a:off x="3512" y="1216"/>
              <a:ext cx="128" cy="128"/>
              <a:chOff x="1784" y="1736"/>
              <a:chExt cx="128" cy="128"/>
            </a:xfrm>
          </p:grpSpPr>
          <p:sp>
            <p:nvSpPr>
              <p:cNvPr id="108635" name="Line 91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636" name="Line 92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08640" name="Group 93"/>
            <p:cNvGrpSpPr>
              <a:grpSpLocks/>
            </p:cNvGrpSpPr>
            <p:nvPr/>
          </p:nvGrpSpPr>
          <p:grpSpPr bwMode="auto">
            <a:xfrm>
              <a:off x="4016" y="1216"/>
              <a:ext cx="128" cy="128"/>
              <a:chOff x="1784" y="1736"/>
              <a:chExt cx="128" cy="128"/>
            </a:xfrm>
          </p:grpSpPr>
          <p:sp>
            <p:nvSpPr>
              <p:cNvPr id="108638" name="Line 94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639" name="Line 95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08647" name="Group 96"/>
            <p:cNvGrpSpPr>
              <a:grpSpLocks/>
            </p:cNvGrpSpPr>
            <p:nvPr/>
          </p:nvGrpSpPr>
          <p:grpSpPr bwMode="auto">
            <a:xfrm>
              <a:off x="4552" y="1216"/>
              <a:ext cx="128" cy="128"/>
              <a:chOff x="1784" y="1736"/>
              <a:chExt cx="128" cy="128"/>
            </a:xfrm>
          </p:grpSpPr>
          <p:sp>
            <p:nvSpPr>
              <p:cNvPr id="108641" name="Line 97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8642" name="Line 98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sp>
          <p:nvSpPr>
            <p:cNvPr id="108643" name="Line 99"/>
            <p:cNvSpPr>
              <a:spLocks noChangeShapeType="1"/>
            </p:cNvSpPr>
            <p:nvPr/>
          </p:nvSpPr>
          <p:spPr bwMode="auto">
            <a:xfrm flipH="1">
              <a:off x="2040" y="2464"/>
              <a:ext cx="1105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44" name="Text Box 100"/>
            <p:cNvSpPr txBox="1">
              <a:spLocks noChangeArrowheads="1"/>
            </p:cNvSpPr>
            <p:nvPr/>
          </p:nvSpPr>
          <p:spPr bwMode="auto">
            <a:xfrm>
              <a:off x="2544" y="2051"/>
              <a:ext cx="253" cy="32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2800"/>
                <a:t>r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Winter 2008</a:t>
            </a:r>
          </a:p>
        </p:txBody>
      </p:sp>
      <p:sp>
        <p:nvSpPr>
          <p:cNvPr id="10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085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Induced E-fields</a:t>
            </a:r>
          </a:p>
        </p:txBody>
      </p:sp>
      <p:sp>
        <p:nvSpPr>
          <p:cNvPr id="108645" name="Oval 101"/>
          <p:cNvSpPr>
            <a:spLocks noChangeArrowheads="1"/>
          </p:cNvSpPr>
          <p:nvPr/>
        </p:nvSpPr>
        <p:spPr bwMode="auto">
          <a:xfrm>
            <a:off x="2914650" y="1839913"/>
            <a:ext cx="4059238" cy="4084637"/>
          </a:xfrm>
          <a:prstGeom prst="ellipse">
            <a:avLst/>
          </a:prstGeom>
          <a:solidFill>
            <a:schemeClr val="bg1">
              <a:lumMod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08646" name="Oval 102"/>
          <p:cNvSpPr>
            <a:spLocks noChangeArrowheads="1"/>
          </p:cNvSpPr>
          <p:nvPr/>
        </p:nvSpPr>
        <p:spPr bwMode="auto">
          <a:xfrm>
            <a:off x="3236913" y="2130425"/>
            <a:ext cx="3413125" cy="3463925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08551" name="Line 7"/>
          <p:cNvSpPr>
            <a:spLocks noChangeShapeType="1"/>
          </p:cNvSpPr>
          <p:nvPr/>
        </p:nvSpPr>
        <p:spPr bwMode="auto">
          <a:xfrm flipV="1">
            <a:off x="7065560" y="2681596"/>
            <a:ext cx="0" cy="1092200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08552" name="Text Box 8"/>
          <p:cNvSpPr txBox="1">
            <a:spLocks noChangeArrowheads="1"/>
          </p:cNvSpPr>
          <p:nvPr/>
        </p:nvSpPr>
        <p:spPr bwMode="auto">
          <a:xfrm>
            <a:off x="7121146" y="3066340"/>
            <a:ext cx="303213" cy="5191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800" dirty="0">
                <a:latin typeface="Times New Roman" pitchFamily="18" charset="0"/>
              </a:rPr>
              <a:t>I</a:t>
            </a:r>
          </a:p>
        </p:txBody>
      </p:sp>
      <p:grpSp>
        <p:nvGrpSpPr>
          <p:cNvPr id="4" name="Group 9"/>
          <p:cNvGrpSpPr>
            <a:grpSpLocks/>
          </p:cNvGrpSpPr>
          <p:nvPr/>
        </p:nvGrpSpPr>
        <p:grpSpPr bwMode="auto">
          <a:xfrm>
            <a:off x="2832100" y="2743200"/>
            <a:ext cx="203200" cy="203200"/>
            <a:chOff x="1784" y="1736"/>
            <a:chExt cx="128" cy="128"/>
          </a:xfrm>
        </p:grpSpPr>
        <p:sp>
          <p:nvSpPr>
            <p:cNvPr id="108554" name="Line 10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55" name="Line 11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5" name="Group 12"/>
          <p:cNvGrpSpPr>
            <a:grpSpLocks/>
          </p:cNvGrpSpPr>
          <p:nvPr/>
        </p:nvGrpSpPr>
        <p:grpSpPr bwMode="auto">
          <a:xfrm>
            <a:off x="2844800" y="3721100"/>
            <a:ext cx="203200" cy="203200"/>
            <a:chOff x="1784" y="1736"/>
            <a:chExt cx="128" cy="128"/>
          </a:xfrm>
        </p:grpSpPr>
        <p:sp>
          <p:nvSpPr>
            <p:cNvPr id="108557" name="Line 13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58" name="Line 14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6" name="Group 15"/>
          <p:cNvGrpSpPr>
            <a:grpSpLocks/>
          </p:cNvGrpSpPr>
          <p:nvPr/>
        </p:nvGrpSpPr>
        <p:grpSpPr bwMode="auto">
          <a:xfrm>
            <a:off x="2832100" y="4533900"/>
            <a:ext cx="203200" cy="203200"/>
            <a:chOff x="1784" y="1736"/>
            <a:chExt cx="128" cy="128"/>
          </a:xfrm>
        </p:grpSpPr>
        <p:sp>
          <p:nvSpPr>
            <p:cNvPr id="108560" name="Line 16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61" name="Line 17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7" name="Group 18"/>
          <p:cNvGrpSpPr>
            <a:grpSpLocks/>
          </p:cNvGrpSpPr>
          <p:nvPr/>
        </p:nvGrpSpPr>
        <p:grpSpPr bwMode="auto">
          <a:xfrm>
            <a:off x="2819400" y="5397500"/>
            <a:ext cx="203200" cy="203200"/>
            <a:chOff x="1784" y="1736"/>
            <a:chExt cx="128" cy="128"/>
          </a:xfrm>
        </p:grpSpPr>
        <p:sp>
          <p:nvSpPr>
            <p:cNvPr id="108563" name="Line 19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64" name="Line 20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8" name="Group 21"/>
          <p:cNvGrpSpPr>
            <a:grpSpLocks/>
          </p:cNvGrpSpPr>
          <p:nvPr/>
        </p:nvGrpSpPr>
        <p:grpSpPr bwMode="auto">
          <a:xfrm>
            <a:off x="3848100" y="2743200"/>
            <a:ext cx="203200" cy="203200"/>
            <a:chOff x="1784" y="1736"/>
            <a:chExt cx="128" cy="128"/>
          </a:xfrm>
        </p:grpSpPr>
        <p:sp>
          <p:nvSpPr>
            <p:cNvPr id="108566" name="Line 22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67" name="Line 23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9" name="Group 24"/>
          <p:cNvGrpSpPr>
            <a:grpSpLocks/>
          </p:cNvGrpSpPr>
          <p:nvPr/>
        </p:nvGrpSpPr>
        <p:grpSpPr bwMode="auto">
          <a:xfrm>
            <a:off x="3860800" y="3721100"/>
            <a:ext cx="203200" cy="203200"/>
            <a:chOff x="1784" y="1736"/>
            <a:chExt cx="128" cy="128"/>
          </a:xfrm>
        </p:grpSpPr>
        <p:sp>
          <p:nvSpPr>
            <p:cNvPr id="108569" name="Line 25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70" name="Line 26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0" name="Group 27"/>
          <p:cNvGrpSpPr>
            <a:grpSpLocks/>
          </p:cNvGrpSpPr>
          <p:nvPr/>
        </p:nvGrpSpPr>
        <p:grpSpPr bwMode="auto">
          <a:xfrm>
            <a:off x="3848100" y="4533900"/>
            <a:ext cx="203200" cy="203200"/>
            <a:chOff x="1784" y="1736"/>
            <a:chExt cx="128" cy="128"/>
          </a:xfrm>
        </p:grpSpPr>
        <p:sp>
          <p:nvSpPr>
            <p:cNvPr id="108572" name="Line 28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73" name="Line 29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1" name="Group 30"/>
          <p:cNvGrpSpPr>
            <a:grpSpLocks/>
          </p:cNvGrpSpPr>
          <p:nvPr/>
        </p:nvGrpSpPr>
        <p:grpSpPr bwMode="auto">
          <a:xfrm>
            <a:off x="3835400" y="5397500"/>
            <a:ext cx="203200" cy="203200"/>
            <a:chOff x="1784" y="1736"/>
            <a:chExt cx="128" cy="128"/>
          </a:xfrm>
        </p:grpSpPr>
        <p:sp>
          <p:nvSpPr>
            <p:cNvPr id="108575" name="Line 31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76" name="Line 32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2" name="Group 33"/>
          <p:cNvGrpSpPr>
            <a:grpSpLocks/>
          </p:cNvGrpSpPr>
          <p:nvPr/>
        </p:nvGrpSpPr>
        <p:grpSpPr bwMode="auto">
          <a:xfrm>
            <a:off x="4673600" y="2743200"/>
            <a:ext cx="203200" cy="203200"/>
            <a:chOff x="1784" y="1736"/>
            <a:chExt cx="128" cy="128"/>
          </a:xfrm>
        </p:grpSpPr>
        <p:sp>
          <p:nvSpPr>
            <p:cNvPr id="108578" name="Line 34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79" name="Line 35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3" name="Group 36"/>
          <p:cNvGrpSpPr>
            <a:grpSpLocks/>
          </p:cNvGrpSpPr>
          <p:nvPr/>
        </p:nvGrpSpPr>
        <p:grpSpPr bwMode="auto">
          <a:xfrm>
            <a:off x="4686300" y="3721100"/>
            <a:ext cx="203200" cy="203200"/>
            <a:chOff x="1784" y="1736"/>
            <a:chExt cx="128" cy="128"/>
          </a:xfrm>
        </p:grpSpPr>
        <p:sp>
          <p:nvSpPr>
            <p:cNvPr id="108581" name="Line 37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82" name="Line 38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4" name="Group 39"/>
          <p:cNvGrpSpPr>
            <a:grpSpLocks/>
          </p:cNvGrpSpPr>
          <p:nvPr/>
        </p:nvGrpSpPr>
        <p:grpSpPr bwMode="auto">
          <a:xfrm>
            <a:off x="4673600" y="4533900"/>
            <a:ext cx="203200" cy="203200"/>
            <a:chOff x="1784" y="1736"/>
            <a:chExt cx="128" cy="128"/>
          </a:xfrm>
        </p:grpSpPr>
        <p:sp>
          <p:nvSpPr>
            <p:cNvPr id="108584" name="Line 40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85" name="Line 41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5" name="Group 42"/>
          <p:cNvGrpSpPr>
            <a:grpSpLocks/>
          </p:cNvGrpSpPr>
          <p:nvPr/>
        </p:nvGrpSpPr>
        <p:grpSpPr bwMode="auto">
          <a:xfrm>
            <a:off x="4660900" y="5397500"/>
            <a:ext cx="203200" cy="203200"/>
            <a:chOff x="1784" y="1736"/>
            <a:chExt cx="128" cy="128"/>
          </a:xfrm>
        </p:grpSpPr>
        <p:sp>
          <p:nvSpPr>
            <p:cNvPr id="108587" name="Line 43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88" name="Line 44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6" name="Group 45"/>
          <p:cNvGrpSpPr>
            <a:grpSpLocks/>
          </p:cNvGrpSpPr>
          <p:nvPr/>
        </p:nvGrpSpPr>
        <p:grpSpPr bwMode="auto">
          <a:xfrm>
            <a:off x="5588000" y="2743200"/>
            <a:ext cx="203200" cy="203200"/>
            <a:chOff x="1784" y="1736"/>
            <a:chExt cx="128" cy="128"/>
          </a:xfrm>
        </p:grpSpPr>
        <p:sp>
          <p:nvSpPr>
            <p:cNvPr id="108590" name="Line 46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91" name="Line 47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7" name="Group 48"/>
          <p:cNvGrpSpPr>
            <a:grpSpLocks/>
          </p:cNvGrpSpPr>
          <p:nvPr/>
        </p:nvGrpSpPr>
        <p:grpSpPr bwMode="auto">
          <a:xfrm>
            <a:off x="5600700" y="3721100"/>
            <a:ext cx="203200" cy="203200"/>
            <a:chOff x="1784" y="1736"/>
            <a:chExt cx="128" cy="128"/>
          </a:xfrm>
        </p:grpSpPr>
        <p:sp>
          <p:nvSpPr>
            <p:cNvPr id="108593" name="Line 49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94" name="Line 50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8" name="Group 51"/>
          <p:cNvGrpSpPr>
            <a:grpSpLocks/>
          </p:cNvGrpSpPr>
          <p:nvPr/>
        </p:nvGrpSpPr>
        <p:grpSpPr bwMode="auto">
          <a:xfrm>
            <a:off x="5588000" y="4533900"/>
            <a:ext cx="203200" cy="203200"/>
            <a:chOff x="1784" y="1736"/>
            <a:chExt cx="128" cy="128"/>
          </a:xfrm>
        </p:grpSpPr>
        <p:sp>
          <p:nvSpPr>
            <p:cNvPr id="108596" name="Line 52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97" name="Line 53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9" name="Group 54"/>
          <p:cNvGrpSpPr>
            <a:grpSpLocks/>
          </p:cNvGrpSpPr>
          <p:nvPr/>
        </p:nvGrpSpPr>
        <p:grpSpPr bwMode="auto">
          <a:xfrm>
            <a:off x="5575300" y="5397500"/>
            <a:ext cx="203200" cy="203200"/>
            <a:chOff x="1784" y="1736"/>
            <a:chExt cx="128" cy="128"/>
          </a:xfrm>
        </p:grpSpPr>
        <p:sp>
          <p:nvSpPr>
            <p:cNvPr id="108599" name="Line 55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00" name="Line 56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0" name="Group 57"/>
          <p:cNvGrpSpPr>
            <a:grpSpLocks/>
          </p:cNvGrpSpPr>
          <p:nvPr/>
        </p:nvGrpSpPr>
        <p:grpSpPr bwMode="auto">
          <a:xfrm>
            <a:off x="6388100" y="2743200"/>
            <a:ext cx="203200" cy="203200"/>
            <a:chOff x="1784" y="1736"/>
            <a:chExt cx="128" cy="128"/>
          </a:xfrm>
        </p:grpSpPr>
        <p:sp>
          <p:nvSpPr>
            <p:cNvPr id="108602" name="Line 58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03" name="Line 59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1" name="Group 60"/>
          <p:cNvGrpSpPr>
            <a:grpSpLocks/>
          </p:cNvGrpSpPr>
          <p:nvPr/>
        </p:nvGrpSpPr>
        <p:grpSpPr bwMode="auto">
          <a:xfrm>
            <a:off x="6400800" y="3721100"/>
            <a:ext cx="203200" cy="203200"/>
            <a:chOff x="1784" y="1736"/>
            <a:chExt cx="128" cy="128"/>
          </a:xfrm>
        </p:grpSpPr>
        <p:sp>
          <p:nvSpPr>
            <p:cNvPr id="108605" name="Line 61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06" name="Line 62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2" name="Group 63"/>
          <p:cNvGrpSpPr>
            <a:grpSpLocks/>
          </p:cNvGrpSpPr>
          <p:nvPr/>
        </p:nvGrpSpPr>
        <p:grpSpPr bwMode="auto">
          <a:xfrm>
            <a:off x="6388100" y="4533900"/>
            <a:ext cx="203200" cy="203200"/>
            <a:chOff x="1784" y="1736"/>
            <a:chExt cx="128" cy="128"/>
          </a:xfrm>
        </p:grpSpPr>
        <p:sp>
          <p:nvSpPr>
            <p:cNvPr id="108608" name="Line 64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09" name="Line 65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21" name="Group 120"/>
          <p:cNvGrpSpPr/>
          <p:nvPr/>
        </p:nvGrpSpPr>
        <p:grpSpPr>
          <a:xfrm rot="5561759">
            <a:off x="4633411" y="2024413"/>
            <a:ext cx="652817" cy="3753134"/>
            <a:chOff x="4794915" y="2144973"/>
            <a:chExt cx="652817" cy="3753134"/>
          </a:xfrm>
        </p:grpSpPr>
        <p:cxnSp>
          <p:nvCxnSpPr>
            <p:cNvPr id="122" name="Straight Arrow Connector 121"/>
            <p:cNvCxnSpPr/>
            <p:nvPr/>
          </p:nvCxnSpPr>
          <p:spPr>
            <a:xfrm flipH="1" flipV="1">
              <a:off x="4888173" y="2144973"/>
              <a:ext cx="559559" cy="136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Arrow Connector 122"/>
            <p:cNvCxnSpPr/>
            <p:nvPr/>
          </p:nvCxnSpPr>
          <p:spPr>
            <a:xfrm>
              <a:off x="4794915" y="5886735"/>
              <a:ext cx="598225" cy="1137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66"/>
          <p:cNvGrpSpPr>
            <a:grpSpLocks/>
          </p:cNvGrpSpPr>
          <p:nvPr/>
        </p:nvGrpSpPr>
        <p:grpSpPr bwMode="auto">
          <a:xfrm>
            <a:off x="6375400" y="5397500"/>
            <a:ext cx="203200" cy="203200"/>
            <a:chOff x="1784" y="1736"/>
            <a:chExt cx="128" cy="128"/>
          </a:xfrm>
        </p:grpSpPr>
        <p:sp>
          <p:nvSpPr>
            <p:cNvPr id="108611" name="Line 67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12" name="Line 68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4" name="Group 69"/>
          <p:cNvGrpSpPr>
            <a:grpSpLocks/>
          </p:cNvGrpSpPr>
          <p:nvPr/>
        </p:nvGrpSpPr>
        <p:grpSpPr bwMode="auto">
          <a:xfrm>
            <a:off x="7239000" y="2743200"/>
            <a:ext cx="203200" cy="203200"/>
            <a:chOff x="1784" y="1736"/>
            <a:chExt cx="128" cy="128"/>
          </a:xfrm>
        </p:grpSpPr>
        <p:sp>
          <p:nvSpPr>
            <p:cNvPr id="108614" name="Line 70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15" name="Line 71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5" name="Group 72"/>
          <p:cNvGrpSpPr>
            <a:grpSpLocks/>
          </p:cNvGrpSpPr>
          <p:nvPr/>
        </p:nvGrpSpPr>
        <p:grpSpPr bwMode="auto">
          <a:xfrm>
            <a:off x="7251700" y="3721100"/>
            <a:ext cx="203200" cy="203200"/>
            <a:chOff x="1784" y="1736"/>
            <a:chExt cx="128" cy="128"/>
          </a:xfrm>
        </p:grpSpPr>
        <p:sp>
          <p:nvSpPr>
            <p:cNvPr id="108617" name="Line 73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18" name="Line 74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6" name="Group 75"/>
          <p:cNvGrpSpPr>
            <a:grpSpLocks/>
          </p:cNvGrpSpPr>
          <p:nvPr/>
        </p:nvGrpSpPr>
        <p:grpSpPr bwMode="auto">
          <a:xfrm>
            <a:off x="7239000" y="4533900"/>
            <a:ext cx="203200" cy="203200"/>
            <a:chOff x="1784" y="1736"/>
            <a:chExt cx="128" cy="128"/>
          </a:xfrm>
        </p:grpSpPr>
        <p:sp>
          <p:nvSpPr>
            <p:cNvPr id="108620" name="Line 76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21" name="Line 77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7" name="Group 78"/>
          <p:cNvGrpSpPr>
            <a:grpSpLocks/>
          </p:cNvGrpSpPr>
          <p:nvPr/>
        </p:nvGrpSpPr>
        <p:grpSpPr bwMode="auto">
          <a:xfrm>
            <a:off x="7226300" y="5397500"/>
            <a:ext cx="203200" cy="203200"/>
            <a:chOff x="1784" y="1736"/>
            <a:chExt cx="128" cy="128"/>
          </a:xfrm>
        </p:grpSpPr>
        <p:sp>
          <p:nvSpPr>
            <p:cNvPr id="108623" name="Line 79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24" name="Line 80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8" name="Group 81"/>
          <p:cNvGrpSpPr>
            <a:grpSpLocks/>
          </p:cNvGrpSpPr>
          <p:nvPr/>
        </p:nvGrpSpPr>
        <p:grpSpPr bwMode="auto">
          <a:xfrm>
            <a:off x="2819400" y="1930400"/>
            <a:ext cx="203200" cy="203200"/>
            <a:chOff x="1784" y="1736"/>
            <a:chExt cx="128" cy="128"/>
          </a:xfrm>
        </p:grpSpPr>
        <p:sp>
          <p:nvSpPr>
            <p:cNvPr id="108626" name="Line 82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27" name="Line 83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9" name="Group 84"/>
          <p:cNvGrpSpPr>
            <a:grpSpLocks/>
          </p:cNvGrpSpPr>
          <p:nvPr/>
        </p:nvGrpSpPr>
        <p:grpSpPr bwMode="auto">
          <a:xfrm>
            <a:off x="3835400" y="1930400"/>
            <a:ext cx="203200" cy="203200"/>
            <a:chOff x="1784" y="1736"/>
            <a:chExt cx="128" cy="128"/>
          </a:xfrm>
        </p:grpSpPr>
        <p:sp>
          <p:nvSpPr>
            <p:cNvPr id="108629" name="Line 85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30" name="Line 86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30" name="Group 87"/>
          <p:cNvGrpSpPr>
            <a:grpSpLocks/>
          </p:cNvGrpSpPr>
          <p:nvPr/>
        </p:nvGrpSpPr>
        <p:grpSpPr bwMode="auto">
          <a:xfrm>
            <a:off x="4660900" y="1930400"/>
            <a:ext cx="203200" cy="203200"/>
            <a:chOff x="1784" y="1736"/>
            <a:chExt cx="128" cy="128"/>
          </a:xfrm>
        </p:grpSpPr>
        <p:sp>
          <p:nvSpPr>
            <p:cNvPr id="108632" name="Line 88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33" name="Line 89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31" name="Group 90"/>
          <p:cNvGrpSpPr>
            <a:grpSpLocks/>
          </p:cNvGrpSpPr>
          <p:nvPr/>
        </p:nvGrpSpPr>
        <p:grpSpPr bwMode="auto">
          <a:xfrm>
            <a:off x="5575300" y="1930400"/>
            <a:ext cx="203200" cy="203200"/>
            <a:chOff x="1784" y="1736"/>
            <a:chExt cx="128" cy="128"/>
          </a:xfrm>
        </p:grpSpPr>
        <p:sp>
          <p:nvSpPr>
            <p:cNvPr id="108635" name="Line 91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36" name="Line 92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08640" name="Group 93"/>
          <p:cNvGrpSpPr>
            <a:grpSpLocks/>
          </p:cNvGrpSpPr>
          <p:nvPr/>
        </p:nvGrpSpPr>
        <p:grpSpPr bwMode="auto">
          <a:xfrm>
            <a:off x="6375400" y="1930400"/>
            <a:ext cx="203200" cy="203200"/>
            <a:chOff x="1784" y="1736"/>
            <a:chExt cx="128" cy="128"/>
          </a:xfrm>
        </p:grpSpPr>
        <p:sp>
          <p:nvSpPr>
            <p:cNvPr id="108638" name="Line 94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39" name="Line 95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08647" name="Group 96"/>
          <p:cNvGrpSpPr>
            <a:grpSpLocks/>
          </p:cNvGrpSpPr>
          <p:nvPr/>
        </p:nvGrpSpPr>
        <p:grpSpPr bwMode="auto">
          <a:xfrm>
            <a:off x="7226300" y="1930400"/>
            <a:ext cx="203200" cy="203200"/>
            <a:chOff x="1784" y="1736"/>
            <a:chExt cx="128" cy="128"/>
          </a:xfrm>
        </p:grpSpPr>
        <p:sp>
          <p:nvSpPr>
            <p:cNvPr id="108641" name="Line 97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42" name="Line 98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sp>
        <p:nvSpPr>
          <p:cNvPr id="108643" name="Line 99"/>
          <p:cNvSpPr>
            <a:spLocks noChangeShapeType="1"/>
          </p:cNvSpPr>
          <p:nvPr/>
        </p:nvSpPr>
        <p:spPr bwMode="auto">
          <a:xfrm flipH="1">
            <a:off x="3238500" y="3911600"/>
            <a:ext cx="1754188" cy="1587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08644" name="Text Box 100"/>
          <p:cNvSpPr txBox="1">
            <a:spLocks noChangeArrowheads="1"/>
          </p:cNvSpPr>
          <p:nvPr/>
        </p:nvSpPr>
        <p:spPr bwMode="auto">
          <a:xfrm>
            <a:off x="4038600" y="3255963"/>
            <a:ext cx="401638" cy="5191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2800"/>
              <a:t>r</a:t>
            </a:r>
          </a:p>
        </p:txBody>
      </p:sp>
      <p:cxnSp>
        <p:nvCxnSpPr>
          <p:cNvPr id="105" name="Straight Arrow Connector 104"/>
          <p:cNvCxnSpPr/>
          <p:nvPr/>
        </p:nvCxnSpPr>
        <p:spPr>
          <a:xfrm flipH="1" flipV="1">
            <a:off x="5813946" y="2169994"/>
            <a:ext cx="436729" cy="3957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 flipH="1" flipV="1">
            <a:off x="4735773" y="1992573"/>
            <a:ext cx="559559" cy="1365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/>
          <p:cNvCxnSpPr/>
          <p:nvPr/>
        </p:nvCxnSpPr>
        <p:spPr>
          <a:xfrm>
            <a:off x="4642515" y="5734335"/>
            <a:ext cx="598225" cy="11372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0" name="Group 119"/>
          <p:cNvGrpSpPr/>
          <p:nvPr/>
        </p:nvGrpSpPr>
        <p:grpSpPr>
          <a:xfrm rot="2853023">
            <a:off x="4713027" y="2076733"/>
            <a:ext cx="652817" cy="3753134"/>
            <a:chOff x="4794915" y="2144973"/>
            <a:chExt cx="652817" cy="3753134"/>
          </a:xfrm>
        </p:grpSpPr>
        <p:cxnSp>
          <p:nvCxnSpPr>
            <p:cNvPr id="118" name="Straight Arrow Connector 117"/>
            <p:cNvCxnSpPr/>
            <p:nvPr/>
          </p:nvCxnSpPr>
          <p:spPr>
            <a:xfrm flipH="1" flipV="1">
              <a:off x="4888173" y="2144973"/>
              <a:ext cx="559559" cy="136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Arrow Connector 118"/>
            <p:cNvCxnSpPr/>
            <p:nvPr/>
          </p:nvCxnSpPr>
          <p:spPr>
            <a:xfrm>
              <a:off x="4794915" y="5886735"/>
              <a:ext cx="598225" cy="1137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4" name="Group 123"/>
          <p:cNvGrpSpPr/>
          <p:nvPr/>
        </p:nvGrpSpPr>
        <p:grpSpPr>
          <a:xfrm rot="7815373">
            <a:off x="4717572" y="1903857"/>
            <a:ext cx="652817" cy="3753134"/>
            <a:chOff x="4794915" y="2144973"/>
            <a:chExt cx="652817" cy="3753134"/>
          </a:xfrm>
        </p:grpSpPr>
        <p:cxnSp>
          <p:nvCxnSpPr>
            <p:cNvPr id="125" name="Straight Arrow Connector 124"/>
            <p:cNvCxnSpPr/>
            <p:nvPr/>
          </p:nvCxnSpPr>
          <p:spPr>
            <a:xfrm flipH="1" flipV="1">
              <a:off x="4888173" y="2144973"/>
              <a:ext cx="559559" cy="136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Arrow Connector 125"/>
            <p:cNvCxnSpPr/>
            <p:nvPr/>
          </p:nvCxnSpPr>
          <p:spPr>
            <a:xfrm>
              <a:off x="4794915" y="5886735"/>
              <a:ext cx="598225" cy="1137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8550" name="Oval 6"/>
          <p:cNvSpPr>
            <a:spLocks noChangeArrowheads="1"/>
          </p:cNvSpPr>
          <p:nvPr/>
        </p:nvSpPr>
        <p:spPr bwMode="auto">
          <a:xfrm>
            <a:off x="6743700" y="3733800"/>
            <a:ext cx="161925" cy="198437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2000"/>
              <a:t>+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320119" y="1692323"/>
            <a:ext cx="4074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B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113964" y="4970060"/>
            <a:ext cx="3850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Winter 2008</a:t>
            </a:r>
          </a:p>
        </p:txBody>
      </p:sp>
      <p:sp>
        <p:nvSpPr>
          <p:cNvPr id="10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085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Induced E-fields</a:t>
            </a:r>
          </a:p>
        </p:txBody>
      </p:sp>
      <p:sp>
        <p:nvSpPr>
          <p:cNvPr id="108551" name="Line 7"/>
          <p:cNvSpPr>
            <a:spLocks noChangeShapeType="1"/>
          </p:cNvSpPr>
          <p:nvPr/>
        </p:nvSpPr>
        <p:spPr bwMode="auto">
          <a:xfrm flipV="1">
            <a:off x="7065560" y="2681596"/>
            <a:ext cx="0" cy="1092200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08552" name="Text Box 8"/>
          <p:cNvSpPr txBox="1">
            <a:spLocks noChangeArrowheads="1"/>
          </p:cNvSpPr>
          <p:nvPr/>
        </p:nvSpPr>
        <p:spPr bwMode="auto">
          <a:xfrm>
            <a:off x="7121146" y="3066340"/>
            <a:ext cx="303213" cy="5191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800" dirty="0">
                <a:latin typeface="Times New Roman" pitchFamily="18" charset="0"/>
              </a:rPr>
              <a:t>I</a:t>
            </a:r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2832100" y="2743200"/>
            <a:ext cx="203200" cy="203200"/>
            <a:chOff x="1784" y="1736"/>
            <a:chExt cx="128" cy="128"/>
          </a:xfrm>
        </p:grpSpPr>
        <p:sp>
          <p:nvSpPr>
            <p:cNvPr id="108554" name="Line 10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55" name="Line 11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2844800" y="3721100"/>
            <a:ext cx="203200" cy="203200"/>
            <a:chOff x="1784" y="1736"/>
            <a:chExt cx="128" cy="128"/>
          </a:xfrm>
        </p:grpSpPr>
        <p:sp>
          <p:nvSpPr>
            <p:cNvPr id="108557" name="Line 13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58" name="Line 14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4" name="Group 15"/>
          <p:cNvGrpSpPr>
            <a:grpSpLocks/>
          </p:cNvGrpSpPr>
          <p:nvPr/>
        </p:nvGrpSpPr>
        <p:grpSpPr bwMode="auto">
          <a:xfrm>
            <a:off x="2832100" y="4533900"/>
            <a:ext cx="203200" cy="203200"/>
            <a:chOff x="1784" y="1736"/>
            <a:chExt cx="128" cy="128"/>
          </a:xfrm>
        </p:grpSpPr>
        <p:sp>
          <p:nvSpPr>
            <p:cNvPr id="108560" name="Line 16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61" name="Line 17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5" name="Group 18"/>
          <p:cNvGrpSpPr>
            <a:grpSpLocks/>
          </p:cNvGrpSpPr>
          <p:nvPr/>
        </p:nvGrpSpPr>
        <p:grpSpPr bwMode="auto">
          <a:xfrm>
            <a:off x="2819400" y="5397500"/>
            <a:ext cx="203200" cy="203200"/>
            <a:chOff x="1784" y="1736"/>
            <a:chExt cx="128" cy="128"/>
          </a:xfrm>
        </p:grpSpPr>
        <p:sp>
          <p:nvSpPr>
            <p:cNvPr id="108563" name="Line 19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64" name="Line 20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6" name="Group 21"/>
          <p:cNvGrpSpPr>
            <a:grpSpLocks/>
          </p:cNvGrpSpPr>
          <p:nvPr/>
        </p:nvGrpSpPr>
        <p:grpSpPr bwMode="auto">
          <a:xfrm>
            <a:off x="3848100" y="2743200"/>
            <a:ext cx="203200" cy="203200"/>
            <a:chOff x="1784" y="1736"/>
            <a:chExt cx="128" cy="128"/>
          </a:xfrm>
        </p:grpSpPr>
        <p:sp>
          <p:nvSpPr>
            <p:cNvPr id="108566" name="Line 22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67" name="Line 23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7" name="Group 24"/>
          <p:cNvGrpSpPr>
            <a:grpSpLocks/>
          </p:cNvGrpSpPr>
          <p:nvPr/>
        </p:nvGrpSpPr>
        <p:grpSpPr bwMode="auto">
          <a:xfrm>
            <a:off x="3860800" y="3721100"/>
            <a:ext cx="203200" cy="203200"/>
            <a:chOff x="1784" y="1736"/>
            <a:chExt cx="128" cy="128"/>
          </a:xfrm>
        </p:grpSpPr>
        <p:sp>
          <p:nvSpPr>
            <p:cNvPr id="108569" name="Line 25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70" name="Line 26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8" name="Group 27"/>
          <p:cNvGrpSpPr>
            <a:grpSpLocks/>
          </p:cNvGrpSpPr>
          <p:nvPr/>
        </p:nvGrpSpPr>
        <p:grpSpPr bwMode="auto">
          <a:xfrm>
            <a:off x="3848100" y="4533900"/>
            <a:ext cx="203200" cy="203200"/>
            <a:chOff x="1784" y="1736"/>
            <a:chExt cx="128" cy="128"/>
          </a:xfrm>
        </p:grpSpPr>
        <p:sp>
          <p:nvSpPr>
            <p:cNvPr id="108572" name="Line 28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73" name="Line 29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9" name="Group 30"/>
          <p:cNvGrpSpPr>
            <a:grpSpLocks/>
          </p:cNvGrpSpPr>
          <p:nvPr/>
        </p:nvGrpSpPr>
        <p:grpSpPr bwMode="auto">
          <a:xfrm>
            <a:off x="3835400" y="5397500"/>
            <a:ext cx="203200" cy="203200"/>
            <a:chOff x="1784" y="1736"/>
            <a:chExt cx="128" cy="128"/>
          </a:xfrm>
        </p:grpSpPr>
        <p:sp>
          <p:nvSpPr>
            <p:cNvPr id="108575" name="Line 31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76" name="Line 32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0" name="Group 33"/>
          <p:cNvGrpSpPr>
            <a:grpSpLocks/>
          </p:cNvGrpSpPr>
          <p:nvPr/>
        </p:nvGrpSpPr>
        <p:grpSpPr bwMode="auto">
          <a:xfrm>
            <a:off x="4673600" y="2743200"/>
            <a:ext cx="203200" cy="203200"/>
            <a:chOff x="1784" y="1736"/>
            <a:chExt cx="128" cy="128"/>
          </a:xfrm>
        </p:grpSpPr>
        <p:sp>
          <p:nvSpPr>
            <p:cNvPr id="108578" name="Line 34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79" name="Line 35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1" name="Group 36"/>
          <p:cNvGrpSpPr>
            <a:grpSpLocks/>
          </p:cNvGrpSpPr>
          <p:nvPr/>
        </p:nvGrpSpPr>
        <p:grpSpPr bwMode="auto">
          <a:xfrm>
            <a:off x="4686300" y="3721100"/>
            <a:ext cx="203200" cy="203200"/>
            <a:chOff x="1784" y="1736"/>
            <a:chExt cx="128" cy="128"/>
          </a:xfrm>
        </p:grpSpPr>
        <p:sp>
          <p:nvSpPr>
            <p:cNvPr id="108581" name="Line 37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82" name="Line 38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2" name="Group 39"/>
          <p:cNvGrpSpPr>
            <a:grpSpLocks/>
          </p:cNvGrpSpPr>
          <p:nvPr/>
        </p:nvGrpSpPr>
        <p:grpSpPr bwMode="auto">
          <a:xfrm>
            <a:off x="4673600" y="4533900"/>
            <a:ext cx="203200" cy="203200"/>
            <a:chOff x="1784" y="1736"/>
            <a:chExt cx="128" cy="128"/>
          </a:xfrm>
        </p:grpSpPr>
        <p:sp>
          <p:nvSpPr>
            <p:cNvPr id="108584" name="Line 40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85" name="Line 41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3" name="Group 42"/>
          <p:cNvGrpSpPr>
            <a:grpSpLocks/>
          </p:cNvGrpSpPr>
          <p:nvPr/>
        </p:nvGrpSpPr>
        <p:grpSpPr bwMode="auto">
          <a:xfrm>
            <a:off x="4660900" y="5397500"/>
            <a:ext cx="203200" cy="203200"/>
            <a:chOff x="1784" y="1736"/>
            <a:chExt cx="128" cy="128"/>
          </a:xfrm>
        </p:grpSpPr>
        <p:sp>
          <p:nvSpPr>
            <p:cNvPr id="108587" name="Line 43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88" name="Line 44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4" name="Group 45"/>
          <p:cNvGrpSpPr>
            <a:grpSpLocks/>
          </p:cNvGrpSpPr>
          <p:nvPr/>
        </p:nvGrpSpPr>
        <p:grpSpPr bwMode="auto">
          <a:xfrm>
            <a:off x="5588000" y="2743200"/>
            <a:ext cx="203200" cy="203200"/>
            <a:chOff x="1784" y="1736"/>
            <a:chExt cx="128" cy="128"/>
          </a:xfrm>
        </p:grpSpPr>
        <p:sp>
          <p:nvSpPr>
            <p:cNvPr id="108590" name="Line 46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91" name="Line 47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5" name="Group 48"/>
          <p:cNvGrpSpPr>
            <a:grpSpLocks/>
          </p:cNvGrpSpPr>
          <p:nvPr/>
        </p:nvGrpSpPr>
        <p:grpSpPr bwMode="auto">
          <a:xfrm>
            <a:off x="5600700" y="3721100"/>
            <a:ext cx="203200" cy="203200"/>
            <a:chOff x="1784" y="1736"/>
            <a:chExt cx="128" cy="128"/>
          </a:xfrm>
        </p:grpSpPr>
        <p:sp>
          <p:nvSpPr>
            <p:cNvPr id="108593" name="Line 49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94" name="Line 50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6" name="Group 51"/>
          <p:cNvGrpSpPr>
            <a:grpSpLocks/>
          </p:cNvGrpSpPr>
          <p:nvPr/>
        </p:nvGrpSpPr>
        <p:grpSpPr bwMode="auto">
          <a:xfrm>
            <a:off x="5588000" y="4533900"/>
            <a:ext cx="203200" cy="203200"/>
            <a:chOff x="1784" y="1736"/>
            <a:chExt cx="128" cy="128"/>
          </a:xfrm>
        </p:grpSpPr>
        <p:sp>
          <p:nvSpPr>
            <p:cNvPr id="108596" name="Line 52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97" name="Line 53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7" name="Group 54"/>
          <p:cNvGrpSpPr>
            <a:grpSpLocks/>
          </p:cNvGrpSpPr>
          <p:nvPr/>
        </p:nvGrpSpPr>
        <p:grpSpPr bwMode="auto">
          <a:xfrm>
            <a:off x="5575300" y="5397500"/>
            <a:ext cx="203200" cy="203200"/>
            <a:chOff x="1784" y="1736"/>
            <a:chExt cx="128" cy="128"/>
          </a:xfrm>
        </p:grpSpPr>
        <p:sp>
          <p:nvSpPr>
            <p:cNvPr id="108599" name="Line 55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00" name="Line 56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8" name="Group 57"/>
          <p:cNvGrpSpPr>
            <a:grpSpLocks/>
          </p:cNvGrpSpPr>
          <p:nvPr/>
        </p:nvGrpSpPr>
        <p:grpSpPr bwMode="auto">
          <a:xfrm>
            <a:off x="6388100" y="2743200"/>
            <a:ext cx="203200" cy="203200"/>
            <a:chOff x="1784" y="1736"/>
            <a:chExt cx="128" cy="128"/>
          </a:xfrm>
        </p:grpSpPr>
        <p:sp>
          <p:nvSpPr>
            <p:cNvPr id="108602" name="Line 58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03" name="Line 59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9" name="Group 60"/>
          <p:cNvGrpSpPr>
            <a:grpSpLocks/>
          </p:cNvGrpSpPr>
          <p:nvPr/>
        </p:nvGrpSpPr>
        <p:grpSpPr bwMode="auto">
          <a:xfrm>
            <a:off x="6400800" y="3721100"/>
            <a:ext cx="203200" cy="203200"/>
            <a:chOff x="1784" y="1736"/>
            <a:chExt cx="128" cy="128"/>
          </a:xfrm>
        </p:grpSpPr>
        <p:sp>
          <p:nvSpPr>
            <p:cNvPr id="108605" name="Line 61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06" name="Line 62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0" name="Group 63"/>
          <p:cNvGrpSpPr>
            <a:grpSpLocks/>
          </p:cNvGrpSpPr>
          <p:nvPr/>
        </p:nvGrpSpPr>
        <p:grpSpPr bwMode="auto">
          <a:xfrm>
            <a:off x="6388100" y="4533900"/>
            <a:ext cx="203200" cy="203200"/>
            <a:chOff x="1784" y="1736"/>
            <a:chExt cx="128" cy="128"/>
          </a:xfrm>
        </p:grpSpPr>
        <p:sp>
          <p:nvSpPr>
            <p:cNvPr id="108608" name="Line 64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09" name="Line 65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1" name="Group 120"/>
          <p:cNvGrpSpPr/>
          <p:nvPr/>
        </p:nvGrpSpPr>
        <p:grpSpPr>
          <a:xfrm rot="5561759">
            <a:off x="4633411" y="2024413"/>
            <a:ext cx="652817" cy="3753134"/>
            <a:chOff x="4794915" y="2144973"/>
            <a:chExt cx="652817" cy="3753134"/>
          </a:xfrm>
        </p:grpSpPr>
        <p:cxnSp>
          <p:nvCxnSpPr>
            <p:cNvPr id="122" name="Straight Arrow Connector 121"/>
            <p:cNvCxnSpPr/>
            <p:nvPr/>
          </p:nvCxnSpPr>
          <p:spPr>
            <a:xfrm flipH="1" flipV="1">
              <a:off x="4888173" y="2144973"/>
              <a:ext cx="559559" cy="136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Arrow Connector 122"/>
            <p:cNvCxnSpPr/>
            <p:nvPr/>
          </p:nvCxnSpPr>
          <p:spPr>
            <a:xfrm>
              <a:off x="4794915" y="5886735"/>
              <a:ext cx="598225" cy="1137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66"/>
          <p:cNvGrpSpPr>
            <a:grpSpLocks/>
          </p:cNvGrpSpPr>
          <p:nvPr/>
        </p:nvGrpSpPr>
        <p:grpSpPr bwMode="auto">
          <a:xfrm>
            <a:off x="6375400" y="5397500"/>
            <a:ext cx="203200" cy="203200"/>
            <a:chOff x="1784" y="1736"/>
            <a:chExt cx="128" cy="128"/>
          </a:xfrm>
        </p:grpSpPr>
        <p:sp>
          <p:nvSpPr>
            <p:cNvPr id="108611" name="Line 67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12" name="Line 68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3" name="Group 69"/>
          <p:cNvGrpSpPr>
            <a:grpSpLocks/>
          </p:cNvGrpSpPr>
          <p:nvPr/>
        </p:nvGrpSpPr>
        <p:grpSpPr bwMode="auto">
          <a:xfrm>
            <a:off x="7239000" y="2743200"/>
            <a:ext cx="203200" cy="203200"/>
            <a:chOff x="1784" y="1736"/>
            <a:chExt cx="128" cy="128"/>
          </a:xfrm>
        </p:grpSpPr>
        <p:sp>
          <p:nvSpPr>
            <p:cNvPr id="108614" name="Line 70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15" name="Line 71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4" name="Group 72"/>
          <p:cNvGrpSpPr>
            <a:grpSpLocks/>
          </p:cNvGrpSpPr>
          <p:nvPr/>
        </p:nvGrpSpPr>
        <p:grpSpPr bwMode="auto">
          <a:xfrm>
            <a:off x="7251700" y="3721100"/>
            <a:ext cx="203200" cy="203200"/>
            <a:chOff x="1784" y="1736"/>
            <a:chExt cx="128" cy="128"/>
          </a:xfrm>
        </p:grpSpPr>
        <p:sp>
          <p:nvSpPr>
            <p:cNvPr id="108617" name="Line 73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18" name="Line 74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5" name="Group 75"/>
          <p:cNvGrpSpPr>
            <a:grpSpLocks/>
          </p:cNvGrpSpPr>
          <p:nvPr/>
        </p:nvGrpSpPr>
        <p:grpSpPr bwMode="auto">
          <a:xfrm>
            <a:off x="7239000" y="4533900"/>
            <a:ext cx="203200" cy="203200"/>
            <a:chOff x="1784" y="1736"/>
            <a:chExt cx="128" cy="128"/>
          </a:xfrm>
        </p:grpSpPr>
        <p:sp>
          <p:nvSpPr>
            <p:cNvPr id="108620" name="Line 76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21" name="Line 77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6" name="Group 78"/>
          <p:cNvGrpSpPr>
            <a:grpSpLocks/>
          </p:cNvGrpSpPr>
          <p:nvPr/>
        </p:nvGrpSpPr>
        <p:grpSpPr bwMode="auto">
          <a:xfrm>
            <a:off x="7226300" y="5397500"/>
            <a:ext cx="203200" cy="203200"/>
            <a:chOff x="1784" y="1736"/>
            <a:chExt cx="128" cy="128"/>
          </a:xfrm>
        </p:grpSpPr>
        <p:sp>
          <p:nvSpPr>
            <p:cNvPr id="108623" name="Line 79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24" name="Line 80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7" name="Group 81"/>
          <p:cNvGrpSpPr>
            <a:grpSpLocks/>
          </p:cNvGrpSpPr>
          <p:nvPr/>
        </p:nvGrpSpPr>
        <p:grpSpPr bwMode="auto">
          <a:xfrm>
            <a:off x="2819400" y="1930400"/>
            <a:ext cx="203200" cy="203200"/>
            <a:chOff x="1784" y="1736"/>
            <a:chExt cx="128" cy="128"/>
          </a:xfrm>
        </p:grpSpPr>
        <p:sp>
          <p:nvSpPr>
            <p:cNvPr id="108626" name="Line 82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27" name="Line 83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8" name="Group 84"/>
          <p:cNvGrpSpPr>
            <a:grpSpLocks/>
          </p:cNvGrpSpPr>
          <p:nvPr/>
        </p:nvGrpSpPr>
        <p:grpSpPr bwMode="auto">
          <a:xfrm>
            <a:off x="3835400" y="1930400"/>
            <a:ext cx="203200" cy="203200"/>
            <a:chOff x="1784" y="1736"/>
            <a:chExt cx="128" cy="128"/>
          </a:xfrm>
        </p:grpSpPr>
        <p:sp>
          <p:nvSpPr>
            <p:cNvPr id="108629" name="Line 85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30" name="Line 86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9" name="Group 87"/>
          <p:cNvGrpSpPr>
            <a:grpSpLocks/>
          </p:cNvGrpSpPr>
          <p:nvPr/>
        </p:nvGrpSpPr>
        <p:grpSpPr bwMode="auto">
          <a:xfrm>
            <a:off x="4660900" y="1930400"/>
            <a:ext cx="203200" cy="203200"/>
            <a:chOff x="1784" y="1736"/>
            <a:chExt cx="128" cy="128"/>
          </a:xfrm>
        </p:grpSpPr>
        <p:sp>
          <p:nvSpPr>
            <p:cNvPr id="108632" name="Line 88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33" name="Line 89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30" name="Group 90"/>
          <p:cNvGrpSpPr>
            <a:grpSpLocks/>
          </p:cNvGrpSpPr>
          <p:nvPr/>
        </p:nvGrpSpPr>
        <p:grpSpPr bwMode="auto">
          <a:xfrm>
            <a:off x="5575300" y="1930400"/>
            <a:ext cx="203200" cy="203200"/>
            <a:chOff x="1784" y="1736"/>
            <a:chExt cx="128" cy="128"/>
          </a:xfrm>
        </p:grpSpPr>
        <p:sp>
          <p:nvSpPr>
            <p:cNvPr id="108635" name="Line 91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36" name="Line 92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31" name="Group 93"/>
          <p:cNvGrpSpPr>
            <a:grpSpLocks/>
          </p:cNvGrpSpPr>
          <p:nvPr/>
        </p:nvGrpSpPr>
        <p:grpSpPr bwMode="auto">
          <a:xfrm>
            <a:off x="6375400" y="1930400"/>
            <a:ext cx="203200" cy="203200"/>
            <a:chOff x="1784" y="1736"/>
            <a:chExt cx="128" cy="128"/>
          </a:xfrm>
        </p:grpSpPr>
        <p:sp>
          <p:nvSpPr>
            <p:cNvPr id="108638" name="Line 94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39" name="Line 95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08640" name="Group 96"/>
          <p:cNvGrpSpPr>
            <a:grpSpLocks/>
          </p:cNvGrpSpPr>
          <p:nvPr/>
        </p:nvGrpSpPr>
        <p:grpSpPr bwMode="auto">
          <a:xfrm>
            <a:off x="7226300" y="1930400"/>
            <a:ext cx="203200" cy="203200"/>
            <a:chOff x="1784" y="1736"/>
            <a:chExt cx="128" cy="128"/>
          </a:xfrm>
        </p:grpSpPr>
        <p:sp>
          <p:nvSpPr>
            <p:cNvPr id="108641" name="Line 97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42" name="Line 98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sp>
        <p:nvSpPr>
          <p:cNvPr id="108643" name="Line 99"/>
          <p:cNvSpPr>
            <a:spLocks noChangeShapeType="1"/>
          </p:cNvSpPr>
          <p:nvPr/>
        </p:nvSpPr>
        <p:spPr bwMode="auto">
          <a:xfrm flipH="1">
            <a:off x="3238500" y="3911600"/>
            <a:ext cx="1754188" cy="1587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/>
            <a:tailEnd type="triangle" w="med" len="med"/>
          </a:ln>
          <a:effectLst/>
        </p:spPr>
        <p:txBody>
          <a:bodyPr wrap="none"/>
          <a:lstStyle/>
          <a:p>
            <a:endParaRPr lang="en-US"/>
          </a:p>
        </p:txBody>
      </p:sp>
      <p:sp>
        <p:nvSpPr>
          <p:cNvPr id="108644" name="Text Box 100"/>
          <p:cNvSpPr txBox="1">
            <a:spLocks noChangeArrowheads="1"/>
          </p:cNvSpPr>
          <p:nvPr/>
        </p:nvSpPr>
        <p:spPr bwMode="auto">
          <a:xfrm>
            <a:off x="4038600" y="3255963"/>
            <a:ext cx="401638" cy="5191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2800"/>
              <a:t>r</a:t>
            </a:r>
          </a:p>
        </p:txBody>
      </p:sp>
      <p:cxnSp>
        <p:nvCxnSpPr>
          <p:cNvPr id="107" name="Straight Arrow Connector 106"/>
          <p:cNvCxnSpPr/>
          <p:nvPr/>
        </p:nvCxnSpPr>
        <p:spPr>
          <a:xfrm flipH="1" flipV="1">
            <a:off x="4735773" y="1992573"/>
            <a:ext cx="559559" cy="1365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/>
          <p:cNvCxnSpPr/>
          <p:nvPr/>
        </p:nvCxnSpPr>
        <p:spPr>
          <a:xfrm>
            <a:off x="4642515" y="5734335"/>
            <a:ext cx="598225" cy="11372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647" name="Group 119"/>
          <p:cNvGrpSpPr/>
          <p:nvPr/>
        </p:nvGrpSpPr>
        <p:grpSpPr>
          <a:xfrm rot="2853023">
            <a:off x="4713027" y="2076733"/>
            <a:ext cx="652817" cy="3753134"/>
            <a:chOff x="4794915" y="2144973"/>
            <a:chExt cx="652817" cy="3753134"/>
          </a:xfrm>
        </p:grpSpPr>
        <p:cxnSp>
          <p:nvCxnSpPr>
            <p:cNvPr id="118" name="Straight Arrow Connector 117"/>
            <p:cNvCxnSpPr/>
            <p:nvPr/>
          </p:nvCxnSpPr>
          <p:spPr>
            <a:xfrm flipH="1" flipV="1">
              <a:off x="4888173" y="2144973"/>
              <a:ext cx="559559" cy="136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Arrow Connector 118"/>
            <p:cNvCxnSpPr/>
            <p:nvPr/>
          </p:nvCxnSpPr>
          <p:spPr>
            <a:xfrm>
              <a:off x="4794915" y="5886735"/>
              <a:ext cx="598225" cy="1137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648" name="Group 123"/>
          <p:cNvGrpSpPr/>
          <p:nvPr/>
        </p:nvGrpSpPr>
        <p:grpSpPr>
          <a:xfrm rot="7815373">
            <a:off x="4717572" y="1903857"/>
            <a:ext cx="652817" cy="3753134"/>
            <a:chOff x="4794915" y="2144973"/>
            <a:chExt cx="652817" cy="3753134"/>
          </a:xfrm>
        </p:grpSpPr>
        <p:cxnSp>
          <p:nvCxnSpPr>
            <p:cNvPr id="125" name="Straight Arrow Connector 124"/>
            <p:cNvCxnSpPr/>
            <p:nvPr/>
          </p:nvCxnSpPr>
          <p:spPr>
            <a:xfrm flipH="1" flipV="1">
              <a:off x="4888173" y="2144973"/>
              <a:ext cx="559559" cy="136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Arrow Connector 125"/>
            <p:cNvCxnSpPr/>
            <p:nvPr/>
          </p:nvCxnSpPr>
          <p:spPr>
            <a:xfrm>
              <a:off x="4794915" y="5886735"/>
              <a:ext cx="598225" cy="1137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8550" name="Oval 6"/>
          <p:cNvSpPr>
            <a:spLocks noChangeArrowheads="1"/>
          </p:cNvSpPr>
          <p:nvPr/>
        </p:nvSpPr>
        <p:spPr bwMode="auto">
          <a:xfrm>
            <a:off x="6743700" y="3733800"/>
            <a:ext cx="161925" cy="198437"/>
          </a:xfrm>
          <a:prstGeom prst="ellipse">
            <a:avLst/>
          </a:prstGeom>
          <a:solidFill>
            <a:srgbClr val="FFCC99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2000"/>
              <a:t>+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320119" y="1692323"/>
            <a:ext cx="4074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B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113964" y="4970060"/>
            <a:ext cx="3850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223.45.6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Does the induced electric field create a force given by</a:t>
            </a:r>
          </a:p>
          <a:p>
            <a:pPr>
              <a:buNone/>
            </a:pPr>
            <a:r>
              <a:rPr lang="en-US" dirty="0"/>
              <a:t>				F=</a:t>
            </a:r>
            <a:r>
              <a:rPr lang="en-US" dirty="0" err="1"/>
              <a:t>qE</a:t>
            </a: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No</a:t>
            </a:r>
          </a:p>
          <a:p>
            <a:pPr marL="514350" indent="-51435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223.45.7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I have a region is space that has an electric field in it. Can I tell if the field is created by charges or by changing magnetic fields?</a:t>
            </a:r>
          </a:p>
          <a:p>
            <a:pPr>
              <a:buNone/>
            </a:pPr>
            <a:r>
              <a:rPr lang="en-US" dirty="0"/>
              <a:t>			</a:t>
            </a:r>
            <a:r>
              <a:rPr lang="en-US"/>
              <a:t>	</a:t>
            </a: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No</a:t>
            </a:r>
          </a:p>
          <a:p>
            <a:pPr marL="514350" indent="-51435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223.45.8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581400" cy="4525963"/>
          </a:xfrm>
        </p:spPr>
        <p:txBody>
          <a:bodyPr>
            <a:normAutofit fontScale="92500"/>
          </a:bodyPr>
          <a:lstStyle/>
          <a:p>
            <a:pPr>
              <a:buNone/>
            </a:pPr>
            <a:r>
              <a:rPr lang="en-US" dirty="0"/>
              <a:t>If the magnetic field is time-varying, we expect a current. Does it take work to move the charges?</a:t>
            </a:r>
          </a:p>
          <a:p>
            <a:pPr>
              <a:buNone/>
            </a:pPr>
            <a:r>
              <a:rPr lang="en-US" dirty="0"/>
              <a:t>				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No</a:t>
            </a:r>
          </a:p>
          <a:p>
            <a:pPr marL="514350" indent="-51435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grpSp>
        <p:nvGrpSpPr>
          <p:cNvPr id="5" name="Group 104"/>
          <p:cNvGrpSpPr>
            <a:grpSpLocks/>
          </p:cNvGrpSpPr>
          <p:nvPr/>
        </p:nvGrpSpPr>
        <p:grpSpPr bwMode="auto">
          <a:xfrm>
            <a:off x="4508500" y="2773363"/>
            <a:ext cx="4635500" cy="4084637"/>
            <a:chOff x="1776" y="1159"/>
            <a:chExt cx="2920" cy="2573"/>
          </a:xfrm>
        </p:grpSpPr>
        <p:grpSp>
          <p:nvGrpSpPr>
            <p:cNvPr id="6" name="Group 103"/>
            <p:cNvGrpSpPr>
              <a:grpSpLocks/>
            </p:cNvGrpSpPr>
            <p:nvPr/>
          </p:nvGrpSpPr>
          <p:grpSpPr bwMode="auto">
            <a:xfrm>
              <a:off x="1836" y="1159"/>
              <a:ext cx="2557" cy="2573"/>
              <a:chOff x="1836" y="1159"/>
              <a:chExt cx="2557" cy="2573"/>
            </a:xfrm>
          </p:grpSpPr>
          <p:sp>
            <p:nvSpPr>
              <p:cNvPr id="102" name="Oval 101"/>
              <p:cNvSpPr>
                <a:spLocks noChangeArrowheads="1"/>
              </p:cNvSpPr>
              <p:nvPr/>
            </p:nvSpPr>
            <p:spPr bwMode="auto">
              <a:xfrm>
                <a:off x="1836" y="1159"/>
                <a:ext cx="2557" cy="2573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03" name="Oval 102"/>
              <p:cNvSpPr>
                <a:spLocks noChangeArrowheads="1"/>
              </p:cNvSpPr>
              <p:nvPr/>
            </p:nvSpPr>
            <p:spPr bwMode="auto">
              <a:xfrm>
                <a:off x="2039" y="1342"/>
                <a:ext cx="2150" cy="2182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4248" y="2352"/>
              <a:ext cx="102" cy="125"/>
            </a:xfrm>
            <a:prstGeom prst="ellipse">
              <a:avLst/>
            </a:prstGeom>
            <a:solidFill>
              <a:srgbClr val="FFCC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2000"/>
                <a:t>+</a:t>
              </a:r>
            </a:p>
          </p:txBody>
        </p:sp>
        <p:sp>
          <p:nvSpPr>
            <p:cNvPr id="8" name="Line 7"/>
            <p:cNvSpPr>
              <a:spLocks noChangeShapeType="1"/>
            </p:cNvSpPr>
            <p:nvPr/>
          </p:nvSpPr>
          <p:spPr bwMode="auto">
            <a:xfrm flipV="1">
              <a:off x="4434" y="1741"/>
              <a:ext cx="0" cy="68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9" name="Text Box 8"/>
            <p:cNvSpPr txBox="1">
              <a:spLocks noChangeArrowheads="1"/>
            </p:cNvSpPr>
            <p:nvPr/>
          </p:nvSpPr>
          <p:spPr bwMode="auto">
            <a:xfrm>
              <a:off x="4460" y="1949"/>
              <a:ext cx="191" cy="32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800" dirty="0">
                  <a:latin typeface="Times New Roman" pitchFamily="18" charset="0"/>
                </a:rPr>
                <a:t>I</a:t>
              </a:r>
            </a:p>
          </p:txBody>
        </p:sp>
        <p:grpSp>
          <p:nvGrpSpPr>
            <p:cNvPr id="10" name="Group 9"/>
            <p:cNvGrpSpPr>
              <a:grpSpLocks/>
            </p:cNvGrpSpPr>
            <p:nvPr/>
          </p:nvGrpSpPr>
          <p:grpSpPr bwMode="auto">
            <a:xfrm>
              <a:off x="1784" y="1728"/>
              <a:ext cx="128" cy="128"/>
              <a:chOff x="1784" y="1736"/>
              <a:chExt cx="128" cy="128"/>
            </a:xfrm>
          </p:grpSpPr>
          <p:sp>
            <p:nvSpPr>
              <p:cNvPr id="100" name="Line 10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101" name="Line 11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1" name="Group 12"/>
            <p:cNvGrpSpPr>
              <a:grpSpLocks/>
            </p:cNvGrpSpPr>
            <p:nvPr/>
          </p:nvGrpSpPr>
          <p:grpSpPr bwMode="auto">
            <a:xfrm>
              <a:off x="1792" y="2344"/>
              <a:ext cx="128" cy="128"/>
              <a:chOff x="1784" y="1736"/>
              <a:chExt cx="128" cy="128"/>
            </a:xfrm>
          </p:grpSpPr>
          <p:sp>
            <p:nvSpPr>
              <p:cNvPr id="98" name="Line 13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99" name="Line 14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2" name="Group 15"/>
            <p:cNvGrpSpPr>
              <a:grpSpLocks/>
            </p:cNvGrpSpPr>
            <p:nvPr/>
          </p:nvGrpSpPr>
          <p:grpSpPr bwMode="auto">
            <a:xfrm>
              <a:off x="1784" y="2856"/>
              <a:ext cx="128" cy="128"/>
              <a:chOff x="1784" y="1736"/>
              <a:chExt cx="128" cy="128"/>
            </a:xfrm>
          </p:grpSpPr>
          <p:sp>
            <p:nvSpPr>
              <p:cNvPr id="96" name="Line 16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97" name="Line 17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3" name="Group 18"/>
            <p:cNvGrpSpPr>
              <a:grpSpLocks/>
            </p:cNvGrpSpPr>
            <p:nvPr/>
          </p:nvGrpSpPr>
          <p:grpSpPr bwMode="auto">
            <a:xfrm>
              <a:off x="1776" y="3400"/>
              <a:ext cx="128" cy="128"/>
              <a:chOff x="1784" y="1736"/>
              <a:chExt cx="128" cy="128"/>
            </a:xfrm>
          </p:grpSpPr>
          <p:sp>
            <p:nvSpPr>
              <p:cNvPr id="94" name="Line 19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95" name="Line 20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4" name="Group 21"/>
            <p:cNvGrpSpPr>
              <a:grpSpLocks/>
            </p:cNvGrpSpPr>
            <p:nvPr/>
          </p:nvGrpSpPr>
          <p:grpSpPr bwMode="auto">
            <a:xfrm>
              <a:off x="2424" y="1728"/>
              <a:ext cx="128" cy="128"/>
              <a:chOff x="1784" y="1736"/>
              <a:chExt cx="128" cy="128"/>
            </a:xfrm>
          </p:grpSpPr>
          <p:sp>
            <p:nvSpPr>
              <p:cNvPr id="92" name="Line 22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93" name="Line 23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5" name="Group 24"/>
            <p:cNvGrpSpPr>
              <a:grpSpLocks/>
            </p:cNvGrpSpPr>
            <p:nvPr/>
          </p:nvGrpSpPr>
          <p:grpSpPr bwMode="auto">
            <a:xfrm>
              <a:off x="2432" y="2344"/>
              <a:ext cx="128" cy="128"/>
              <a:chOff x="1784" y="1736"/>
              <a:chExt cx="128" cy="128"/>
            </a:xfrm>
          </p:grpSpPr>
          <p:sp>
            <p:nvSpPr>
              <p:cNvPr id="90" name="Line 25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91" name="Line 26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6" name="Group 27"/>
            <p:cNvGrpSpPr>
              <a:grpSpLocks/>
            </p:cNvGrpSpPr>
            <p:nvPr/>
          </p:nvGrpSpPr>
          <p:grpSpPr bwMode="auto">
            <a:xfrm>
              <a:off x="2424" y="2856"/>
              <a:ext cx="128" cy="128"/>
              <a:chOff x="1784" y="1736"/>
              <a:chExt cx="128" cy="128"/>
            </a:xfrm>
          </p:grpSpPr>
          <p:sp>
            <p:nvSpPr>
              <p:cNvPr id="88" name="Line 28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89" name="Line 29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7" name="Group 30"/>
            <p:cNvGrpSpPr>
              <a:grpSpLocks/>
            </p:cNvGrpSpPr>
            <p:nvPr/>
          </p:nvGrpSpPr>
          <p:grpSpPr bwMode="auto">
            <a:xfrm>
              <a:off x="2416" y="3400"/>
              <a:ext cx="128" cy="128"/>
              <a:chOff x="1784" y="1736"/>
              <a:chExt cx="128" cy="128"/>
            </a:xfrm>
          </p:grpSpPr>
          <p:sp>
            <p:nvSpPr>
              <p:cNvPr id="86" name="Line 31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87" name="Line 32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8" name="Group 33"/>
            <p:cNvGrpSpPr>
              <a:grpSpLocks/>
            </p:cNvGrpSpPr>
            <p:nvPr/>
          </p:nvGrpSpPr>
          <p:grpSpPr bwMode="auto">
            <a:xfrm>
              <a:off x="2944" y="1728"/>
              <a:ext cx="128" cy="128"/>
              <a:chOff x="1784" y="1736"/>
              <a:chExt cx="128" cy="128"/>
            </a:xfrm>
          </p:grpSpPr>
          <p:sp>
            <p:nvSpPr>
              <p:cNvPr id="84" name="Line 34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85" name="Line 35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19" name="Group 36"/>
            <p:cNvGrpSpPr>
              <a:grpSpLocks/>
            </p:cNvGrpSpPr>
            <p:nvPr/>
          </p:nvGrpSpPr>
          <p:grpSpPr bwMode="auto">
            <a:xfrm>
              <a:off x="2952" y="2344"/>
              <a:ext cx="128" cy="128"/>
              <a:chOff x="1784" y="1736"/>
              <a:chExt cx="128" cy="128"/>
            </a:xfrm>
          </p:grpSpPr>
          <p:sp>
            <p:nvSpPr>
              <p:cNvPr id="82" name="Line 37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83" name="Line 38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20" name="Group 39"/>
            <p:cNvGrpSpPr>
              <a:grpSpLocks/>
            </p:cNvGrpSpPr>
            <p:nvPr/>
          </p:nvGrpSpPr>
          <p:grpSpPr bwMode="auto">
            <a:xfrm>
              <a:off x="2944" y="2856"/>
              <a:ext cx="128" cy="128"/>
              <a:chOff x="1784" y="1736"/>
              <a:chExt cx="128" cy="128"/>
            </a:xfrm>
          </p:grpSpPr>
          <p:sp>
            <p:nvSpPr>
              <p:cNvPr id="80" name="Line 40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81" name="Line 41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21" name="Group 42"/>
            <p:cNvGrpSpPr>
              <a:grpSpLocks/>
            </p:cNvGrpSpPr>
            <p:nvPr/>
          </p:nvGrpSpPr>
          <p:grpSpPr bwMode="auto">
            <a:xfrm>
              <a:off x="2936" y="3400"/>
              <a:ext cx="128" cy="128"/>
              <a:chOff x="1784" y="1736"/>
              <a:chExt cx="128" cy="128"/>
            </a:xfrm>
          </p:grpSpPr>
          <p:sp>
            <p:nvSpPr>
              <p:cNvPr id="78" name="Line 43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79" name="Line 44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22" name="Group 45"/>
            <p:cNvGrpSpPr>
              <a:grpSpLocks/>
            </p:cNvGrpSpPr>
            <p:nvPr/>
          </p:nvGrpSpPr>
          <p:grpSpPr bwMode="auto">
            <a:xfrm>
              <a:off x="3520" y="1728"/>
              <a:ext cx="128" cy="128"/>
              <a:chOff x="1784" y="1736"/>
              <a:chExt cx="128" cy="128"/>
            </a:xfrm>
          </p:grpSpPr>
          <p:sp>
            <p:nvSpPr>
              <p:cNvPr id="76" name="Line 46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77" name="Line 47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23" name="Group 48"/>
            <p:cNvGrpSpPr>
              <a:grpSpLocks/>
            </p:cNvGrpSpPr>
            <p:nvPr/>
          </p:nvGrpSpPr>
          <p:grpSpPr bwMode="auto">
            <a:xfrm>
              <a:off x="3528" y="2344"/>
              <a:ext cx="128" cy="128"/>
              <a:chOff x="1784" y="1736"/>
              <a:chExt cx="128" cy="128"/>
            </a:xfrm>
          </p:grpSpPr>
          <p:sp>
            <p:nvSpPr>
              <p:cNvPr id="74" name="Line 49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75" name="Line 50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24" name="Group 51"/>
            <p:cNvGrpSpPr>
              <a:grpSpLocks/>
            </p:cNvGrpSpPr>
            <p:nvPr/>
          </p:nvGrpSpPr>
          <p:grpSpPr bwMode="auto">
            <a:xfrm>
              <a:off x="3520" y="2856"/>
              <a:ext cx="128" cy="128"/>
              <a:chOff x="1784" y="1736"/>
              <a:chExt cx="128" cy="128"/>
            </a:xfrm>
          </p:grpSpPr>
          <p:sp>
            <p:nvSpPr>
              <p:cNvPr id="72" name="Line 52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73" name="Line 53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25" name="Group 54"/>
            <p:cNvGrpSpPr>
              <a:grpSpLocks/>
            </p:cNvGrpSpPr>
            <p:nvPr/>
          </p:nvGrpSpPr>
          <p:grpSpPr bwMode="auto">
            <a:xfrm>
              <a:off x="3512" y="3400"/>
              <a:ext cx="128" cy="128"/>
              <a:chOff x="1784" y="1736"/>
              <a:chExt cx="128" cy="128"/>
            </a:xfrm>
          </p:grpSpPr>
          <p:sp>
            <p:nvSpPr>
              <p:cNvPr id="70" name="Line 55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71" name="Line 56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26" name="Group 57"/>
            <p:cNvGrpSpPr>
              <a:grpSpLocks/>
            </p:cNvGrpSpPr>
            <p:nvPr/>
          </p:nvGrpSpPr>
          <p:grpSpPr bwMode="auto">
            <a:xfrm>
              <a:off x="4024" y="1728"/>
              <a:ext cx="128" cy="128"/>
              <a:chOff x="1784" y="1736"/>
              <a:chExt cx="128" cy="128"/>
            </a:xfrm>
          </p:grpSpPr>
          <p:sp>
            <p:nvSpPr>
              <p:cNvPr id="68" name="Line 58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69" name="Line 59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27" name="Group 60"/>
            <p:cNvGrpSpPr>
              <a:grpSpLocks/>
            </p:cNvGrpSpPr>
            <p:nvPr/>
          </p:nvGrpSpPr>
          <p:grpSpPr bwMode="auto">
            <a:xfrm>
              <a:off x="4032" y="2344"/>
              <a:ext cx="128" cy="128"/>
              <a:chOff x="1784" y="1736"/>
              <a:chExt cx="128" cy="128"/>
            </a:xfrm>
          </p:grpSpPr>
          <p:sp>
            <p:nvSpPr>
              <p:cNvPr id="66" name="Line 61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67" name="Line 62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28" name="Group 63"/>
            <p:cNvGrpSpPr>
              <a:grpSpLocks/>
            </p:cNvGrpSpPr>
            <p:nvPr/>
          </p:nvGrpSpPr>
          <p:grpSpPr bwMode="auto">
            <a:xfrm>
              <a:off x="4024" y="2856"/>
              <a:ext cx="128" cy="128"/>
              <a:chOff x="1784" y="1736"/>
              <a:chExt cx="128" cy="128"/>
            </a:xfrm>
          </p:grpSpPr>
          <p:sp>
            <p:nvSpPr>
              <p:cNvPr id="64" name="Line 64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65" name="Line 65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29" name="Group 66"/>
            <p:cNvGrpSpPr>
              <a:grpSpLocks/>
            </p:cNvGrpSpPr>
            <p:nvPr/>
          </p:nvGrpSpPr>
          <p:grpSpPr bwMode="auto">
            <a:xfrm>
              <a:off x="4016" y="3400"/>
              <a:ext cx="128" cy="128"/>
              <a:chOff x="1784" y="1736"/>
              <a:chExt cx="128" cy="128"/>
            </a:xfrm>
          </p:grpSpPr>
          <p:sp>
            <p:nvSpPr>
              <p:cNvPr id="62" name="Line 67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63" name="Line 68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30" name="Group 69"/>
            <p:cNvGrpSpPr>
              <a:grpSpLocks/>
            </p:cNvGrpSpPr>
            <p:nvPr/>
          </p:nvGrpSpPr>
          <p:grpSpPr bwMode="auto">
            <a:xfrm>
              <a:off x="4560" y="1728"/>
              <a:ext cx="128" cy="128"/>
              <a:chOff x="1784" y="1736"/>
              <a:chExt cx="128" cy="128"/>
            </a:xfrm>
          </p:grpSpPr>
          <p:sp>
            <p:nvSpPr>
              <p:cNvPr id="60" name="Line 70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61" name="Line 71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31" name="Group 72"/>
            <p:cNvGrpSpPr>
              <a:grpSpLocks/>
            </p:cNvGrpSpPr>
            <p:nvPr/>
          </p:nvGrpSpPr>
          <p:grpSpPr bwMode="auto">
            <a:xfrm>
              <a:off x="4568" y="2344"/>
              <a:ext cx="128" cy="128"/>
              <a:chOff x="1784" y="1736"/>
              <a:chExt cx="128" cy="128"/>
            </a:xfrm>
          </p:grpSpPr>
          <p:sp>
            <p:nvSpPr>
              <p:cNvPr id="58" name="Line 73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59" name="Line 74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32" name="Group 75"/>
            <p:cNvGrpSpPr>
              <a:grpSpLocks/>
            </p:cNvGrpSpPr>
            <p:nvPr/>
          </p:nvGrpSpPr>
          <p:grpSpPr bwMode="auto">
            <a:xfrm>
              <a:off x="4560" y="2856"/>
              <a:ext cx="128" cy="128"/>
              <a:chOff x="1784" y="1736"/>
              <a:chExt cx="128" cy="128"/>
            </a:xfrm>
          </p:grpSpPr>
          <p:sp>
            <p:nvSpPr>
              <p:cNvPr id="56" name="Line 76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57" name="Line 77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33" name="Group 78"/>
            <p:cNvGrpSpPr>
              <a:grpSpLocks/>
            </p:cNvGrpSpPr>
            <p:nvPr/>
          </p:nvGrpSpPr>
          <p:grpSpPr bwMode="auto">
            <a:xfrm>
              <a:off x="4552" y="3400"/>
              <a:ext cx="128" cy="128"/>
              <a:chOff x="1784" y="1736"/>
              <a:chExt cx="128" cy="128"/>
            </a:xfrm>
          </p:grpSpPr>
          <p:sp>
            <p:nvSpPr>
              <p:cNvPr id="54" name="Line 79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55" name="Line 80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34" name="Group 81"/>
            <p:cNvGrpSpPr>
              <a:grpSpLocks/>
            </p:cNvGrpSpPr>
            <p:nvPr/>
          </p:nvGrpSpPr>
          <p:grpSpPr bwMode="auto">
            <a:xfrm>
              <a:off x="1776" y="1216"/>
              <a:ext cx="128" cy="128"/>
              <a:chOff x="1784" y="1736"/>
              <a:chExt cx="128" cy="128"/>
            </a:xfrm>
          </p:grpSpPr>
          <p:sp>
            <p:nvSpPr>
              <p:cNvPr id="52" name="Line 82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53" name="Line 83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35" name="Group 84"/>
            <p:cNvGrpSpPr>
              <a:grpSpLocks/>
            </p:cNvGrpSpPr>
            <p:nvPr/>
          </p:nvGrpSpPr>
          <p:grpSpPr bwMode="auto">
            <a:xfrm>
              <a:off x="2416" y="1216"/>
              <a:ext cx="128" cy="128"/>
              <a:chOff x="1784" y="1736"/>
              <a:chExt cx="128" cy="128"/>
            </a:xfrm>
          </p:grpSpPr>
          <p:sp>
            <p:nvSpPr>
              <p:cNvPr id="50" name="Line 85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51" name="Line 86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36" name="Group 87"/>
            <p:cNvGrpSpPr>
              <a:grpSpLocks/>
            </p:cNvGrpSpPr>
            <p:nvPr/>
          </p:nvGrpSpPr>
          <p:grpSpPr bwMode="auto">
            <a:xfrm>
              <a:off x="2936" y="1216"/>
              <a:ext cx="128" cy="128"/>
              <a:chOff x="1784" y="1736"/>
              <a:chExt cx="128" cy="128"/>
            </a:xfrm>
          </p:grpSpPr>
          <p:sp>
            <p:nvSpPr>
              <p:cNvPr id="48" name="Line 88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49" name="Line 89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37" name="Group 90"/>
            <p:cNvGrpSpPr>
              <a:grpSpLocks/>
            </p:cNvGrpSpPr>
            <p:nvPr/>
          </p:nvGrpSpPr>
          <p:grpSpPr bwMode="auto">
            <a:xfrm>
              <a:off x="3512" y="1216"/>
              <a:ext cx="128" cy="128"/>
              <a:chOff x="1784" y="1736"/>
              <a:chExt cx="128" cy="128"/>
            </a:xfrm>
          </p:grpSpPr>
          <p:sp>
            <p:nvSpPr>
              <p:cNvPr id="46" name="Line 91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47" name="Line 92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38" name="Group 93"/>
            <p:cNvGrpSpPr>
              <a:grpSpLocks/>
            </p:cNvGrpSpPr>
            <p:nvPr/>
          </p:nvGrpSpPr>
          <p:grpSpPr bwMode="auto">
            <a:xfrm>
              <a:off x="4016" y="1216"/>
              <a:ext cx="128" cy="128"/>
              <a:chOff x="1784" y="1736"/>
              <a:chExt cx="128" cy="128"/>
            </a:xfrm>
          </p:grpSpPr>
          <p:sp>
            <p:nvSpPr>
              <p:cNvPr id="44" name="Line 94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45" name="Line 95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grpSp>
          <p:nvGrpSpPr>
            <p:cNvPr id="39" name="Group 96"/>
            <p:cNvGrpSpPr>
              <a:grpSpLocks/>
            </p:cNvGrpSpPr>
            <p:nvPr/>
          </p:nvGrpSpPr>
          <p:grpSpPr bwMode="auto">
            <a:xfrm>
              <a:off x="4552" y="1216"/>
              <a:ext cx="128" cy="128"/>
              <a:chOff x="1784" y="1736"/>
              <a:chExt cx="128" cy="128"/>
            </a:xfrm>
          </p:grpSpPr>
          <p:sp>
            <p:nvSpPr>
              <p:cNvPr id="42" name="Line 97"/>
              <p:cNvSpPr>
                <a:spLocks noChangeShapeType="1"/>
              </p:cNvSpPr>
              <p:nvPr/>
            </p:nvSpPr>
            <p:spPr bwMode="auto">
              <a:xfrm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43" name="Line 98"/>
              <p:cNvSpPr>
                <a:spLocks noChangeShapeType="1"/>
              </p:cNvSpPr>
              <p:nvPr/>
            </p:nvSpPr>
            <p:spPr bwMode="auto">
              <a:xfrm flipH="1">
                <a:off x="1784" y="1736"/>
                <a:ext cx="128" cy="128"/>
              </a:xfrm>
              <a:prstGeom prst="line">
                <a:avLst/>
              </a:prstGeom>
              <a:noFill/>
              <a:ln w="38100">
                <a:solidFill>
                  <a:srgbClr val="3366FF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endParaRPr lang="en-US"/>
              </a:p>
            </p:txBody>
          </p:sp>
        </p:grpSp>
        <p:sp>
          <p:nvSpPr>
            <p:cNvPr id="40" name="Line 99"/>
            <p:cNvSpPr>
              <a:spLocks noChangeShapeType="1"/>
            </p:cNvSpPr>
            <p:nvPr/>
          </p:nvSpPr>
          <p:spPr bwMode="auto">
            <a:xfrm flipH="1">
              <a:off x="2040" y="2464"/>
              <a:ext cx="1105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41" name="Text Box 100"/>
            <p:cNvSpPr txBox="1">
              <a:spLocks noChangeArrowheads="1"/>
            </p:cNvSpPr>
            <p:nvPr/>
          </p:nvSpPr>
          <p:spPr bwMode="auto">
            <a:xfrm>
              <a:off x="2544" y="2051"/>
              <a:ext cx="253" cy="32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2800"/>
                <a:t>r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Oval 102"/>
          <p:cNvSpPr>
            <a:spLocks noChangeArrowheads="1"/>
          </p:cNvSpPr>
          <p:nvPr/>
        </p:nvSpPr>
        <p:spPr bwMode="auto">
          <a:xfrm>
            <a:off x="3070746" y="1993948"/>
            <a:ext cx="3766782" cy="3765407"/>
          </a:xfrm>
          <a:prstGeom prst="ellipse">
            <a:avLst/>
          </a:prstGeom>
          <a:noFill/>
          <a:ln w="9525">
            <a:solidFill>
              <a:schemeClr val="tx1"/>
            </a:solidFill>
            <a:prstDash val="lgDash"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36" name="Oval 102"/>
          <p:cNvSpPr>
            <a:spLocks noChangeArrowheads="1"/>
          </p:cNvSpPr>
          <p:nvPr/>
        </p:nvSpPr>
        <p:spPr bwMode="auto">
          <a:xfrm>
            <a:off x="3739486" y="2715906"/>
            <a:ext cx="2402006" cy="2347414"/>
          </a:xfrm>
          <a:prstGeom prst="ellipse">
            <a:avLst/>
          </a:prstGeom>
          <a:noFill/>
          <a:ln w="9525">
            <a:solidFill>
              <a:schemeClr val="tx1"/>
            </a:solidFill>
            <a:prstDash val="lgDash"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0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Winter 2008</a:t>
            </a:r>
          </a:p>
        </p:txBody>
      </p:sp>
      <p:sp>
        <p:nvSpPr>
          <p:cNvPr id="10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R. Todd Lines</a:t>
            </a:r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2832100" y="2743200"/>
            <a:ext cx="203200" cy="203200"/>
            <a:chOff x="1784" y="1736"/>
            <a:chExt cx="128" cy="128"/>
          </a:xfrm>
        </p:grpSpPr>
        <p:sp>
          <p:nvSpPr>
            <p:cNvPr id="108554" name="Line 10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55" name="Line 11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2844800" y="3721100"/>
            <a:ext cx="203200" cy="203200"/>
            <a:chOff x="1784" y="1736"/>
            <a:chExt cx="128" cy="128"/>
          </a:xfrm>
        </p:grpSpPr>
        <p:sp>
          <p:nvSpPr>
            <p:cNvPr id="108557" name="Line 13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58" name="Line 14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4" name="Group 15"/>
          <p:cNvGrpSpPr>
            <a:grpSpLocks/>
          </p:cNvGrpSpPr>
          <p:nvPr/>
        </p:nvGrpSpPr>
        <p:grpSpPr bwMode="auto">
          <a:xfrm>
            <a:off x="2832100" y="4533900"/>
            <a:ext cx="203200" cy="203200"/>
            <a:chOff x="1784" y="1736"/>
            <a:chExt cx="128" cy="128"/>
          </a:xfrm>
        </p:grpSpPr>
        <p:sp>
          <p:nvSpPr>
            <p:cNvPr id="108560" name="Line 16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61" name="Line 17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5" name="Group 18"/>
          <p:cNvGrpSpPr>
            <a:grpSpLocks/>
          </p:cNvGrpSpPr>
          <p:nvPr/>
        </p:nvGrpSpPr>
        <p:grpSpPr bwMode="auto">
          <a:xfrm>
            <a:off x="2819400" y="5397500"/>
            <a:ext cx="203200" cy="203200"/>
            <a:chOff x="1784" y="1736"/>
            <a:chExt cx="128" cy="128"/>
          </a:xfrm>
        </p:grpSpPr>
        <p:sp>
          <p:nvSpPr>
            <p:cNvPr id="108563" name="Line 19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64" name="Line 20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6" name="Group 21"/>
          <p:cNvGrpSpPr>
            <a:grpSpLocks/>
          </p:cNvGrpSpPr>
          <p:nvPr/>
        </p:nvGrpSpPr>
        <p:grpSpPr bwMode="auto">
          <a:xfrm>
            <a:off x="3848100" y="2743200"/>
            <a:ext cx="203200" cy="203200"/>
            <a:chOff x="1784" y="1736"/>
            <a:chExt cx="128" cy="128"/>
          </a:xfrm>
        </p:grpSpPr>
        <p:sp>
          <p:nvSpPr>
            <p:cNvPr id="108566" name="Line 22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67" name="Line 23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7" name="Group 24"/>
          <p:cNvGrpSpPr>
            <a:grpSpLocks/>
          </p:cNvGrpSpPr>
          <p:nvPr/>
        </p:nvGrpSpPr>
        <p:grpSpPr bwMode="auto">
          <a:xfrm>
            <a:off x="3860800" y="3721100"/>
            <a:ext cx="203200" cy="203200"/>
            <a:chOff x="1784" y="1736"/>
            <a:chExt cx="128" cy="128"/>
          </a:xfrm>
        </p:grpSpPr>
        <p:sp>
          <p:nvSpPr>
            <p:cNvPr id="108569" name="Line 25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70" name="Line 26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8" name="Group 27"/>
          <p:cNvGrpSpPr>
            <a:grpSpLocks/>
          </p:cNvGrpSpPr>
          <p:nvPr/>
        </p:nvGrpSpPr>
        <p:grpSpPr bwMode="auto">
          <a:xfrm>
            <a:off x="3848100" y="4533900"/>
            <a:ext cx="203200" cy="203200"/>
            <a:chOff x="1784" y="1736"/>
            <a:chExt cx="128" cy="128"/>
          </a:xfrm>
        </p:grpSpPr>
        <p:sp>
          <p:nvSpPr>
            <p:cNvPr id="108572" name="Line 28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73" name="Line 29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9" name="Group 30"/>
          <p:cNvGrpSpPr>
            <a:grpSpLocks/>
          </p:cNvGrpSpPr>
          <p:nvPr/>
        </p:nvGrpSpPr>
        <p:grpSpPr bwMode="auto">
          <a:xfrm>
            <a:off x="3835400" y="5397500"/>
            <a:ext cx="203200" cy="203200"/>
            <a:chOff x="1784" y="1736"/>
            <a:chExt cx="128" cy="128"/>
          </a:xfrm>
        </p:grpSpPr>
        <p:sp>
          <p:nvSpPr>
            <p:cNvPr id="108575" name="Line 31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76" name="Line 32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0" name="Group 33"/>
          <p:cNvGrpSpPr>
            <a:grpSpLocks/>
          </p:cNvGrpSpPr>
          <p:nvPr/>
        </p:nvGrpSpPr>
        <p:grpSpPr bwMode="auto">
          <a:xfrm>
            <a:off x="4673600" y="2743200"/>
            <a:ext cx="203200" cy="203200"/>
            <a:chOff x="1784" y="1736"/>
            <a:chExt cx="128" cy="128"/>
          </a:xfrm>
        </p:grpSpPr>
        <p:sp>
          <p:nvSpPr>
            <p:cNvPr id="108578" name="Line 34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79" name="Line 35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1" name="Group 36"/>
          <p:cNvGrpSpPr>
            <a:grpSpLocks/>
          </p:cNvGrpSpPr>
          <p:nvPr/>
        </p:nvGrpSpPr>
        <p:grpSpPr bwMode="auto">
          <a:xfrm>
            <a:off x="4686300" y="3721100"/>
            <a:ext cx="203200" cy="203200"/>
            <a:chOff x="1784" y="1736"/>
            <a:chExt cx="128" cy="128"/>
          </a:xfrm>
        </p:grpSpPr>
        <p:sp>
          <p:nvSpPr>
            <p:cNvPr id="108581" name="Line 37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82" name="Line 38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2" name="Group 39"/>
          <p:cNvGrpSpPr>
            <a:grpSpLocks/>
          </p:cNvGrpSpPr>
          <p:nvPr/>
        </p:nvGrpSpPr>
        <p:grpSpPr bwMode="auto">
          <a:xfrm>
            <a:off x="4673600" y="4533900"/>
            <a:ext cx="203200" cy="203200"/>
            <a:chOff x="1784" y="1736"/>
            <a:chExt cx="128" cy="128"/>
          </a:xfrm>
        </p:grpSpPr>
        <p:sp>
          <p:nvSpPr>
            <p:cNvPr id="108584" name="Line 40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85" name="Line 41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3" name="Group 42"/>
          <p:cNvGrpSpPr>
            <a:grpSpLocks/>
          </p:cNvGrpSpPr>
          <p:nvPr/>
        </p:nvGrpSpPr>
        <p:grpSpPr bwMode="auto">
          <a:xfrm>
            <a:off x="4660900" y="5397500"/>
            <a:ext cx="203200" cy="203200"/>
            <a:chOff x="1784" y="1736"/>
            <a:chExt cx="128" cy="128"/>
          </a:xfrm>
        </p:grpSpPr>
        <p:sp>
          <p:nvSpPr>
            <p:cNvPr id="108587" name="Line 43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88" name="Line 44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4" name="Group 45"/>
          <p:cNvGrpSpPr>
            <a:grpSpLocks/>
          </p:cNvGrpSpPr>
          <p:nvPr/>
        </p:nvGrpSpPr>
        <p:grpSpPr bwMode="auto">
          <a:xfrm>
            <a:off x="5588000" y="2743200"/>
            <a:ext cx="203200" cy="203200"/>
            <a:chOff x="1784" y="1736"/>
            <a:chExt cx="128" cy="128"/>
          </a:xfrm>
        </p:grpSpPr>
        <p:sp>
          <p:nvSpPr>
            <p:cNvPr id="108590" name="Line 46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91" name="Line 47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5" name="Group 48"/>
          <p:cNvGrpSpPr>
            <a:grpSpLocks/>
          </p:cNvGrpSpPr>
          <p:nvPr/>
        </p:nvGrpSpPr>
        <p:grpSpPr bwMode="auto">
          <a:xfrm>
            <a:off x="5600700" y="3721100"/>
            <a:ext cx="203200" cy="203200"/>
            <a:chOff x="1784" y="1736"/>
            <a:chExt cx="128" cy="128"/>
          </a:xfrm>
        </p:grpSpPr>
        <p:sp>
          <p:nvSpPr>
            <p:cNvPr id="108593" name="Line 49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94" name="Line 50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6" name="Group 51"/>
          <p:cNvGrpSpPr>
            <a:grpSpLocks/>
          </p:cNvGrpSpPr>
          <p:nvPr/>
        </p:nvGrpSpPr>
        <p:grpSpPr bwMode="auto">
          <a:xfrm>
            <a:off x="5588000" y="4533900"/>
            <a:ext cx="203200" cy="203200"/>
            <a:chOff x="1784" y="1736"/>
            <a:chExt cx="128" cy="128"/>
          </a:xfrm>
        </p:grpSpPr>
        <p:sp>
          <p:nvSpPr>
            <p:cNvPr id="108596" name="Line 52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97" name="Line 53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7" name="Group 54"/>
          <p:cNvGrpSpPr>
            <a:grpSpLocks/>
          </p:cNvGrpSpPr>
          <p:nvPr/>
        </p:nvGrpSpPr>
        <p:grpSpPr bwMode="auto">
          <a:xfrm>
            <a:off x="5575300" y="5397500"/>
            <a:ext cx="203200" cy="203200"/>
            <a:chOff x="1784" y="1736"/>
            <a:chExt cx="128" cy="128"/>
          </a:xfrm>
        </p:grpSpPr>
        <p:sp>
          <p:nvSpPr>
            <p:cNvPr id="108599" name="Line 55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00" name="Line 56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8" name="Group 57"/>
          <p:cNvGrpSpPr>
            <a:grpSpLocks/>
          </p:cNvGrpSpPr>
          <p:nvPr/>
        </p:nvGrpSpPr>
        <p:grpSpPr bwMode="auto">
          <a:xfrm>
            <a:off x="6388100" y="2743200"/>
            <a:ext cx="203200" cy="203200"/>
            <a:chOff x="1784" y="1736"/>
            <a:chExt cx="128" cy="128"/>
          </a:xfrm>
        </p:grpSpPr>
        <p:sp>
          <p:nvSpPr>
            <p:cNvPr id="108602" name="Line 58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03" name="Line 59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9" name="Group 60"/>
          <p:cNvGrpSpPr>
            <a:grpSpLocks/>
          </p:cNvGrpSpPr>
          <p:nvPr/>
        </p:nvGrpSpPr>
        <p:grpSpPr bwMode="auto">
          <a:xfrm>
            <a:off x="6400800" y="3721100"/>
            <a:ext cx="203200" cy="203200"/>
            <a:chOff x="1784" y="1736"/>
            <a:chExt cx="128" cy="128"/>
          </a:xfrm>
        </p:grpSpPr>
        <p:sp>
          <p:nvSpPr>
            <p:cNvPr id="108605" name="Line 61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06" name="Line 62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0" name="Group 63"/>
          <p:cNvGrpSpPr>
            <a:grpSpLocks/>
          </p:cNvGrpSpPr>
          <p:nvPr/>
        </p:nvGrpSpPr>
        <p:grpSpPr bwMode="auto">
          <a:xfrm>
            <a:off x="6388100" y="4533900"/>
            <a:ext cx="203200" cy="203200"/>
            <a:chOff x="1784" y="1736"/>
            <a:chExt cx="128" cy="128"/>
          </a:xfrm>
        </p:grpSpPr>
        <p:sp>
          <p:nvSpPr>
            <p:cNvPr id="108608" name="Line 64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09" name="Line 65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2" name="Group 66"/>
          <p:cNvGrpSpPr>
            <a:grpSpLocks/>
          </p:cNvGrpSpPr>
          <p:nvPr/>
        </p:nvGrpSpPr>
        <p:grpSpPr bwMode="auto">
          <a:xfrm>
            <a:off x="6375400" y="5397500"/>
            <a:ext cx="203200" cy="203200"/>
            <a:chOff x="1784" y="1736"/>
            <a:chExt cx="128" cy="128"/>
          </a:xfrm>
        </p:grpSpPr>
        <p:sp>
          <p:nvSpPr>
            <p:cNvPr id="108611" name="Line 67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12" name="Line 68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3" name="Group 69"/>
          <p:cNvGrpSpPr>
            <a:grpSpLocks/>
          </p:cNvGrpSpPr>
          <p:nvPr/>
        </p:nvGrpSpPr>
        <p:grpSpPr bwMode="auto">
          <a:xfrm>
            <a:off x="7239000" y="2743200"/>
            <a:ext cx="203200" cy="203200"/>
            <a:chOff x="1784" y="1736"/>
            <a:chExt cx="128" cy="128"/>
          </a:xfrm>
        </p:grpSpPr>
        <p:sp>
          <p:nvSpPr>
            <p:cNvPr id="108614" name="Line 70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15" name="Line 71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4" name="Group 72"/>
          <p:cNvGrpSpPr>
            <a:grpSpLocks/>
          </p:cNvGrpSpPr>
          <p:nvPr/>
        </p:nvGrpSpPr>
        <p:grpSpPr bwMode="auto">
          <a:xfrm>
            <a:off x="7251700" y="3721100"/>
            <a:ext cx="203200" cy="203200"/>
            <a:chOff x="1784" y="1736"/>
            <a:chExt cx="128" cy="128"/>
          </a:xfrm>
        </p:grpSpPr>
        <p:sp>
          <p:nvSpPr>
            <p:cNvPr id="108617" name="Line 73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18" name="Line 74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5" name="Group 75"/>
          <p:cNvGrpSpPr>
            <a:grpSpLocks/>
          </p:cNvGrpSpPr>
          <p:nvPr/>
        </p:nvGrpSpPr>
        <p:grpSpPr bwMode="auto">
          <a:xfrm>
            <a:off x="7239000" y="4533900"/>
            <a:ext cx="203200" cy="203200"/>
            <a:chOff x="1784" y="1736"/>
            <a:chExt cx="128" cy="128"/>
          </a:xfrm>
        </p:grpSpPr>
        <p:sp>
          <p:nvSpPr>
            <p:cNvPr id="108620" name="Line 76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21" name="Line 77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6" name="Group 78"/>
          <p:cNvGrpSpPr>
            <a:grpSpLocks/>
          </p:cNvGrpSpPr>
          <p:nvPr/>
        </p:nvGrpSpPr>
        <p:grpSpPr bwMode="auto">
          <a:xfrm>
            <a:off x="7226300" y="5397500"/>
            <a:ext cx="203200" cy="203200"/>
            <a:chOff x="1784" y="1736"/>
            <a:chExt cx="128" cy="128"/>
          </a:xfrm>
        </p:grpSpPr>
        <p:sp>
          <p:nvSpPr>
            <p:cNvPr id="108623" name="Line 79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24" name="Line 80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7" name="Group 81"/>
          <p:cNvGrpSpPr>
            <a:grpSpLocks/>
          </p:cNvGrpSpPr>
          <p:nvPr/>
        </p:nvGrpSpPr>
        <p:grpSpPr bwMode="auto">
          <a:xfrm>
            <a:off x="2819400" y="1930400"/>
            <a:ext cx="203200" cy="203200"/>
            <a:chOff x="1784" y="1736"/>
            <a:chExt cx="128" cy="128"/>
          </a:xfrm>
        </p:grpSpPr>
        <p:sp>
          <p:nvSpPr>
            <p:cNvPr id="108626" name="Line 82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27" name="Line 83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8" name="Group 84"/>
          <p:cNvGrpSpPr>
            <a:grpSpLocks/>
          </p:cNvGrpSpPr>
          <p:nvPr/>
        </p:nvGrpSpPr>
        <p:grpSpPr bwMode="auto">
          <a:xfrm>
            <a:off x="3835400" y="1930400"/>
            <a:ext cx="203200" cy="203200"/>
            <a:chOff x="1784" y="1736"/>
            <a:chExt cx="128" cy="128"/>
          </a:xfrm>
        </p:grpSpPr>
        <p:sp>
          <p:nvSpPr>
            <p:cNvPr id="108629" name="Line 85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30" name="Line 86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9" name="Group 87"/>
          <p:cNvGrpSpPr>
            <a:grpSpLocks/>
          </p:cNvGrpSpPr>
          <p:nvPr/>
        </p:nvGrpSpPr>
        <p:grpSpPr bwMode="auto">
          <a:xfrm>
            <a:off x="4660900" y="1930400"/>
            <a:ext cx="203200" cy="203200"/>
            <a:chOff x="1784" y="1736"/>
            <a:chExt cx="128" cy="128"/>
          </a:xfrm>
        </p:grpSpPr>
        <p:sp>
          <p:nvSpPr>
            <p:cNvPr id="108632" name="Line 88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33" name="Line 89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30" name="Group 90"/>
          <p:cNvGrpSpPr>
            <a:grpSpLocks/>
          </p:cNvGrpSpPr>
          <p:nvPr/>
        </p:nvGrpSpPr>
        <p:grpSpPr bwMode="auto">
          <a:xfrm>
            <a:off x="5575300" y="1930400"/>
            <a:ext cx="203200" cy="203200"/>
            <a:chOff x="1784" y="1736"/>
            <a:chExt cx="128" cy="128"/>
          </a:xfrm>
        </p:grpSpPr>
        <p:sp>
          <p:nvSpPr>
            <p:cNvPr id="108635" name="Line 91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36" name="Line 92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31" name="Group 93"/>
          <p:cNvGrpSpPr>
            <a:grpSpLocks/>
          </p:cNvGrpSpPr>
          <p:nvPr/>
        </p:nvGrpSpPr>
        <p:grpSpPr bwMode="auto">
          <a:xfrm>
            <a:off x="6375400" y="1930400"/>
            <a:ext cx="203200" cy="203200"/>
            <a:chOff x="1784" y="1736"/>
            <a:chExt cx="128" cy="128"/>
          </a:xfrm>
        </p:grpSpPr>
        <p:sp>
          <p:nvSpPr>
            <p:cNvPr id="108638" name="Line 94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39" name="Line 95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08640" name="Group 96"/>
          <p:cNvGrpSpPr>
            <a:grpSpLocks/>
          </p:cNvGrpSpPr>
          <p:nvPr/>
        </p:nvGrpSpPr>
        <p:grpSpPr bwMode="auto">
          <a:xfrm>
            <a:off x="7226300" y="1930400"/>
            <a:ext cx="203200" cy="203200"/>
            <a:chOff x="1784" y="1736"/>
            <a:chExt cx="128" cy="128"/>
          </a:xfrm>
        </p:grpSpPr>
        <p:sp>
          <p:nvSpPr>
            <p:cNvPr id="108641" name="Line 97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42" name="Line 98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3366FF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13" name="Group 112"/>
          <p:cNvGrpSpPr/>
          <p:nvPr/>
        </p:nvGrpSpPr>
        <p:grpSpPr>
          <a:xfrm>
            <a:off x="3083253" y="1992573"/>
            <a:ext cx="3837295" cy="3753134"/>
            <a:chOff x="3083253" y="1992573"/>
            <a:chExt cx="3837295" cy="3753134"/>
          </a:xfrm>
        </p:grpSpPr>
        <p:grpSp>
          <p:nvGrpSpPr>
            <p:cNvPr id="21" name="Group 120"/>
            <p:cNvGrpSpPr/>
            <p:nvPr/>
          </p:nvGrpSpPr>
          <p:grpSpPr>
            <a:xfrm rot="5561759">
              <a:off x="4633411" y="2024413"/>
              <a:ext cx="652817" cy="3753134"/>
              <a:chOff x="4794915" y="2144973"/>
              <a:chExt cx="652817" cy="3753134"/>
            </a:xfrm>
          </p:grpSpPr>
          <p:cxnSp>
            <p:nvCxnSpPr>
              <p:cNvPr id="122" name="Straight Arrow Connector 121"/>
              <p:cNvCxnSpPr/>
              <p:nvPr/>
            </p:nvCxnSpPr>
            <p:spPr>
              <a:xfrm flipH="1" flipV="1">
                <a:off x="4888173" y="2144973"/>
                <a:ext cx="559559" cy="1365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Arrow Connector 122"/>
              <p:cNvCxnSpPr/>
              <p:nvPr/>
            </p:nvCxnSpPr>
            <p:spPr>
              <a:xfrm>
                <a:off x="4794915" y="5886735"/>
                <a:ext cx="598225" cy="11372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7" name="Straight Arrow Connector 106"/>
            <p:cNvCxnSpPr/>
            <p:nvPr/>
          </p:nvCxnSpPr>
          <p:spPr>
            <a:xfrm flipH="1" flipV="1">
              <a:off x="4735773" y="1992573"/>
              <a:ext cx="559559" cy="136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/>
            <p:cNvCxnSpPr/>
            <p:nvPr/>
          </p:nvCxnSpPr>
          <p:spPr>
            <a:xfrm>
              <a:off x="4642515" y="5734335"/>
              <a:ext cx="598225" cy="1137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8645" name="Group 119"/>
            <p:cNvGrpSpPr/>
            <p:nvPr/>
          </p:nvGrpSpPr>
          <p:grpSpPr>
            <a:xfrm rot="2853023">
              <a:off x="4713027" y="2076733"/>
              <a:ext cx="652817" cy="3753134"/>
              <a:chOff x="4794915" y="2144973"/>
              <a:chExt cx="652817" cy="3753134"/>
            </a:xfrm>
          </p:grpSpPr>
          <p:cxnSp>
            <p:nvCxnSpPr>
              <p:cNvPr id="118" name="Straight Arrow Connector 117"/>
              <p:cNvCxnSpPr/>
              <p:nvPr/>
            </p:nvCxnSpPr>
            <p:spPr>
              <a:xfrm flipH="1" flipV="1">
                <a:off x="4888173" y="2144973"/>
                <a:ext cx="559559" cy="1365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Arrow Connector 118"/>
              <p:cNvCxnSpPr/>
              <p:nvPr/>
            </p:nvCxnSpPr>
            <p:spPr>
              <a:xfrm>
                <a:off x="4794915" y="5886735"/>
                <a:ext cx="598225" cy="11372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8646" name="Group 123"/>
            <p:cNvGrpSpPr/>
            <p:nvPr/>
          </p:nvGrpSpPr>
          <p:grpSpPr>
            <a:xfrm rot="7815373">
              <a:off x="4717572" y="1903857"/>
              <a:ext cx="652817" cy="3753134"/>
              <a:chOff x="4794915" y="2144973"/>
              <a:chExt cx="652817" cy="3753134"/>
            </a:xfrm>
          </p:grpSpPr>
          <p:cxnSp>
            <p:nvCxnSpPr>
              <p:cNvPr id="125" name="Straight Arrow Connector 124"/>
              <p:cNvCxnSpPr/>
              <p:nvPr/>
            </p:nvCxnSpPr>
            <p:spPr>
              <a:xfrm flipH="1" flipV="1">
                <a:off x="4888173" y="2144973"/>
                <a:ext cx="559559" cy="1365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Straight Arrow Connector 125"/>
              <p:cNvCxnSpPr/>
              <p:nvPr/>
            </p:nvCxnSpPr>
            <p:spPr>
              <a:xfrm>
                <a:off x="4794915" y="5886735"/>
                <a:ext cx="598225" cy="11372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28" name="TextBox 127"/>
          <p:cNvSpPr txBox="1"/>
          <p:nvPr/>
        </p:nvSpPr>
        <p:spPr>
          <a:xfrm>
            <a:off x="3113964" y="4970060"/>
            <a:ext cx="3850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E</a:t>
            </a:r>
          </a:p>
        </p:txBody>
      </p:sp>
      <p:grpSp>
        <p:nvGrpSpPr>
          <p:cNvPr id="114" name="Group 113"/>
          <p:cNvGrpSpPr/>
          <p:nvPr/>
        </p:nvGrpSpPr>
        <p:grpSpPr>
          <a:xfrm>
            <a:off x="3754265" y="2718181"/>
            <a:ext cx="2428168" cy="2372436"/>
            <a:chOff x="3083253" y="1992573"/>
            <a:chExt cx="3837295" cy="3753134"/>
          </a:xfrm>
        </p:grpSpPr>
        <p:grpSp>
          <p:nvGrpSpPr>
            <p:cNvPr id="115" name="Group 120"/>
            <p:cNvGrpSpPr/>
            <p:nvPr/>
          </p:nvGrpSpPr>
          <p:grpSpPr>
            <a:xfrm rot="5561759">
              <a:off x="4633411" y="2024413"/>
              <a:ext cx="652817" cy="3753134"/>
              <a:chOff x="4794915" y="2144973"/>
              <a:chExt cx="652817" cy="3753134"/>
            </a:xfrm>
          </p:grpSpPr>
          <p:cxnSp>
            <p:nvCxnSpPr>
              <p:cNvPr id="132" name="Straight Arrow Connector 131"/>
              <p:cNvCxnSpPr/>
              <p:nvPr/>
            </p:nvCxnSpPr>
            <p:spPr>
              <a:xfrm flipH="1" flipV="1">
                <a:off x="4888173" y="2144973"/>
                <a:ext cx="559559" cy="1365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Arrow Connector 132"/>
              <p:cNvCxnSpPr/>
              <p:nvPr/>
            </p:nvCxnSpPr>
            <p:spPr>
              <a:xfrm>
                <a:off x="4794915" y="5886735"/>
                <a:ext cx="598225" cy="11372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6" name="Straight Arrow Connector 115"/>
            <p:cNvCxnSpPr/>
            <p:nvPr/>
          </p:nvCxnSpPr>
          <p:spPr>
            <a:xfrm flipH="1" flipV="1">
              <a:off x="4735773" y="1992573"/>
              <a:ext cx="559559" cy="136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Arrow Connector 116"/>
            <p:cNvCxnSpPr/>
            <p:nvPr/>
          </p:nvCxnSpPr>
          <p:spPr>
            <a:xfrm>
              <a:off x="4642515" y="5734335"/>
              <a:ext cx="598225" cy="1137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0" name="Group 119"/>
            <p:cNvGrpSpPr/>
            <p:nvPr/>
          </p:nvGrpSpPr>
          <p:grpSpPr>
            <a:xfrm rot="2853023">
              <a:off x="4713027" y="2076733"/>
              <a:ext cx="652817" cy="3753134"/>
              <a:chOff x="4794915" y="2144973"/>
              <a:chExt cx="652817" cy="3753134"/>
            </a:xfrm>
          </p:grpSpPr>
          <p:cxnSp>
            <p:nvCxnSpPr>
              <p:cNvPr id="130" name="Straight Arrow Connector 129"/>
              <p:cNvCxnSpPr/>
              <p:nvPr/>
            </p:nvCxnSpPr>
            <p:spPr>
              <a:xfrm flipH="1" flipV="1">
                <a:off x="4888173" y="2144973"/>
                <a:ext cx="559559" cy="1365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Straight Arrow Connector 130"/>
              <p:cNvCxnSpPr/>
              <p:nvPr/>
            </p:nvCxnSpPr>
            <p:spPr>
              <a:xfrm>
                <a:off x="4794915" y="5886735"/>
                <a:ext cx="598225" cy="11372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1" name="Group 123"/>
            <p:cNvGrpSpPr/>
            <p:nvPr/>
          </p:nvGrpSpPr>
          <p:grpSpPr>
            <a:xfrm rot="7815373">
              <a:off x="4717572" y="1903857"/>
              <a:ext cx="652817" cy="3753134"/>
              <a:chOff x="4794915" y="2144973"/>
              <a:chExt cx="652817" cy="3753134"/>
            </a:xfrm>
          </p:grpSpPr>
          <p:cxnSp>
            <p:nvCxnSpPr>
              <p:cNvPr id="124" name="Straight Arrow Connector 123"/>
              <p:cNvCxnSpPr/>
              <p:nvPr/>
            </p:nvCxnSpPr>
            <p:spPr>
              <a:xfrm flipH="1" flipV="1">
                <a:off x="4888173" y="2144973"/>
                <a:ext cx="559559" cy="1365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Straight Arrow Connector 128"/>
              <p:cNvCxnSpPr/>
              <p:nvPr/>
            </p:nvCxnSpPr>
            <p:spPr>
              <a:xfrm>
                <a:off x="4794915" y="5886735"/>
                <a:ext cx="598225" cy="11372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38" name="TextBox 137"/>
          <p:cNvSpPr txBox="1"/>
          <p:nvPr/>
        </p:nvSpPr>
        <p:spPr>
          <a:xfrm>
            <a:off x="736978" y="2429301"/>
            <a:ext cx="1746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Changing B-Field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12207" y="4001068"/>
            <a:ext cx="1746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Induced E-Field</a:t>
            </a:r>
          </a:p>
        </p:txBody>
      </p:sp>
      <p:sp>
        <p:nvSpPr>
          <p:cNvPr id="140" name="Freeform 139"/>
          <p:cNvSpPr/>
          <p:nvPr/>
        </p:nvSpPr>
        <p:spPr>
          <a:xfrm>
            <a:off x="2470245" y="2238233"/>
            <a:ext cx="327546" cy="341194"/>
          </a:xfrm>
          <a:custGeom>
            <a:avLst/>
            <a:gdLst>
              <a:gd name="connsiteX0" fmla="*/ 0 w 327546"/>
              <a:gd name="connsiteY0" fmla="*/ 341194 h 341194"/>
              <a:gd name="connsiteX1" fmla="*/ 327546 w 327546"/>
              <a:gd name="connsiteY1" fmla="*/ 0 h 341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327546" h="341194">
                <a:moveTo>
                  <a:pt x="0" y="341194"/>
                </a:moveTo>
                <a:lnTo>
                  <a:pt x="327546" y="0"/>
                </a:lnTo>
              </a:path>
            </a:pathLst>
          </a:cu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Freeform 140"/>
          <p:cNvSpPr/>
          <p:nvPr/>
        </p:nvSpPr>
        <p:spPr>
          <a:xfrm>
            <a:off x="2579427" y="4042012"/>
            <a:ext cx="452651" cy="175146"/>
          </a:xfrm>
          <a:custGeom>
            <a:avLst/>
            <a:gdLst>
              <a:gd name="connsiteX0" fmla="*/ 0 w 327546"/>
              <a:gd name="connsiteY0" fmla="*/ 341194 h 341194"/>
              <a:gd name="connsiteX1" fmla="*/ 327546 w 327546"/>
              <a:gd name="connsiteY1" fmla="*/ 0 h 341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327546" h="341194">
                <a:moveTo>
                  <a:pt x="0" y="341194"/>
                </a:moveTo>
                <a:lnTo>
                  <a:pt x="327546" y="0"/>
                </a:lnTo>
              </a:path>
            </a:pathLst>
          </a:cu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223.45.9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7757160" cy="4525963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Are the Electric and Magnetic field equations symmetric</a:t>
            </a:r>
          </a:p>
          <a:p>
            <a:pPr>
              <a:buNone/>
            </a:pPr>
            <a:r>
              <a:rPr lang="en-US" dirty="0"/>
              <a:t>				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They seem to be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No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They seem not to be</a:t>
            </a:r>
          </a:p>
          <a:p>
            <a:pPr marL="514350" indent="-51435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Oval 102"/>
          <p:cNvSpPr>
            <a:spLocks noChangeArrowheads="1"/>
          </p:cNvSpPr>
          <p:nvPr/>
        </p:nvSpPr>
        <p:spPr bwMode="auto">
          <a:xfrm>
            <a:off x="3070746" y="1993948"/>
            <a:ext cx="3766782" cy="3765407"/>
          </a:xfrm>
          <a:prstGeom prst="ellipse">
            <a:avLst/>
          </a:prstGeom>
          <a:noFill/>
          <a:ln w="9525">
            <a:solidFill>
              <a:schemeClr val="tx1"/>
            </a:solidFill>
            <a:prstDash val="lgDash"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36" name="Oval 102"/>
          <p:cNvSpPr>
            <a:spLocks noChangeArrowheads="1"/>
          </p:cNvSpPr>
          <p:nvPr/>
        </p:nvSpPr>
        <p:spPr bwMode="auto">
          <a:xfrm>
            <a:off x="3739486" y="2715906"/>
            <a:ext cx="2402006" cy="2347414"/>
          </a:xfrm>
          <a:prstGeom prst="ellipse">
            <a:avLst/>
          </a:prstGeom>
          <a:noFill/>
          <a:ln w="9525">
            <a:solidFill>
              <a:schemeClr val="tx1"/>
            </a:solidFill>
            <a:prstDash val="lgDash"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0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Winter 2008</a:t>
            </a:r>
          </a:p>
        </p:txBody>
      </p:sp>
      <p:sp>
        <p:nvSpPr>
          <p:cNvPr id="10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R. Todd Lines</a:t>
            </a:r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2832100" y="2743200"/>
            <a:ext cx="203200" cy="203200"/>
            <a:chOff x="1784" y="1736"/>
            <a:chExt cx="128" cy="128"/>
          </a:xfrm>
        </p:grpSpPr>
        <p:sp>
          <p:nvSpPr>
            <p:cNvPr id="108554" name="Line 10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55" name="Line 11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2844800" y="3721100"/>
            <a:ext cx="203200" cy="203200"/>
            <a:chOff x="1784" y="1736"/>
            <a:chExt cx="128" cy="128"/>
          </a:xfrm>
        </p:grpSpPr>
        <p:sp>
          <p:nvSpPr>
            <p:cNvPr id="108557" name="Line 13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58" name="Line 14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4" name="Group 15"/>
          <p:cNvGrpSpPr>
            <a:grpSpLocks/>
          </p:cNvGrpSpPr>
          <p:nvPr/>
        </p:nvGrpSpPr>
        <p:grpSpPr bwMode="auto">
          <a:xfrm>
            <a:off x="2832100" y="4533900"/>
            <a:ext cx="203200" cy="203200"/>
            <a:chOff x="1784" y="1736"/>
            <a:chExt cx="128" cy="128"/>
          </a:xfrm>
        </p:grpSpPr>
        <p:sp>
          <p:nvSpPr>
            <p:cNvPr id="108560" name="Line 16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61" name="Line 17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5" name="Group 18"/>
          <p:cNvGrpSpPr>
            <a:grpSpLocks/>
          </p:cNvGrpSpPr>
          <p:nvPr/>
        </p:nvGrpSpPr>
        <p:grpSpPr bwMode="auto">
          <a:xfrm>
            <a:off x="2819400" y="5397500"/>
            <a:ext cx="203200" cy="203200"/>
            <a:chOff x="1784" y="1736"/>
            <a:chExt cx="128" cy="128"/>
          </a:xfrm>
        </p:grpSpPr>
        <p:sp>
          <p:nvSpPr>
            <p:cNvPr id="108563" name="Line 19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64" name="Line 20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6" name="Group 21"/>
          <p:cNvGrpSpPr>
            <a:grpSpLocks/>
          </p:cNvGrpSpPr>
          <p:nvPr/>
        </p:nvGrpSpPr>
        <p:grpSpPr bwMode="auto">
          <a:xfrm>
            <a:off x="3848100" y="2743200"/>
            <a:ext cx="203200" cy="203200"/>
            <a:chOff x="1784" y="1736"/>
            <a:chExt cx="128" cy="128"/>
          </a:xfrm>
        </p:grpSpPr>
        <p:sp>
          <p:nvSpPr>
            <p:cNvPr id="108566" name="Line 22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67" name="Line 23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7" name="Group 24"/>
          <p:cNvGrpSpPr>
            <a:grpSpLocks/>
          </p:cNvGrpSpPr>
          <p:nvPr/>
        </p:nvGrpSpPr>
        <p:grpSpPr bwMode="auto">
          <a:xfrm>
            <a:off x="3860800" y="3721100"/>
            <a:ext cx="203200" cy="203200"/>
            <a:chOff x="1784" y="1736"/>
            <a:chExt cx="128" cy="128"/>
          </a:xfrm>
        </p:grpSpPr>
        <p:sp>
          <p:nvSpPr>
            <p:cNvPr id="108569" name="Line 25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70" name="Line 26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8" name="Group 27"/>
          <p:cNvGrpSpPr>
            <a:grpSpLocks/>
          </p:cNvGrpSpPr>
          <p:nvPr/>
        </p:nvGrpSpPr>
        <p:grpSpPr bwMode="auto">
          <a:xfrm>
            <a:off x="3848100" y="4533900"/>
            <a:ext cx="203200" cy="203200"/>
            <a:chOff x="1784" y="1736"/>
            <a:chExt cx="128" cy="128"/>
          </a:xfrm>
        </p:grpSpPr>
        <p:sp>
          <p:nvSpPr>
            <p:cNvPr id="108572" name="Line 28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73" name="Line 29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9" name="Group 30"/>
          <p:cNvGrpSpPr>
            <a:grpSpLocks/>
          </p:cNvGrpSpPr>
          <p:nvPr/>
        </p:nvGrpSpPr>
        <p:grpSpPr bwMode="auto">
          <a:xfrm>
            <a:off x="3835400" y="5397500"/>
            <a:ext cx="203200" cy="203200"/>
            <a:chOff x="1784" y="1736"/>
            <a:chExt cx="128" cy="128"/>
          </a:xfrm>
        </p:grpSpPr>
        <p:sp>
          <p:nvSpPr>
            <p:cNvPr id="108575" name="Line 31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76" name="Line 32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0" name="Group 33"/>
          <p:cNvGrpSpPr>
            <a:grpSpLocks/>
          </p:cNvGrpSpPr>
          <p:nvPr/>
        </p:nvGrpSpPr>
        <p:grpSpPr bwMode="auto">
          <a:xfrm>
            <a:off x="4673600" y="2743200"/>
            <a:ext cx="203200" cy="203200"/>
            <a:chOff x="1784" y="1736"/>
            <a:chExt cx="128" cy="128"/>
          </a:xfrm>
        </p:grpSpPr>
        <p:sp>
          <p:nvSpPr>
            <p:cNvPr id="108578" name="Line 34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79" name="Line 35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1" name="Group 36"/>
          <p:cNvGrpSpPr>
            <a:grpSpLocks/>
          </p:cNvGrpSpPr>
          <p:nvPr/>
        </p:nvGrpSpPr>
        <p:grpSpPr bwMode="auto">
          <a:xfrm>
            <a:off x="4686300" y="3721100"/>
            <a:ext cx="203200" cy="203200"/>
            <a:chOff x="1784" y="1736"/>
            <a:chExt cx="128" cy="128"/>
          </a:xfrm>
        </p:grpSpPr>
        <p:sp>
          <p:nvSpPr>
            <p:cNvPr id="108581" name="Line 37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82" name="Line 38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2" name="Group 39"/>
          <p:cNvGrpSpPr>
            <a:grpSpLocks/>
          </p:cNvGrpSpPr>
          <p:nvPr/>
        </p:nvGrpSpPr>
        <p:grpSpPr bwMode="auto">
          <a:xfrm>
            <a:off x="4673600" y="4533900"/>
            <a:ext cx="203200" cy="203200"/>
            <a:chOff x="1784" y="1736"/>
            <a:chExt cx="128" cy="128"/>
          </a:xfrm>
        </p:grpSpPr>
        <p:sp>
          <p:nvSpPr>
            <p:cNvPr id="108584" name="Line 40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85" name="Line 41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3" name="Group 42"/>
          <p:cNvGrpSpPr>
            <a:grpSpLocks/>
          </p:cNvGrpSpPr>
          <p:nvPr/>
        </p:nvGrpSpPr>
        <p:grpSpPr bwMode="auto">
          <a:xfrm>
            <a:off x="4660900" y="5397500"/>
            <a:ext cx="203200" cy="203200"/>
            <a:chOff x="1784" y="1736"/>
            <a:chExt cx="128" cy="128"/>
          </a:xfrm>
        </p:grpSpPr>
        <p:sp>
          <p:nvSpPr>
            <p:cNvPr id="108587" name="Line 43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88" name="Line 44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4" name="Group 45"/>
          <p:cNvGrpSpPr>
            <a:grpSpLocks/>
          </p:cNvGrpSpPr>
          <p:nvPr/>
        </p:nvGrpSpPr>
        <p:grpSpPr bwMode="auto">
          <a:xfrm>
            <a:off x="5588000" y="2743200"/>
            <a:ext cx="203200" cy="203200"/>
            <a:chOff x="1784" y="1736"/>
            <a:chExt cx="128" cy="128"/>
          </a:xfrm>
        </p:grpSpPr>
        <p:sp>
          <p:nvSpPr>
            <p:cNvPr id="108590" name="Line 46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91" name="Line 47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5" name="Group 48"/>
          <p:cNvGrpSpPr>
            <a:grpSpLocks/>
          </p:cNvGrpSpPr>
          <p:nvPr/>
        </p:nvGrpSpPr>
        <p:grpSpPr bwMode="auto">
          <a:xfrm>
            <a:off x="5600700" y="3721100"/>
            <a:ext cx="203200" cy="203200"/>
            <a:chOff x="1784" y="1736"/>
            <a:chExt cx="128" cy="128"/>
          </a:xfrm>
        </p:grpSpPr>
        <p:sp>
          <p:nvSpPr>
            <p:cNvPr id="108593" name="Line 49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94" name="Line 50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6" name="Group 51"/>
          <p:cNvGrpSpPr>
            <a:grpSpLocks/>
          </p:cNvGrpSpPr>
          <p:nvPr/>
        </p:nvGrpSpPr>
        <p:grpSpPr bwMode="auto">
          <a:xfrm>
            <a:off x="5588000" y="4533900"/>
            <a:ext cx="203200" cy="203200"/>
            <a:chOff x="1784" y="1736"/>
            <a:chExt cx="128" cy="128"/>
          </a:xfrm>
        </p:grpSpPr>
        <p:sp>
          <p:nvSpPr>
            <p:cNvPr id="108596" name="Line 52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597" name="Line 53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7" name="Group 54"/>
          <p:cNvGrpSpPr>
            <a:grpSpLocks/>
          </p:cNvGrpSpPr>
          <p:nvPr/>
        </p:nvGrpSpPr>
        <p:grpSpPr bwMode="auto">
          <a:xfrm>
            <a:off x="5575300" y="5397500"/>
            <a:ext cx="203200" cy="203200"/>
            <a:chOff x="1784" y="1736"/>
            <a:chExt cx="128" cy="128"/>
          </a:xfrm>
        </p:grpSpPr>
        <p:sp>
          <p:nvSpPr>
            <p:cNvPr id="108599" name="Line 55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00" name="Line 56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8" name="Group 57"/>
          <p:cNvGrpSpPr>
            <a:grpSpLocks/>
          </p:cNvGrpSpPr>
          <p:nvPr/>
        </p:nvGrpSpPr>
        <p:grpSpPr bwMode="auto">
          <a:xfrm>
            <a:off x="6388100" y="2743200"/>
            <a:ext cx="203200" cy="203200"/>
            <a:chOff x="1784" y="1736"/>
            <a:chExt cx="128" cy="128"/>
          </a:xfrm>
        </p:grpSpPr>
        <p:sp>
          <p:nvSpPr>
            <p:cNvPr id="108602" name="Line 58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03" name="Line 59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9" name="Group 60"/>
          <p:cNvGrpSpPr>
            <a:grpSpLocks/>
          </p:cNvGrpSpPr>
          <p:nvPr/>
        </p:nvGrpSpPr>
        <p:grpSpPr bwMode="auto">
          <a:xfrm>
            <a:off x="6400800" y="3721100"/>
            <a:ext cx="203200" cy="203200"/>
            <a:chOff x="1784" y="1736"/>
            <a:chExt cx="128" cy="128"/>
          </a:xfrm>
        </p:grpSpPr>
        <p:sp>
          <p:nvSpPr>
            <p:cNvPr id="108605" name="Line 61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06" name="Line 62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0" name="Group 63"/>
          <p:cNvGrpSpPr>
            <a:grpSpLocks/>
          </p:cNvGrpSpPr>
          <p:nvPr/>
        </p:nvGrpSpPr>
        <p:grpSpPr bwMode="auto">
          <a:xfrm>
            <a:off x="6388100" y="4533900"/>
            <a:ext cx="203200" cy="203200"/>
            <a:chOff x="1784" y="1736"/>
            <a:chExt cx="128" cy="128"/>
          </a:xfrm>
        </p:grpSpPr>
        <p:sp>
          <p:nvSpPr>
            <p:cNvPr id="108608" name="Line 64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09" name="Line 65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1" name="Group 66"/>
          <p:cNvGrpSpPr>
            <a:grpSpLocks/>
          </p:cNvGrpSpPr>
          <p:nvPr/>
        </p:nvGrpSpPr>
        <p:grpSpPr bwMode="auto">
          <a:xfrm>
            <a:off x="6375400" y="5397500"/>
            <a:ext cx="203200" cy="203200"/>
            <a:chOff x="1784" y="1736"/>
            <a:chExt cx="128" cy="128"/>
          </a:xfrm>
        </p:grpSpPr>
        <p:sp>
          <p:nvSpPr>
            <p:cNvPr id="108611" name="Line 67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12" name="Line 68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2" name="Group 69"/>
          <p:cNvGrpSpPr>
            <a:grpSpLocks/>
          </p:cNvGrpSpPr>
          <p:nvPr/>
        </p:nvGrpSpPr>
        <p:grpSpPr bwMode="auto">
          <a:xfrm>
            <a:off x="7239000" y="2743200"/>
            <a:ext cx="203200" cy="203200"/>
            <a:chOff x="1784" y="1736"/>
            <a:chExt cx="128" cy="128"/>
          </a:xfrm>
        </p:grpSpPr>
        <p:sp>
          <p:nvSpPr>
            <p:cNvPr id="108614" name="Line 70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15" name="Line 71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3" name="Group 72"/>
          <p:cNvGrpSpPr>
            <a:grpSpLocks/>
          </p:cNvGrpSpPr>
          <p:nvPr/>
        </p:nvGrpSpPr>
        <p:grpSpPr bwMode="auto">
          <a:xfrm>
            <a:off x="7251700" y="3721100"/>
            <a:ext cx="203200" cy="203200"/>
            <a:chOff x="1784" y="1736"/>
            <a:chExt cx="128" cy="128"/>
          </a:xfrm>
        </p:grpSpPr>
        <p:sp>
          <p:nvSpPr>
            <p:cNvPr id="108617" name="Line 73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18" name="Line 74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4" name="Group 75"/>
          <p:cNvGrpSpPr>
            <a:grpSpLocks/>
          </p:cNvGrpSpPr>
          <p:nvPr/>
        </p:nvGrpSpPr>
        <p:grpSpPr bwMode="auto">
          <a:xfrm>
            <a:off x="7239000" y="4533900"/>
            <a:ext cx="203200" cy="203200"/>
            <a:chOff x="1784" y="1736"/>
            <a:chExt cx="128" cy="128"/>
          </a:xfrm>
        </p:grpSpPr>
        <p:sp>
          <p:nvSpPr>
            <p:cNvPr id="108620" name="Line 76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21" name="Line 77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5" name="Group 78"/>
          <p:cNvGrpSpPr>
            <a:grpSpLocks/>
          </p:cNvGrpSpPr>
          <p:nvPr/>
        </p:nvGrpSpPr>
        <p:grpSpPr bwMode="auto">
          <a:xfrm>
            <a:off x="7226300" y="5397500"/>
            <a:ext cx="203200" cy="203200"/>
            <a:chOff x="1784" y="1736"/>
            <a:chExt cx="128" cy="128"/>
          </a:xfrm>
        </p:grpSpPr>
        <p:sp>
          <p:nvSpPr>
            <p:cNvPr id="108623" name="Line 79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24" name="Line 80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6" name="Group 81"/>
          <p:cNvGrpSpPr>
            <a:grpSpLocks/>
          </p:cNvGrpSpPr>
          <p:nvPr/>
        </p:nvGrpSpPr>
        <p:grpSpPr bwMode="auto">
          <a:xfrm>
            <a:off x="2819400" y="1930400"/>
            <a:ext cx="203200" cy="203200"/>
            <a:chOff x="1784" y="1736"/>
            <a:chExt cx="128" cy="128"/>
          </a:xfrm>
        </p:grpSpPr>
        <p:sp>
          <p:nvSpPr>
            <p:cNvPr id="108626" name="Line 82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27" name="Line 83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7" name="Group 84"/>
          <p:cNvGrpSpPr>
            <a:grpSpLocks/>
          </p:cNvGrpSpPr>
          <p:nvPr/>
        </p:nvGrpSpPr>
        <p:grpSpPr bwMode="auto">
          <a:xfrm>
            <a:off x="3835400" y="1930400"/>
            <a:ext cx="203200" cy="203200"/>
            <a:chOff x="1784" y="1736"/>
            <a:chExt cx="128" cy="128"/>
          </a:xfrm>
        </p:grpSpPr>
        <p:sp>
          <p:nvSpPr>
            <p:cNvPr id="108629" name="Line 85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30" name="Line 86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8" name="Group 87"/>
          <p:cNvGrpSpPr>
            <a:grpSpLocks/>
          </p:cNvGrpSpPr>
          <p:nvPr/>
        </p:nvGrpSpPr>
        <p:grpSpPr bwMode="auto">
          <a:xfrm>
            <a:off x="4660900" y="1930400"/>
            <a:ext cx="203200" cy="203200"/>
            <a:chOff x="1784" y="1736"/>
            <a:chExt cx="128" cy="128"/>
          </a:xfrm>
        </p:grpSpPr>
        <p:sp>
          <p:nvSpPr>
            <p:cNvPr id="108632" name="Line 88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33" name="Line 89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29" name="Group 90"/>
          <p:cNvGrpSpPr>
            <a:grpSpLocks/>
          </p:cNvGrpSpPr>
          <p:nvPr/>
        </p:nvGrpSpPr>
        <p:grpSpPr bwMode="auto">
          <a:xfrm>
            <a:off x="5575300" y="1930400"/>
            <a:ext cx="203200" cy="203200"/>
            <a:chOff x="1784" y="1736"/>
            <a:chExt cx="128" cy="128"/>
          </a:xfrm>
        </p:grpSpPr>
        <p:sp>
          <p:nvSpPr>
            <p:cNvPr id="108635" name="Line 91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36" name="Line 92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30" name="Group 93"/>
          <p:cNvGrpSpPr>
            <a:grpSpLocks/>
          </p:cNvGrpSpPr>
          <p:nvPr/>
        </p:nvGrpSpPr>
        <p:grpSpPr bwMode="auto">
          <a:xfrm>
            <a:off x="6375400" y="1930400"/>
            <a:ext cx="203200" cy="203200"/>
            <a:chOff x="1784" y="1736"/>
            <a:chExt cx="128" cy="128"/>
          </a:xfrm>
        </p:grpSpPr>
        <p:sp>
          <p:nvSpPr>
            <p:cNvPr id="108638" name="Line 94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39" name="Line 95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31" name="Group 96"/>
          <p:cNvGrpSpPr>
            <a:grpSpLocks/>
          </p:cNvGrpSpPr>
          <p:nvPr/>
        </p:nvGrpSpPr>
        <p:grpSpPr bwMode="auto">
          <a:xfrm>
            <a:off x="7226300" y="1930400"/>
            <a:ext cx="203200" cy="203200"/>
            <a:chOff x="1784" y="1736"/>
            <a:chExt cx="128" cy="128"/>
          </a:xfrm>
        </p:grpSpPr>
        <p:sp>
          <p:nvSpPr>
            <p:cNvPr id="108641" name="Line 97"/>
            <p:cNvSpPr>
              <a:spLocks noChangeShapeType="1"/>
            </p:cNvSpPr>
            <p:nvPr/>
          </p:nvSpPr>
          <p:spPr bwMode="auto">
            <a:xfrm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8642" name="Line 98"/>
            <p:cNvSpPr>
              <a:spLocks noChangeShapeType="1"/>
            </p:cNvSpPr>
            <p:nvPr/>
          </p:nvSpPr>
          <p:spPr bwMode="auto">
            <a:xfrm flipH="1">
              <a:off x="1784" y="1736"/>
              <a:ext cx="128" cy="128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08640" name="Group 112"/>
          <p:cNvGrpSpPr/>
          <p:nvPr/>
        </p:nvGrpSpPr>
        <p:grpSpPr>
          <a:xfrm flipV="1">
            <a:off x="3083253" y="1992573"/>
            <a:ext cx="3837295" cy="3753134"/>
            <a:chOff x="3083253" y="1992573"/>
            <a:chExt cx="3837295" cy="3753134"/>
          </a:xfrm>
        </p:grpSpPr>
        <p:grpSp>
          <p:nvGrpSpPr>
            <p:cNvPr id="108645" name="Group 120"/>
            <p:cNvGrpSpPr/>
            <p:nvPr/>
          </p:nvGrpSpPr>
          <p:grpSpPr>
            <a:xfrm rot="5561759">
              <a:off x="4633411" y="2024413"/>
              <a:ext cx="652817" cy="3753134"/>
              <a:chOff x="4794915" y="2144973"/>
              <a:chExt cx="652817" cy="3753134"/>
            </a:xfrm>
          </p:grpSpPr>
          <p:cxnSp>
            <p:nvCxnSpPr>
              <p:cNvPr id="122" name="Straight Arrow Connector 121"/>
              <p:cNvCxnSpPr/>
              <p:nvPr/>
            </p:nvCxnSpPr>
            <p:spPr>
              <a:xfrm flipH="1" flipV="1">
                <a:off x="4888173" y="2144973"/>
                <a:ext cx="559559" cy="13650"/>
              </a:xfrm>
              <a:prstGeom prst="straightConnector1">
                <a:avLst/>
              </a:prstGeom>
              <a:ln w="38100">
                <a:solidFill>
                  <a:schemeClr val="accent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Arrow Connector 122"/>
              <p:cNvCxnSpPr/>
              <p:nvPr/>
            </p:nvCxnSpPr>
            <p:spPr>
              <a:xfrm>
                <a:off x="4794915" y="5886735"/>
                <a:ext cx="598225" cy="11372"/>
              </a:xfrm>
              <a:prstGeom prst="straightConnector1">
                <a:avLst/>
              </a:prstGeom>
              <a:ln w="38100">
                <a:solidFill>
                  <a:schemeClr val="accent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7" name="Straight Arrow Connector 106"/>
            <p:cNvCxnSpPr/>
            <p:nvPr/>
          </p:nvCxnSpPr>
          <p:spPr>
            <a:xfrm flipH="1" flipV="1">
              <a:off x="4735773" y="1992573"/>
              <a:ext cx="559559" cy="13650"/>
            </a:xfrm>
            <a:prstGeom prst="straightConnector1">
              <a:avLst/>
            </a:prstGeom>
            <a:ln w="38100">
              <a:solidFill>
                <a:schemeClr val="accent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/>
            <p:cNvCxnSpPr/>
            <p:nvPr/>
          </p:nvCxnSpPr>
          <p:spPr>
            <a:xfrm>
              <a:off x="4642515" y="5734335"/>
              <a:ext cx="598225" cy="11372"/>
            </a:xfrm>
            <a:prstGeom prst="straightConnector1">
              <a:avLst/>
            </a:prstGeom>
            <a:ln w="38100">
              <a:solidFill>
                <a:schemeClr val="accent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8646" name="Group 119"/>
            <p:cNvGrpSpPr/>
            <p:nvPr/>
          </p:nvGrpSpPr>
          <p:grpSpPr>
            <a:xfrm rot="2853023">
              <a:off x="4713027" y="2076733"/>
              <a:ext cx="652817" cy="3753134"/>
              <a:chOff x="4794915" y="2144973"/>
              <a:chExt cx="652817" cy="3753134"/>
            </a:xfrm>
          </p:grpSpPr>
          <p:cxnSp>
            <p:nvCxnSpPr>
              <p:cNvPr id="118" name="Straight Arrow Connector 117"/>
              <p:cNvCxnSpPr/>
              <p:nvPr/>
            </p:nvCxnSpPr>
            <p:spPr>
              <a:xfrm flipH="1" flipV="1">
                <a:off x="4888173" y="2144973"/>
                <a:ext cx="559559" cy="13650"/>
              </a:xfrm>
              <a:prstGeom prst="straightConnector1">
                <a:avLst/>
              </a:prstGeom>
              <a:ln w="38100">
                <a:solidFill>
                  <a:schemeClr val="accent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Arrow Connector 118"/>
              <p:cNvCxnSpPr/>
              <p:nvPr/>
            </p:nvCxnSpPr>
            <p:spPr>
              <a:xfrm>
                <a:off x="4794915" y="5886735"/>
                <a:ext cx="598225" cy="11372"/>
              </a:xfrm>
              <a:prstGeom prst="straightConnector1">
                <a:avLst/>
              </a:prstGeom>
              <a:ln w="38100">
                <a:solidFill>
                  <a:schemeClr val="accent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8647" name="Group 123"/>
            <p:cNvGrpSpPr/>
            <p:nvPr/>
          </p:nvGrpSpPr>
          <p:grpSpPr>
            <a:xfrm rot="7815373">
              <a:off x="4717572" y="1903857"/>
              <a:ext cx="652817" cy="3753134"/>
              <a:chOff x="4794915" y="2144973"/>
              <a:chExt cx="652817" cy="3753134"/>
            </a:xfrm>
          </p:grpSpPr>
          <p:cxnSp>
            <p:nvCxnSpPr>
              <p:cNvPr id="125" name="Straight Arrow Connector 124"/>
              <p:cNvCxnSpPr/>
              <p:nvPr/>
            </p:nvCxnSpPr>
            <p:spPr>
              <a:xfrm flipH="1" flipV="1">
                <a:off x="4888173" y="2144973"/>
                <a:ext cx="559559" cy="13650"/>
              </a:xfrm>
              <a:prstGeom prst="straightConnector1">
                <a:avLst/>
              </a:prstGeom>
              <a:ln w="38100">
                <a:solidFill>
                  <a:schemeClr val="accent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Straight Arrow Connector 125"/>
              <p:cNvCxnSpPr/>
              <p:nvPr/>
            </p:nvCxnSpPr>
            <p:spPr>
              <a:xfrm>
                <a:off x="4794915" y="5886735"/>
                <a:ext cx="598225" cy="11372"/>
              </a:xfrm>
              <a:prstGeom prst="straightConnector1">
                <a:avLst/>
              </a:prstGeom>
              <a:ln w="38100">
                <a:solidFill>
                  <a:schemeClr val="accent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27" name="TextBox 126"/>
          <p:cNvSpPr txBox="1"/>
          <p:nvPr/>
        </p:nvSpPr>
        <p:spPr>
          <a:xfrm>
            <a:off x="3439237" y="3248168"/>
            <a:ext cx="4074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B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363337" y="1571768"/>
            <a:ext cx="3850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E</a:t>
            </a:r>
          </a:p>
        </p:txBody>
      </p:sp>
      <p:grpSp>
        <p:nvGrpSpPr>
          <p:cNvPr id="108648" name="Group 113"/>
          <p:cNvGrpSpPr/>
          <p:nvPr/>
        </p:nvGrpSpPr>
        <p:grpSpPr>
          <a:xfrm flipV="1">
            <a:off x="3754265" y="2718181"/>
            <a:ext cx="2428168" cy="2372436"/>
            <a:chOff x="3083253" y="1992573"/>
            <a:chExt cx="3837295" cy="3753134"/>
          </a:xfrm>
        </p:grpSpPr>
        <p:grpSp>
          <p:nvGrpSpPr>
            <p:cNvPr id="108649" name="Group 120"/>
            <p:cNvGrpSpPr/>
            <p:nvPr/>
          </p:nvGrpSpPr>
          <p:grpSpPr>
            <a:xfrm rot="5561759">
              <a:off x="4633411" y="2024413"/>
              <a:ext cx="652817" cy="3753134"/>
              <a:chOff x="4794915" y="2144973"/>
              <a:chExt cx="652817" cy="3753134"/>
            </a:xfrm>
          </p:grpSpPr>
          <p:cxnSp>
            <p:nvCxnSpPr>
              <p:cNvPr id="132" name="Straight Arrow Connector 131"/>
              <p:cNvCxnSpPr/>
              <p:nvPr/>
            </p:nvCxnSpPr>
            <p:spPr>
              <a:xfrm flipH="1" flipV="1">
                <a:off x="4888173" y="2144973"/>
                <a:ext cx="559559" cy="13650"/>
              </a:xfrm>
              <a:prstGeom prst="straightConnector1">
                <a:avLst/>
              </a:prstGeom>
              <a:ln w="38100">
                <a:solidFill>
                  <a:schemeClr val="accent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Arrow Connector 132"/>
              <p:cNvCxnSpPr/>
              <p:nvPr/>
            </p:nvCxnSpPr>
            <p:spPr>
              <a:xfrm>
                <a:off x="4794915" y="5886735"/>
                <a:ext cx="598225" cy="11372"/>
              </a:xfrm>
              <a:prstGeom prst="straightConnector1">
                <a:avLst/>
              </a:prstGeom>
              <a:ln w="38100">
                <a:solidFill>
                  <a:schemeClr val="accent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6" name="Straight Arrow Connector 115"/>
            <p:cNvCxnSpPr/>
            <p:nvPr/>
          </p:nvCxnSpPr>
          <p:spPr>
            <a:xfrm flipH="1" flipV="1">
              <a:off x="4735773" y="1992573"/>
              <a:ext cx="559559" cy="13650"/>
            </a:xfrm>
            <a:prstGeom prst="straightConnector1">
              <a:avLst/>
            </a:prstGeom>
            <a:ln w="38100">
              <a:solidFill>
                <a:schemeClr val="accent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Arrow Connector 116"/>
            <p:cNvCxnSpPr/>
            <p:nvPr/>
          </p:nvCxnSpPr>
          <p:spPr>
            <a:xfrm>
              <a:off x="4642515" y="5734335"/>
              <a:ext cx="598225" cy="11372"/>
            </a:xfrm>
            <a:prstGeom prst="straightConnector1">
              <a:avLst/>
            </a:prstGeom>
            <a:ln w="38100">
              <a:solidFill>
                <a:schemeClr val="accent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8650" name="Group 119"/>
            <p:cNvGrpSpPr/>
            <p:nvPr/>
          </p:nvGrpSpPr>
          <p:grpSpPr>
            <a:xfrm rot="2853023">
              <a:off x="4713027" y="2076733"/>
              <a:ext cx="652817" cy="3753134"/>
              <a:chOff x="4794915" y="2144973"/>
              <a:chExt cx="652817" cy="3753134"/>
            </a:xfrm>
          </p:grpSpPr>
          <p:cxnSp>
            <p:nvCxnSpPr>
              <p:cNvPr id="130" name="Straight Arrow Connector 129"/>
              <p:cNvCxnSpPr/>
              <p:nvPr/>
            </p:nvCxnSpPr>
            <p:spPr>
              <a:xfrm flipH="1" flipV="1">
                <a:off x="4888173" y="2144973"/>
                <a:ext cx="559559" cy="13650"/>
              </a:xfrm>
              <a:prstGeom prst="straightConnector1">
                <a:avLst/>
              </a:prstGeom>
              <a:ln w="38100">
                <a:solidFill>
                  <a:schemeClr val="accent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Straight Arrow Connector 130"/>
              <p:cNvCxnSpPr/>
              <p:nvPr/>
            </p:nvCxnSpPr>
            <p:spPr>
              <a:xfrm>
                <a:off x="4794915" y="5886735"/>
                <a:ext cx="598225" cy="11372"/>
              </a:xfrm>
              <a:prstGeom prst="straightConnector1">
                <a:avLst/>
              </a:prstGeom>
              <a:ln w="38100">
                <a:solidFill>
                  <a:schemeClr val="accent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8651" name="Group 123"/>
            <p:cNvGrpSpPr/>
            <p:nvPr/>
          </p:nvGrpSpPr>
          <p:grpSpPr>
            <a:xfrm rot="7815373">
              <a:off x="4717572" y="1903857"/>
              <a:ext cx="652817" cy="3753134"/>
              <a:chOff x="4794915" y="2144973"/>
              <a:chExt cx="652817" cy="3753134"/>
            </a:xfrm>
          </p:grpSpPr>
          <p:cxnSp>
            <p:nvCxnSpPr>
              <p:cNvPr id="124" name="Straight Arrow Connector 123"/>
              <p:cNvCxnSpPr/>
              <p:nvPr/>
            </p:nvCxnSpPr>
            <p:spPr>
              <a:xfrm flipH="1" flipV="1">
                <a:off x="4888173" y="2144973"/>
                <a:ext cx="559559" cy="13650"/>
              </a:xfrm>
              <a:prstGeom prst="straightConnector1">
                <a:avLst/>
              </a:prstGeom>
              <a:ln w="38100">
                <a:solidFill>
                  <a:schemeClr val="accent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Straight Arrow Connector 128"/>
              <p:cNvCxnSpPr/>
              <p:nvPr/>
            </p:nvCxnSpPr>
            <p:spPr>
              <a:xfrm>
                <a:off x="4794915" y="5886735"/>
                <a:ext cx="598225" cy="11372"/>
              </a:xfrm>
              <a:prstGeom prst="straightConnector1">
                <a:avLst/>
              </a:prstGeom>
              <a:ln w="38100">
                <a:solidFill>
                  <a:schemeClr val="accent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34" name="Title 13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7" name="TextBox 136"/>
          <p:cNvSpPr txBox="1"/>
          <p:nvPr/>
        </p:nvSpPr>
        <p:spPr>
          <a:xfrm>
            <a:off x="736978" y="2429301"/>
            <a:ext cx="1746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Changing E-Field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12207" y="4001068"/>
            <a:ext cx="1746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Induced B-Field</a:t>
            </a:r>
          </a:p>
        </p:txBody>
      </p:sp>
      <p:sp>
        <p:nvSpPr>
          <p:cNvPr id="139" name="Freeform 138"/>
          <p:cNvSpPr/>
          <p:nvPr/>
        </p:nvSpPr>
        <p:spPr>
          <a:xfrm>
            <a:off x="2470245" y="2238233"/>
            <a:ext cx="327546" cy="341194"/>
          </a:xfrm>
          <a:custGeom>
            <a:avLst/>
            <a:gdLst>
              <a:gd name="connsiteX0" fmla="*/ 0 w 327546"/>
              <a:gd name="connsiteY0" fmla="*/ 341194 h 341194"/>
              <a:gd name="connsiteX1" fmla="*/ 327546 w 327546"/>
              <a:gd name="connsiteY1" fmla="*/ 0 h 341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327546" h="341194">
                <a:moveTo>
                  <a:pt x="0" y="341194"/>
                </a:moveTo>
                <a:lnTo>
                  <a:pt x="327546" y="0"/>
                </a:lnTo>
              </a:path>
            </a:pathLst>
          </a:cu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40" name="Freeform 139"/>
          <p:cNvSpPr/>
          <p:nvPr/>
        </p:nvSpPr>
        <p:spPr>
          <a:xfrm>
            <a:off x="2647666" y="4014716"/>
            <a:ext cx="384411" cy="188794"/>
          </a:xfrm>
          <a:custGeom>
            <a:avLst/>
            <a:gdLst>
              <a:gd name="connsiteX0" fmla="*/ 0 w 327546"/>
              <a:gd name="connsiteY0" fmla="*/ 341194 h 341194"/>
              <a:gd name="connsiteX1" fmla="*/ 327546 w 327546"/>
              <a:gd name="connsiteY1" fmla="*/ 0 h 341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327546" h="341194">
                <a:moveTo>
                  <a:pt x="0" y="341194"/>
                </a:moveTo>
                <a:lnTo>
                  <a:pt x="327546" y="0"/>
                </a:lnTo>
              </a:path>
            </a:pathLst>
          </a:cu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>
            <a:grpSpLocks/>
          </p:cNvGrpSpPr>
          <p:nvPr/>
        </p:nvGrpSpPr>
        <p:grpSpPr bwMode="auto">
          <a:xfrm>
            <a:off x="746761" y="1463040"/>
            <a:ext cx="7543800" cy="3049932"/>
            <a:chOff x="802" y="2409"/>
            <a:chExt cx="3142" cy="1093"/>
          </a:xfrm>
        </p:grpSpPr>
        <p:grpSp>
          <p:nvGrpSpPr>
            <p:cNvPr id="8" name="Group 6"/>
            <p:cNvGrpSpPr>
              <a:grpSpLocks/>
            </p:cNvGrpSpPr>
            <p:nvPr/>
          </p:nvGrpSpPr>
          <p:grpSpPr bwMode="auto">
            <a:xfrm>
              <a:off x="802" y="2409"/>
              <a:ext cx="3142" cy="1093"/>
              <a:chOff x="802" y="2409"/>
              <a:chExt cx="3142" cy="1093"/>
            </a:xfrm>
          </p:grpSpPr>
          <p:sp>
            <p:nvSpPr>
              <p:cNvPr id="25" name="Rectangle 7"/>
              <p:cNvSpPr>
                <a:spLocks noChangeArrowheads="1"/>
              </p:cNvSpPr>
              <p:nvPr/>
            </p:nvSpPr>
            <p:spPr bwMode="auto">
              <a:xfrm>
                <a:off x="987" y="3355"/>
                <a:ext cx="1774" cy="56"/>
              </a:xfrm>
              <a:prstGeom prst="rect">
                <a:avLst/>
              </a:prstGeom>
              <a:solidFill>
                <a:schemeClr val="accent1"/>
              </a:solidFill>
              <a:ln w="9525">
                <a:miter lim="800000"/>
                <a:headEnd/>
                <a:tailEnd/>
              </a:ln>
              <a:scene3d>
                <a:camera prst="legacyPerspectiveTop"/>
                <a:lightRig rig="legacyFlat3" dir="b"/>
              </a:scene3d>
              <a:sp3d extrusionH="887400" prstMaterial="legacyMatte">
                <a:bevelT w="13500" h="13500" prst="angle"/>
                <a:bevelB w="13500" h="13500" prst="angle"/>
                <a:extrusionClr>
                  <a:schemeClr val="accent1"/>
                </a:extrusionClr>
              </a:sp3d>
            </p:spPr>
            <p:txBody>
              <a:bodyPr wrap="none" anchor="ctr">
                <a:flatTx/>
              </a:bodyPr>
              <a:lstStyle/>
              <a:p>
                <a:endParaRPr lang="en-US" sz="2800"/>
              </a:p>
            </p:txBody>
          </p:sp>
          <p:sp>
            <p:nvSpPr>
              <p:cNvPr id="26" name="Rectangle 8"/>
              <p:cNvSpPr>
                <a:spLocks noChangeArrowheads="1"/>
              </p:cNvSpPr>
              <p:nvPr/>
            </p:nvSpPr>
            <p:spPr bwMode="auto">
              <a:xfrm>
                <a:off x="2170" y="3030"/>
                <a:ext cx="1774" cy="56"/>
              </a:xfrm>
              <a:prstGeom prst="rect">
                <a:avLst/>
              </a:prstGeom>
              <a:solidFill>
                <a:schemeClr val="accent1"/>
              </a:solidFill>
              <a:ln w="9525">
                <a:miter lim="800000"/>
                <a:headEnd/>
                <a:tailEnd/>
              </a:ln>
              <a:scene3d>
                <a:camera prst="legacyPerspectiveTop"/>
                <a:lightRig rig="legacyFlat3" dir="b"/>
              </a:scene3d>
              <a:sp3d extrusionH="887400" prstMaterial="legacyMatte">
                <a:bevelT w="13500" h="13500" prst="angle"/>
                <a:bevelB w="13500" h="13500" prst="angle"/>
                <a:extrusionClr>
                  <a:schemeClr val="accent1"/>
                </a:extrusionClr>
              </a:sp3d>
            </p:spPr>
            <p:txBody>
              <a:bodyPr wrap="none" anchor="ctr">
                <a:flatTx/>
              </a:bodyPr>
              <a:lstStyle/>
              <a:p>
                <a:endParaRPr lang="en-US" sz="2800"/>
              </a:p>
            </p:txBody>
          </p:sp>
          <p:sp>
            <p:nvSpPr>
              <p:cNvPr id="27" name="Line 9"/>
              <p:cNvSpPr>
                <a:spLocks noChangeShapeType="1"/>
              </p:cNvSpPr>
              <p:nvPr/>
            </p:nvSpPr>
            <p:spPr bwMode="auto">
              <a:xfrm flipV="1">
                <a:off x="1024" y="2587"/>
                <a:ext cx="0" cy="79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 sz="2800"/>
              </a:p>
            </p:txBody>
          </p:sp>
          <p:sp>
            <p:nvSpPr>
              <p:cNvPr id="28" name="Line 10"/>
              <p:cNvSpPr>
                <a:spLocks noChangeShapeType="1"/>
              </p:cNvSpPr>
              <p:nvPr/>
            </p:nvSpPr>
            <p:spPr bwMode="auto">
              <a:xfrm flipV="1">
                <a:off x="1028" y="3387"/>
                <a:ext cx="267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 sz="2800"/>
              </a:p>
            </p:txBody>
          </p:sp>
          <p:sp>
            <p:nvSpPr>
              <p:cNvPr id="29" name="Text Box 11"/>
              <p:cNvSpPr txBox="1">
                <a:spLocks noChangeArrowheads="1"/>
              </p:cNvSpPr>
              <p:nvPr/>
            </p:nvSpPr>
            <p:spPr bwMode="auto">
              <a:xfrm>
                <a:off x="802" y="2482"/>
                <a:ext cx="144" cy="188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2800"/>
                  <a:t>y</a:t>
                </a:r>
              </a:p>
            </p:txBody>
          </p:sp>
          <p:sp>
            <p:nvSpPr>
              <p:cNvPr id="30" name="Text Box 12"/>
              <p:cNvSpPr txBox="1">
                <a:spLocks noChangeArrowheads="1"/>
              </p:cNvSpPr>
              <p:nvPr/>
            </p:nvSpPr>
            <p:spPr bwMode="auto">
              <a:xfrm>
                <a:off x="3691" y="3314"/>
                <a:ext cx="142" cy="188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2800"/>
                  <a:t>x</a:t>
                </a:r>
              </a:p>
            </p:txBody>
          </p:sp>
          <p:sp>
            <p:nvSpPr>
              <p:cNvPr id="31" name="Line 13"/>
              <p:cNvSpPr>
                <a:spLocks noChangeShapeType="1"/>
              </p:cNvSpPr>
              <p:nvPr/>
            </p:nvSpPr>
            <p:spPr bwMode="auto">
              <a:xfrm>
                <a:off x="3072" y="2724"/>
                <a:ext cx="411" cy="0"/>
              </a:xfrm>
              <a:prstGeom prst="line">
                <a:avLst/>
              </a:prstGeom>
              <a:noFill/>
              <a:ln w="38100">
                <a:solidFill>
                  <a:srgbClr val="FF0000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 sz="2800"/>
              </a:p>
            </p:txBody>
          </p:sp>
          <p:sp>
            <p:nvSpPr>
              <p:cNvPr id="32" name="Text Box 14"/>
              <p:cNvSpPr txBox="1">
                <a:spLocks noChangeArrowheads="1"/>
              </p:cNvSpPr>
              <p:nvPr/>
            </p:nvSpPr>
            <p:spPr bwMode="auto">
              <a:xfrm>
                <a:off x="3182" y="2409"/>
                <a:ext cx="144" cy="188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2800" dirty="0">
                    <a:solidFill>
                      <a:srgbClr val="FF0000"/>
                    </a:solidFill>
                  </a:rPr>
                  <a:t>v</a:t>
                </a:r>
                <a:endParaRPr lang="en-US" sz="2800" baseline="-25000" dirty="0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9" name="Group 15"/>
            <p:cNvGrpSpPr>
              <a:grpSpLocks/>
            </p:cNvGrpSpPr>
            <p:nvPr/>
          </p:nvGrpSpPr>
          <p:grpSpPr bwMode="auto">
            <a:xfrm flipH="1">
              <a:off x="3759" y="2701"/>
              <a:ext cx="74" cy="275"/>
              <a:chOff x="4491" y="2017"/>
              <a:chExt cx="422" cy="1421"/>
            </a:xfrm>
          </p:grpSpPr>
          <p:sp>
            <p:nvSpPr>
              <p:cNvPr id="18" name="Oval 16"/>
              <p:cNvSpPr>
                <a:spLocks noChangeArrowheads="1"/>
              </p:cNvSpPr>
              <p:nvPr/>
            </p:nvSpPr>
            <p:spPr bwMode="auto">
              <a:xfrm>
                <a:off x="4675" y="2017"/>
                <a:ext cx="238" cy="275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 sz="2800"/>
              </a:p>
            </p:txBody>
          </p:sp>
          <p:sp>
            <p:nvSpPr>
              <p:cNvPr id="19" name="Oval 17"/>
              <p:cNvSpPr>
                <a:spLocks noChangeArrowheads="1"/>
              </p:cNvSpPr>
              <p:nvPr/>
            </p:nvSpPr>
            <p:spPr bwMode="auto">
              <a:xfrm>
                <a:off x="4681" y="2277"/>
                <a:ext cx="201" cy="594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 sz="2800"/>
              </a:p>
            </p:txBody>
          </p:sp>
          <p:sp>
            <p:nvSpPr>
              <p:cNvPr id="20" name="Rectangle 18"/>
              <p:cNvSpPr>
                <a:spLocks noChangeArrowheads="1"/>
              </p:cNvSpPr>
              <p:nvPr/>
            </p:nvSpPr>
            <p:spPr bwMode="auto">
              <a:xfrm rot="3194042">
                <a:off x="4624" y="2261"/>
                <a:ext cx="51" cy="318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sz="2800"/>
              </a:p>
            </p:txBody>
          </p:sp>
          <p:sp>
            <p:nvSpPr>
              <p:cNvPr id="21" name="Rectangle 19"/>
              <p:cNvSpPr>
                <a:spLocks noChangeArrowheads="1"/>
              </p:cNvSpPr>
              <p:nvPr/>
            </p:nvSpPr>
            <p:spPr bwMode="auto">
              <a:xfrm rot="-2837193">
                <a:off x="4615" y="2443"/>
                <a:ext cx="66" cy="289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sz="2800"/>
              </a:p>
            </p:txBody>
          </p:sp>
          <p:sp>
            <p:nvSpPr>
              <p:cNvPr id="22" name="Rectangle 20"/>
              <p:cNvSpPr>
                <a:spLocks noChangeArrowheads="1"/>
              </p:cNvSpPr>
              <p:nvPr/>
            </p:nvSpPr>
            <p:spPr bwMode="auto">
              <a:xfrm rot="-725482">
                <a:off x="4755" y="2780"/>
                <a:ext cx="94" cy="339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sz="2800"/>
              </a:p>
            </p:txBody>
          </p:sp>
          <p:sp>
            <p:nvSpPr>
              <p:cNvPr id="23" name="Rectangle 21"/>
              <p:cNvSpPr>
                <a:spLocks noChangeArrowheads="1"/>
              </p:cNvSpPr>
              <p:nvPr/>
            </p:nvSpPr>
            <p:spPr bwMode="auto">
              <a:xfrm rot="1101632">
                <a:off x="4746" y="3071"/>
                <a:ext cx="94" cy="339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sz="2800"/>
              </a:p>
            </p:txBody>
          </p:sp>
          <p:sp>
            <p:nvSpPr>
              <p:cNvPr id="24" name="Rectangle 22"/>
              <p:cNvSpPr>
                <a:spLocks noChangeArrowheads="1"/>
              </p:cNvSpPr>
              <p:nvPr/>
            </p:nvSpPr>
            <p:spPr bwMode="auto">
              <a:xfrm>
                <a:off x="4695" y="3366"/>
                <a:ext cx="195" cy="72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sz="2800"/>
              </a:p>
            </p:txBody>
          </p:sp>
        </p:grpSp>
        <p:grpSp>
          <p:nvGrpSpPr>
            <p:cNvPr id="10" name="Group 23"/>
            <p:cNvGrpSpPr>
              <a:grpSpLocks/>
            </p:cNvGrpSpPr>
            <p:nvPr/>
          </p:nvGrpSpPr>
          <p:grpSpPr bwMode="auto">
            <a:xfrm>
              <a:off x="1101" y="3043"/>
              <a:ext cx="74" cy="275"/>
              <a:chOff x="4491" y="2017"/>
              <a:chExt cx="422" cy="1421"/>
            </a:xfrm>
          </p:grpSpPr>
          <p:sp>
            <p:nvSpPr>
              <p:cNvPr id="11" name="Oval 24"/>
              <p:cNvSpPr>
                <a:spLocks noChangeArrowheads="1"/>
              </p:cNvSpPr>
              <p:nvPr/>
            </p:nvSpPr>
            <p:spPr bwMode="auto">
              <a:xfrm>
                <a:off x="4675" y="2017"/>
                <a:ext cx="238" cy="275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 sz="2800"/>
              </a:p>
            </p:txBody>
          </p:sp>
          <p:sp>
            <p:nvSpPr>
              <p:cNvPr id="12" name="Oval 25"/>
              <p:cNvSpPr>
                <a:spLocks noChangeArrowheads="1"/>
              </p:cNvSpPr>
              <p:nvPr/>
            </p:nvSpPr>
            <p:spPr bwMode="auto">
              <a:xfrm>
                <a:off x="4681" y="2277"/>
                <a:ext cx="201" cy="594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 sz="2800"/>
              </a:p>
            </p:txBody>
          </p:sp>
          <p:sp>
            <p:nvSpPr>
              <p:cNvPr id="13" name="Rectangle 26"/>
              <p:cNvSpPr>
                <a:spLocks noChangeArrowheads="1"/>
              </p:cNvSpPr>
              <p:nvPr/>
            </p:nvSpPr>
            <p:spPr bwMode="auto">
              <a:xfrm rot="3194042">
                <a:off x="4624" y="2261"/>
                <a:ext cx="51" cy="318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sz="2800"/>
              </a:p>
            </p:txBody>
          </p:sp>
          <p:sp>
            <p:nvSpPr>
              <p:cNvPr id="14" name="Rectangle 27"/>
              <p:cNvSpPr>
                <a:spLocks noChangeArrowheads="1"/>
              </p:cNvSpPr>
              <p:nvPr/>
            </p:nvSpPr>
            <p:spPr bwMode="auto">
              <a:xfrm rot="-2837193">
                <a:off x="4615" y="2443"/>
                <a:ext cx="66" cy="289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sz="2800"/>
              </a:p>
            </p:txBody>
          </p:sp>
          <p:sp>
            <p:nvSpPr>
              <p:cNvPr id="15" name="Rectangle 28"/>
              <p:cNvSpPr>
                <a:spLocks noChangeArrowheads="1"/>
              </p:cNvSpPr>
              <p:nvPr/>
            </p:nvSpPr>
            <p:spPr bwMode="auto">
              <a:xfrm rot="-725482">
                <a:off x="4755" y="2780"/>
                <a:ext cx="94" cy="339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sz="2800"/>
              </a:p>
            </p:txBody>
          </p:sp>
          <p:sp>
            <p:nvSpPr>
              <p:cNvPr id="16" name="Rectangle 29"/>
              <p:cNvSpPr>
                <a:spLocks noChangeArrowheads="1"/>
              </p:cNvSpPr>
              <p:nvPr/>
            </p:nvSpPr>
            <p:spPr bwMode="auto">
              <a:xfrm rot="1101632">
                <a:off x="4746" y="3071"/>
                <a:ext cx="94" cy="339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sz="2800"/>
              </a:p>
            </p:txBody>
          </p:sp>
          <p:sp>
            <p:nvSpPr>
              <p:cNvPr id="17" name="Rectangle 30"/>
              <p:cNvSpPr>
                <a:spLocks noChangeArrowheads="1"/>
              </p:cNvSpPr>
              <p:nvPr/>
            </p:nvSpPr>
            <p:spPr bwMode="auto">
              <a:xfrm>
                <a:off x="4695" y="3366"/>
                <a:ext cx="195" cy="72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 sz="2800"/>
              </a:p>
            </p:txBody>
          </p:sp>
        </p:grpSp>
      </p:grpSp>
      <p:sp>
        <p:nvSpPr>
          <p:cNvPr id="6" name="Text Box 31"/>
          <p:cNvSpPr txBox="1">
            <a:spLocks noChangeArrowheads="1"/>
          </p:cNvSpPr>
          <p:nvPr/>
        </p:nvSpPr>
        <p:spPr bwMode="auto">
          <a:xfrm>
            <a:off x="1354203" y="2230406"/>
            <a:ext cx="393056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/>
              <a:t>A</a:t>
            </a:r>
          </a:p>
        </p:txBody>
      </p:sp>
      <p:sp>
        <p:nvSpPr>
          <p:cNvPr id="7" name="Text Box 32"/>
          <p:cNvSpPr txBox="1">
            <a:spLocks noChangeArrowheads="1"/>
          </p:cNvSpPr>
          <p:nvPr/>
        </p:nvSpPr>
        <p:spPr bwMode="auto">
          <a:xfrm>
            <a:off x="4293500" y="2332793"/>
            <a:ext cx="380232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7"/>
          <p:cNvSpPr>
            <a:spLocks noChangeArrowheads="1"/>
          </p:cNvSpPr>
          <p:nvPr/>
        </p:nvSpPr>
        <p:spPr bwMode="auto">
          <a:xfrm>
            <a:off x="733738" y="4483780"/>
            <a:ext cx="4259294" cy="156264"/>
          </a:xfrm>
          <a:prstGeom prst="rect">
            <a:avLst/>
          </a:prstGeom>
          <a:solidFill>
            <a:schemeClr val="accent1"/>
          </a:solidFill>
          <a:ln w="9525">
            <a:miter lim="800000"/>
            <a:headEnd/>
            <a:tailEnd/>
          </a:ln>
          <a:scene3d>
            <a:camera prst="legacyPerspectiveTop"/>
            <a:lightRig rig="legacyFlat3" dir="b"/>
          </a:scene3d>
          <a:sp3d extrusionH="887400" prstMaterial="legacyMatte">
            <a:bevelT w="13500" h="13500" prst="angle"/>
            <a:bevelB w="13500" h="13500" prst="angle"/>
            <a:extrusionClr>
              <a:schemeClr val="accent1"/>
            </a:extrusionClr>
          </a:sp3d>
        </p:spPr>
        <p:txBody>
          <a:bodyPr wrap="none" anchor="ctr">
            <a:flatTx/>
          </a:bodyPr>
          <a:lstStyle/>
          <a:p>
            <a:endParaRPr lang="en-US" sz="2800"/>
          </a:p>
        </p:txBody>
      </p:sp>
      <p:sp>
        <p:nvSpPr>
          <p:cNvPr id="26" name="Rectangle 8"/>
          <p:cNvSpPr>
            <a:spLocks noChangeArrowheads="1"/>
          </p:cNvSpPr>
          <p:nvPr/>
        </p:nvSpPr>
        <p:spPr bwMode="auto">
          <a:xfrm>
            <a:off x="3574067" y="3576892"/>
            <a:ext cx="4259294" cy="156264"/>
          </a:xfrm>
          <a:prstGeom prst="rect">
            <a:avLst/>
          </a:prstGeom>
          <a:solidFill>
            <a:schemeClr val="accent1"/>
          </a:solidFill>
          <a:ln w="9525">
            <a:miter lim="800000"/>
            <a:headEnd/>
            <a:tailEnd/>
          </a:ln>
          <a:scene3d>
            <a:camera prst="legacyPerspectiveTop"/>
            <a:lightRig rig="legacyFlat3" dir="b"/>
          </a:scene3d>
          <a:sp3d extrusionH="887400" prstMaterial="legacyMatte">
            <a:bevelT w="13500" h="13500" prst="angle"/>
            <a:bevelB w="13500" h="13500" prst="angle"/>
            <a:extrusionClr>
              <a:schemeClr val="accent1"/>
            </a:extrusionClr>
          </a:sp3d>
        </p:spPr>
        <p:txBody>
          <a:bodyPr wrap="none" anchor="ctr">
            <a:flatTx/>
          </a:bodyPr>
          <a:lstStyle/>
          <a:p>
            <a:endParaRPr lang="en-US" sz="2800"/>
          </a:p>
        </p:txBody>
      </p:sp>
      <p:sp>
        <p:nvSpPr>
          <p:cNvPr id="27" name="Line 9"/>
          <p:cNvSpPr>
            <a:spLocks noChangeShapeType="1"/>
          </p:cNvSpPr>
          <p:nvPr/>
        </p:nvSpPr>
        <p:spPr bwMode="auto">
          <a:xfrm flipV="1">
            <a:off x="822573" y="2340735"/>
            <a:ext cx="0" cy="222117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 flipV="1">
            <a:off x="832177" y="4573073"/>
            <a:ext cx="6410549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9" name="Text Box 11"/>
          <p:cNvSpPr txBox="1">
            <a:spLocks noChangeArrowheads="1"/>
          </p:cNvSpPr>
          <p:nvPr/>
        </p:nvSpPr>
        <p:spPr bwMode="auto">
          <a:xfrm>
            <a:off x="381001" y="2062981"/>
            <a:ext cx="345737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y</a:t>
            </a:r>
          </a:p>
        </p:txBody>
      </p:sp>
      <p:sp>
        <p:nvSpPr>
          <p:cNvPr id="30" name="Text Box 12"/>
          <p:cNvSpPr txBox="1">
            <a:spLocks noChangeArrowheads="1"/>
          </p:cNvSpPr>
          <p:nvPr/>
        </p:nvSpPr>
        <p:spPr bwMode="auto">
          <a:xfrm>
            <a:off x="7225919" y="4369373"/>
            <a:ext cx="340936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/>
              <a:t>x</a:t>
            </a:r>
          </a:p>
        </p:txBody>
      </p:sp>
      <p:sp>
        <p:nvSpPr>
          <p:cNvPr id="31" name="Line 13"/>
          <p:cNvSpPr>
            <a:spLocks noChangeShapeType="1"/>
          </p:cNvSpPr>
          <p:nvPr/>
        </p:nvSpPr>
        <p:spPr bwMode="auto">
          <a:xfrm>
            <a:off x="5739728" y="2723023"/>
            <a:ext cx="986792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2" name="Text Box 14"/>
          <p:cNvSpPr txBox="1">
            <a:spLocks noChangeArrowheads="1"/>
          </p:cNvSpPr>
          <p:nvPr/>
        </p:nvSpPr>
        <p:spPr bwMode="auto">
          <a:xfrm>
            <a:off x="6003833" y="1844040"/>
            <a:ext cx="346570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v</a:t>
            </a:r>
            <a:endParaRPr lang="en-US" sz="2800" baseline="-25000" dirty="0">
              <a:solidFill>
                <a:srgbClr val="FF0000"/>
              </a:solidFill>
            </a:endParaRPr>
          </a:p>
        </p:txBody>
      </p:sp>
      <p:sp>
        <p:nvSpPr>
          <p:cNvPr id="18" name="Oval 16"/>
          <p:cNvSpPr>
            <a:spLocks noChangeArrowheads="1"/>
          </p:cNvSpPr>
          <p:nvPr/>
        </p:nvSpPr>
        <p:spPr bwMode="auto">
          <a:xfrm flipH="1">
            <a:off x="7467599" y="2209800"/>
            <a:ext cx="197686" cy="247204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9" name="Oval 17"/>
          <p:cNvSpPr>
            <a:spLocks noChangeArrowheads="1"/>
          </p:cNvSpPr>
          <p:nvPr/>
        </p:nvSpPr>
        <p:spPr bwMode="auto">
          <a:xfrm flipH="1">
            <a:off x="7493348" y="2443520"/>
            <a:ext cx="166953" cy="533960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0" name="Rectangle 18"/>
          <p:cNvSpPr>
            <a:spLocks noChangeArrowheads="1"/>
          </p:cNvSpPr>
          <p:nvPr/>
        </p:nvSpPr>
        <p:spPr bwMode="auto">
          <a:xfrm rot="18405958" flipH="1">
            <a:off x="7663543" y="2439998"/>
            <a:ext cx="45845" cy="264135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1" name="Rectangle 19"/>
          <p:cNvSpPr>
            <a:spLocks noChangeArrowheads="1"/>
          </p:cNvSpPr>
          <p:nvPr/>
        </p:nvSpPr>
        <p:spPr bwMode="auto">
          <a:xfrm rot="2837193" flipH="1">
            <a:off x="7658047" y="2602612"/>
            <a:ext cx="59329" cy="240047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2" name="Rectangle 20"/>
          <p:cNvSpPr>
            <a:spLocks noChangeArrowheads="1"/>
          </p:cNvSpPr>
          <p:nvPr/>
        </p:nvSpPr>
        <p:spPr bwMode="auto">
          <a:xfrm rot="725482" flipH="1">
            <a:off x="7520758" y="2895678"/>
            <a:ext cx="78078" cy="304735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3" name="Rectangle 21"/>
          <p:cNvSpPr>
            <a:spLocks noChangeArrowheads="1"/>
          </p:cNvSpPr>
          <p:nvPr/>
        </p:nvSpPr>
        <p:spPr bwMode="auto">
          <a:xfrm rot="20498368" flipH="1">
            <a:off x="7528234" y="3157264"/>
            <a:ext cx="78078" cy="304735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4" name="Rectangle 22"/>
          <p:cNvSpPr>
            <a:spLocks noChangeArrowheads="1"/>
          </p:cNvSpPr>
          <p:nvPr/>
        </p:nvSpPr>
        <p:spPr bwMode="auto">
          <a:xfrm flipH="1">
            <a:off x="7486703" y="3422447"/>
            <a:ext cx="161970" cy="64722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1249680" y="3017520"/>
            <a:ext cx="396240" cy="1363014"/>
            <a:chOff x="4491" y="2017"/>
            <a:chExt cx="422" cy="1421"/>
          </a:xfrm>
        </p:grpSpPr>
        <p:sp>
          <p:nvSpPr>
            <p:cNvPr id="11" name="Oval 24"/>
            <p:cNvSpPr>
              <a:spLocks noChangeArrowheads="1"/>
            </p:cNvSpPr>
            <p:nvPr/>
          </p:nvSpPr>
          <p:spPr bwMode="auto">
            <a:xfrm>
              <a:off x="4675" y="2017"/>
              <a:ext cx="238" cy="275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2" name="Oval 25"/>
            <p:cNvSpPr>
              <a:spLocks noChangeArrowheads="1"/>
            </p:cNvSpPr>
            <p:nvPr/>
          </p:nvSpPr>
          <p:spPr bwMode="auto">
            <a:xfrm>
              <a:off x="4681" y="2277"/>
              <a:ext cx="201" cy="594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3" name="Rectangle 26"/>
            <p:cNvSpPr>
              <a:spLocks noChangeArrowheads="1"/>
            </p:cNvSpPr>
            <p:nvPr/>
          </p:nvSpPr>
          <p:spPr bwMode="auto">
            <a:xfrm rot="3194042">
              <a:off x="4624" y="2261"/>
              <a:ext cx="51" cy="318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4" name="Rectangle 27"/>
            <p:cNvSpPr>
              <a:spLocks noChangeArrowheads="1"/>
            </p:cNvSpPr>
            <p:nvPr/>
          </p:nvSpPr>
          <p:spPr bwMode="auto">
            <a:xfrm rot="-2837193">
              <a:off x="4615" y="2443"/>
              <a:ext cx="66" cy="28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5" name="Rectangle 28"/>
            <p:cNvSpPr>
              <a:spLocks noChangeArrowheads="1"/>
            </p:cNvSpPr>
            <p:nvPr/>
          </p:nvSpPr>
          <p:spPr bwMode="auto">
            <a:xfrm rot="-725482">
              <a:off x="4755" y="2780"/>
              <a:ext cx="94" cy="33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6" name="Rectangle 29"/>
            <p:cNvSpPr>
              <a:spLocks noChangeArrowheads="1"/>
            </p:cNvSpPr>
            <p:nvPr/>
          </p:nvSpPr>
          <p:spPr bwMode="auto">
            <a:xfrm rot="1101632">
              <a:off x="4746" y="3071"/>
              <a:ext cx="94" cy="33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7" name="Rectangle 30"/>
            <p:cNvSpPr>
              <a:spLocks noChangeArrowheads="1"/>
            </p:cNvSpPr>
            <p:nvPr/>
          </p:nvSpPr>
          <p:spPr bwMode="auto">
            <a:xfrm>
              <a:off x="4695" y="3366"/>
              <a:ext cx="195" cy="72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</p:grpSp>
      <p:sp>
        <p:nvSpPr>
          <p:cNvPr id="6" name="Text Box 31"/>
          <p:cNvSpPr txBox="1">
            <a:spLocks noChangeArrowheads="1"/>
          </p:cNvSpPr>
          <p:nvPr/>
        </p:nvSpPr>
        <p:spPr bwMode="auto">
          <a:xfrm>
            <a:off x="2314323" y="4653566"/>
            <a:ext cx="350539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S</a:t>
            </a:r>
          </a:p>
        </p:txBody>
      </p:sp>
      <p:sp>
        <p:nvSpPr>
          <p:cNvPr id="7" name="Text Box 32"/>
          <p:cNvSpPr txBox="1">
            <a:spLocks noChangeArrowheads="1"/>
          </p:cNvSpPr>
          <p:nvPr/>
        </p:nvSpPr>
        <p:spPr bwMode="auto">
          <a:xfrm>
            <a:off x="5436500" y="3719633"/>
            <a:ext cx="436974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S’</a:t>
            </a:r>
          </a:p>
        </p:txBody>
      </p:sp>
      <p:sp>
        <p:nvSpPr>
          <p:cNvPr id="33" name="Line 9"/>
          <p:cNvSpPr>
            <a:spLocks noChangeShapeType="1"/>
          </p:cNvSpPr>
          <p:nvPr/>
        </p:nvSpPr>
        <p:spPr bwMode="auto">
          <a:xfrm flipV="1">
            <a:off x="3596253" y="1411095"/>
            <a:ext cx="0" cy="222117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4" name="Line 10"/>
          <p:cNvSpPr>
            <a:spLocks noChangeShapeType="1"/>
          </p:cNvSpPr>
          <p:nvPr/>
        </p:nvSpPr>
        <p:spPr bwMode="auto">
          <a:xfrm flipV="1">
            <a:off x="3605857" y="3642360"/>
            <a:ext cx="5050463" cy="107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5" name="Text Box 11"/>
          <p:cNvSpPr txBox="1">
            <a:spLocks noChangeArrowheads="1"/>
          </p:cNvSpPr>
          <p:nvPr/>
        </p:nvSpPr>
        <p:spPr bwMode="auto">
          <a:xfrm>
            <a:off x="3154681" y="1133341"/>
            <a:ext cx="453714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y’</a:t>
            </a:r>
          </a:p>
        </p:txBody>
      </p:sp>
      <p:sp>
        <p:nvSpPr>
          <p:cNvPr id="36" name="Text Box 12"/>
          <p:cNvSpPr txBox="1">
            <a:spLocks noChangeArrowheads="1"/>
          </p:cNvSpPr>
          <p:nvPr/>
        </p:nvSpPr>
        <p:spPr bwMode="auto">
          <a:xfrm>
            <a:off x="8094599" y="3668333"/>
            <a:ext cx="438838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x’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7"/>
          <p:cNvSpPr>
            <a:spLocks noChangeArrowheads="1"/>
          </p:cNvSpPr>
          <p:nvPr/>
        </p:nvSpPr>
        <p:spPr bwMode="auto">
          <a:xfrm>
            <a:off x="992818" y="4483780"/>
            <a:ext cx="4259294" cy="156264"/>
          </a:xfrm>
          <a:prstGeom prst="rect">
            <a:avLst/>
          </a:prstGeom>
          <a:solidFill>
            <a:schemeClr val="accent1"/>
          </a:solidFill>
          <a:ln w="9525">
            <a:miter lim="800000"/>
            <a:headEnd/>
            <a:tailEnd/>
          </a:ln>
          <a:scene3d>
            <a:camera prst="legacyPerspectiveTop"/>
            <a:lightRig rig="legacyFlat3" dir="b"/>
          </a:scene3d>
          <a:sp3d extrusionH="887400" prstMaterial="legacyMatte">
            <a:bevelT w="13500" h="13500" prst="angle"/>
            <a:bevelB w="13500" h="13500" prst="angle"/>
            <a:extrusionClr>
              <a:schemeClr val="accent1"/>
            </a:extrusionClr>
          </a:sp3d>
        </p:spPr>
        <p:txBody>
          <a:bodyPr wrap="none" anchor="ctr">
            <a:flatTx/>
          </a:bodyPr>
          <a:lstStyle/>
          <a:p>
            <a:endParaRPr lang="en-US" sz="2800"/>
          </a:p>
        </p:txBody>
      </p:sp>
      <p:sp>
        <p:nvSpPr>
          <p:cNvPr id="26" name="Rectangle 8"/>
          <p:cNvSpPr>
            <a:spLocks noChangeArrowheads="1"/>
          </p:cNvSpPr>
          <p:nvPr/>
        </p:nvSpPr>
        <p:spPr bwMode="auto">
          <a:xfrm>
            <a:off x="3833147" y="3576892"/>
            <a:ext cx="4259294" cy="156264"/>
          </a:xfrm>
          <a:prstGeom prst="rect">
            <a:avLst/>
          </a:prstGeom>
          <a:solidFill>
            <a:schemeClr val="accent1"/>
          </a:solidFill>
          <a:ln w="9525">
            <a:miter lim="800000"/>
            <a:headEnd/>
            <a:tailEnd/>
          </a:ln>
          <a:scene3d>
            <a:camera prst="legacyPerspectiveTop"/>
            <a:lightRig rig="legacyFlat3" dir="b"/>
          </a:scene3d>
          <a:sp3d extrusionH="887400" prstMaterial="legacyMatte">
            <a:bevelT w="13500" h="13500" prst="angle"/>
            <a:bevelB w="13500" h="13500" prst="angle"/>
            <a:extrusionClr>
              <a:schemeClr val="accent1"/>
            </a:extrusionClr>
          </a:sp3d>
        </p:spPr>
        <p:txBody>
          <a:bodyPr wrap="none" anchor="ctr">
            <a:flatTx/>
          </a:bodyPr>
          <a:lstStyle/>
          <a:p>
            <a:endParaRPr lang="en-US" sz="2800"/>
          </a:p>
        </p:txBody>
      </p:sp>
      <p:sp>
        <p:nvSpPr>
          <p:cNvPr id="27" name="Line 9"/>
          <p:cNvSpPr>
            <a:spLocks noChangeShapeType="1"/>
          </p:cNvSpPr>
          <p:nvPr/>
        </p:nvSpPr>
        <p:spPr bwMode="auto">
          <a:xfrm flipV="1">
            <a:off x="1081653" y="2340735"/>
            <a:ext cx="0" cy="222117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 flipV="1">
            <a:off x="1091257" y="4573073"/>
            <a:ext cx="6410549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9" name="Text Box 11"/>
          <p:cNvSpPr txBox="1">
            <a:spLocks noChangeArrowheads="1"/>
          </p:cNvSpPr>
          <p:nvPr/>
        </p:nvSpPr>
        <p:spPr bwMode="auto">
          <a:xfrm>
            <a:off x="640081" y="2062981"/>
            <a:ext cx="345737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y</a:t>
            </a:r>
          </a:p>
        </p:txBody>
      </p:sp>
      <p:sp>
        <p:nvSpPr>
          <p:cNvPr id="30" name="Text Box 12"/>
          <p:cNvSpPr txBox="1">
            <a:spLocks noChangeArrowheads="1"/>
          </p:cNvSpPr>
          <p:nvPr/>
        </p:nvSpPr>
        <p:spPr bwMode="auto">
          <a:xfrm>
            <a:off x="7484999" y="4369373"/>
            <a:ext cx="340936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/>
              <a:t>x</a:t>
            </a:r>
          </a:p>
        </p:txBody>
      </p:sp>
      <p:sp>
        <p:nvSpPr>
          <p:cNvPr id="31" name="Line 13"/>
          <p:cNvSpPr>
            <a:spLocks noChangeShapeType="1"/>
          </p:cNvSpPr>
          <p:nvPr/>
        </p:nvSpPr>
        <p:spPr bwMode="auto">
          <a:xfrm>
            <a:off x="5998808" y="2723023"/>
            <a:ext cx="986792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2" name="Text Box 14"/>
          <p:cNvSpPr txBox="1">
            <a:spLocks noChangeArrowheads="1"/>
          </p:cNvSpPr>
          <p:nvPr/>
        </p:nvSpPr>
        <p:spPr bwMode="auto">
          <a:xfrm>
            <a:off x="6262913" y="1844040"/>
            <a:ext cx="346570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v</a:t>
            </a:r>
            <a:endParaRPr lang="en-US" sz="2800" baseline="-25000" dirty="0">
              <a:solidFill>
                <a:srgbClr val="FF0000"/>
              </a:solidFill>
            </a:endParaRPr>
          </a:p>
        </p:txBody>
      </p:sp>
      <p:sp>
        <p:nvSpPr>
          <p:cNvPr id="18" name="Oval 16"/>
          <p:cNvSpPr>
            <a:spLocks noChangeArrowheads="1"/>
          </p:cNvSpPr>
          <p:nvPr/>
        </p:nvSpPr>
        <p:spPr bwMode="auto">
          <a:xfrm flipH="1">
            <a:off x="7726679" y="2209800"/>
            <a:ext cx="197686" cy="247204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9" name="Oval 17"/>
          <p:cNvSpPr>
            <a:spLocks noChangeArrowheads="1"/>
          </p:cNvSpPr>
          <p:nvPr/>
        </p:nvSpPr>
        <p:spPr bwMode="auto">
          <a:xfrm flipH="1">
            <a:off x="7752428" y="2443520"/>
            <a:ext cx="166953" cy="533960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0" name="Rectangle 18"/>
          <p:cNvSpPr>
            <a:spLocks noChangeArrowheads="1"/>
          </p:cNvSpPr>
          <p:nvPr/>
        </p:nvSpPr>
        <p:spPr bwMode="auto">
          <a:xfrm rot="18405958" flipH="1">
            <a:off x="7922623" y="2439998"/>
            <a:ext cx="45845" cy="264135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1" name="Rectangle 19"/>
          <p:cNvSpPr>
            <a:spLocks noChangeArrowheads="1"/>
          </p:cNvSpPr>
          <p:nvPr/>
        </p:nvSpPr>
        <p:spPr bwMode="auto">
          <a:xfrm rot="2837193" flipH="1">
            <a:off x="7917127" y="2602612"/>
            <a:ext cx="59329" cy="240047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2" name="Rectangle 20"/>
          <p:cNvSpPr>
            <a:spLocks noChangeArrowheads="1"/>
          </p:cNvSpPr>
          <p:nvPr/>
        </p:nvSpPr>
        <p:spPr bwMode="auto">
          <a:xfrm rot="725482" flipH="1">
            <a:off x="7779838" y="2895678"/>
            <a:ext cx="78078" cy="304735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3" name="Rectangle 21"/>
          <p:cNvSpPr>
            <a:spLocks noChangeArrowheads="1"/>
          </p:cNvSpPr>
          <p:nvPr/>
        </p:nvSpPr>
        <p:spPr bwMode="auto">
          <a:xfrm rot="20498368" flipH="1">
            <a:off x="7787314" y="3157264"/>
            <a:ext cx="78078" cy="304735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4" name="Rectangle 22"/>
          <p:cNvSpPr>
            <a:spLocks noChangeArrowheads="1"/>
          </p:cNvSpPr>
          <p:nvPr/>
        </p:nvSpPr>
        <p:spPr bwMode="auto">
          <a:xfrm flipH="1">
            <a:off x="7745783" y="3422447"/>
            <a:ext cx="161970" cy="64722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grpSp>
        <p:nvGrpSpPr>
          <p:cNvPr id="8" name="Group 23"/>
          <p:cNvGrpSpPr>
            <a:grpSpLocks/>
          </p:cNvGrpSpPr>
          <p:nvPr/>
        </p:nvGrpSpPr>
        <p:grpSpPr bwMode="auto">
          <a:xfrm>
            <a:off x="1325880" y="3017520"/>
            <a:ext cx="396240" cy="1363014"/>
            <a:chOff x="4491" y="2017"/>
            <a:chExt cx="422" cy="1421"/>
          </a:xfrm>
        </p:grpSpPr>
        <p:sp>
          <p:nvSpPr>
            <p:cNvPr id="11" name="Oval 24"/>
            <p:cNvSpPr>
              <a:spLocks noChangeArrowheads="1"/>
            </p:cNvSpPr>
            <p:nvPr/>
          </p:nvSpPr>
          <p:spPr bwMode="auto">
            <a:xfrm>
              <a:off x="4675" y="2017"/>
              <a:ext cx="238" cy="275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2" name="Oval 25"/>
            <p:cNvSpPr>
              <a:spLocks noChangeArrowheads="1"/>
            </p:cNvSpPr>
            <p:nvPr/>
          </p:nvSpPr>
          <p:spPr bwMode="auto">
            <a:xfrm>
              <a:off x="4681" y="2277"/>
              <a:ext cx="201" cy="594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3" name="Rectangle 26"/>
            <p:cNvSpPr>
              <a:spLocks noChangeArrowheads="1"/>
            </p:cNvSpPr>
            <p:nvPr/>
          </p:nvSpPr>
          <p:spPr bwMode="auto">
            <a:xfrm rot="3194042">
              <a:off x="4624" y="2261"/>
              <a:ext cx="51" cy="318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4" name="Rectangle 27"/>
            <p:cNvSpPr>
              <a:spLocks noChangeArrowheads="1"/>
            </p:cNvSpPr>
            <p:nvPr/>
          </p:nvSpPr>
          <p:spPr bwMode="auto">
            <a:xfrm rot="-2837193">
              <a:off x="4615" y="2443"/>
              <a:ext cx="66" cy="28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5" name="Rectangle 28"/>
            <p:cNvSpPr>
              <a:spLocks noChangeArrowheads="1"/>
            </p:cNvSpPr>
            <p:nvPr/>
          </p:nvSpPr>
          <p:spPr bwMode="auto">
            <a:xfrm rot="-725482">
              <a:off x="4755" y="2780"/>
              <a:ext cx="94" cy="33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6" name="Rectangle 29"/>
            <p:cNvSpPr>
              <a:spLocks noChangeArrowheads="1"/>
            </p:cNvSpPr>
            <p:nvPr/>
          </p:nvSpPr>
          <p:spPr bwMode="auto">
            <a:xfrm rot="1101632">
              <a:off x="4746" y="3071"/>
              <a:ext cx="94" cy="33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7" name="Rectangle 30"/>
            <p:cNvSpPr>
              <a:spLocks noChangeArrowheads="1"/>
            </p:cNvSpPr>
            <p:nvPr/>
          </p:nvSpPr>
          <p:spPr bwMode="auto">
            <a:xfrm>
              <a:off x="4695" y="3366"/>
              <a:ext cx="195" cy="72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</p:grpSp>
      <p:sp>
        <p:nvSpPr>
          <p:cNvPr id="6" name="Text Box 31"/>
          <p:cNvSpPr txBox="1">
            <a:spLocks noChangeArrowheads="1"/>
          </p:cNvSpPr>
          <p:nvPr/>
        </p:nvSpPr>
        <p:spPr bwMode="auto">
          <a:xfrm>
            <a:off x="2573403" y="4653566"/>
            <a:ext cx="350539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S</a:t>
            </a:r>
          </a:p>
        </p:txBody>
      </p:sp>
      <p:sp>
        <p:nvSpPr>
          <p:cNvPr id="7" name="Text Box 32"/>
          <p:cNvSpPr txBox="1">
            <a:spLocks noChangeArrowheads="1"/>
          </p:cNvSpPr>
          <p:nvPr/>
        </p:nvSpPr>
        <p:spPr bwMode="auto">
          <a:xfrm>
            <a:off x="5985140" y="3719633"/>
            <a:ext cx="659500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800" dirty="0"/>
              <a:t>S’</a:t>
            </a:r>
          </a:p>
        </p:txBody>
      </p:sp>
      <p:sp>
        <p:nvSpPr>
          <p:cNvPr id="33" name="Line 9"/>
          <p:cNvSpPr>
            <a:spLocks noChangeShapeType="1"/>
          </p:cNvSpPr>
          <p:nvPr/>
        </p:nvSpPr>
        <p:spPr bwMode="auto">
          <a:xfrm flipV="1">
            <a:off x="3855333" y="1411095"/>
            <a:ext cx="0" cy="222117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4" name="Line 10"/>
          <p:cNvSpPr>
            <a:spLocks noChangeShapeType="1"/>
          </p:cNvSpPr>
          <p:nvPr/>
        </p:nvSpPr>
        <p:spPr bwMode="auto">
          <a:xfrm flipV="1">
            <a:off x="3864937" y="3642360"/>
            <a:ext cx="5050463" cy="107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5" name="Text Box 11"/>
          <p:cNvSpPr txBox="1">
            <a:spLocks noChangeArrowheads="1"/>
          </p:cNvSpPr>
          <p:nvPr/>
        </p:nvSpPr>
        <p:spPr bwMode="auto">
          <a:xfrm>
            <a:off x="3413761" y="1133341"/>
            <a:ext cx="447238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y’</a:t>
            </a:r>
          </a:p>
        </p:txBody>
      </p:sp>
      <p:sp>
        <p:nvSpPr>
          <p:cNvPr id="36" name="Text Box 12"/>
          <p:cNvSpPr txBox="1">
            <a:spLocks noChangeArrowheads="1"/>
          </p:cNvSpPr>
          <p:nvPr/>
        </p:nvSpPr>
        <p:spPr bwMode="auto">
          <a:xfrm>
            <a:off x="8353679" y="3668333"/>
            <a:ext cx="438838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x’</a:t>
            </a:r>
          </a:p>
        </p:txBody>
      </p:sp>
      <p:sp>
        <p:nvSpPr>
          <p:cNvPr id="37" name="Rectangle 19"/>
          <p:cNvSpPr>
            <a:spLocks noChangeArrowheads="1"/>
          </p:cNvSpPr>
          <p:nvPr/>
        </p:nvSpPr>
        <p:spPr bwMode="auto">
          <a:xfrm rot="2837193" flipH="1">
            <a:off x="7658047" y="2587373"/>
            <a:ext cx="59329" cy="240047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8" name="Rectangle 19"/>
          <p:cNvSpPr>
            <a:spLocks noChangeArrowheads="1"/>
          </p:cNvSpPr>
          <p:nvPr/>
        </p:nvSpPr>
        <p:spPr bwMode="auto">
          <a:xfrm rot="-600000" flipH="1">
            <a:off x="7557082" y="2554034"/>
            <a:ext cx="59329" cy="240047"/>
          </a:xfrm>
          <a:prstGeom prst="rect">
            <a:avLst/>
          </a:prstGeom>
          <a:solidFill>
            <a:schemeClr val="accent6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grpSp>
        <p:nvGrpSpPr>
          <p:cNvPr id="41" name="Group 40"/>
          <p:cNvGrpSpPr/>
          <p:nvPr/>
        </p:nvGrpSpPr>
        <p:grpSpPr>
          <a:xfrm>
            <a:off x="7392828" y="2268855"/>
            <a:ext cx="289560" cy="304800"/>
            <a:chOff x="7117080" y="2259330"/>
            <a:chExt cx="289560" cy="304800"/>
          </a:xfrm>
        </p:grpSpPr>
        <p:sp>
          <p:nvSpPr>
            <p:cNvPr id="39" name="Oval 38"/>
            <p:cNvSpPr/>
            <p:nvPr/>
          </p:nvSpPr>
          <p:spPr>
            <a:xfrm>
              <a:off x="7117080" y="2259330"/>
              <a:ext cx="289560" cy="304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Cross 39"/>
            <p:cNvSpPr/>
            <p:nvPr/>
          </p:nvSpPr>
          <p:spPr>
            <a:xfrm>
              <a:off x="7157323" y="2298859"/>
              <a:ext cx="209074" cy="225742"/>
            </a:xfrm>
            <a:prstGeom prst="plus">
              <a:avLst>
                <a:gd name="adj" fmla="val 3640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0" y="491546"/>
            <a:ext cx="4074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B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59080" y="914400"/>
            <a:ext cx="8869680" cy="4739640"/>
            <a:chOff x="1929099" y="1705862"/>
            <a:chExt cx="3891812" cy="3071307"/>
          </a:xfrm>
        </p:grpSpPr>
        <p:grpSp>
          <p:nvGrpSpPr>
            <p:cNvPr id="44" name="Group 5"/>
            <p:cNvGrpSpPr/>
            <p:nvPr/>
          </p:nvGrpSpPr>
          <p:grpSpPr>
            <a:xfrm rot="2700000">
              <a:off x="2561221" y="1719356"/>
              <a:ext cx="204979" cy="177992"/>
              <a:chOff x="883920" y="396240"/>
              <a:chExt cx="929640" cy="929640"/>
            </a:xfrm>
          </p:grpSpPr>
          <p:sp>
            <p:nvSpPr>
              <p:cNvPr id="114" name="Rectangle 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15" name="Rectangle 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5" name="Group 6"/>
            <p:cNvGrpSpPr/>
            <p:nvPr/>
          </p:nvGrpSpPr>
          <p:grpSpPr>
            <a:xfrm rot="2700000">
              <a:off x="2561221" y="2657996"/>
              <a:ext cx="204979" cy="177992"/>
              <a:chOff x="883920" y="396240"/>
              <a:chExt cx="929640" cy="929640"/>
            </a:xfrm>
          </p:grpSpPr>
          <p:sp>
            <p:nvSpPr>
              <p:cNvPr id="112" name="Rectangle 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13" name="Rectangle 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6" name="Group 9"/>
            <p:cNvGrpSpPr/>
            <p:nvPr/>
          </p:nvGrpSpPr>
          <p:grpSpPr>
            <a:xfrm rot="2700000">
              <a:off x="2554789" y="3628727"/>
              <a:ext cx="204979" cy="177992"/>
              <a:chOff x="883920" y="396240"/>
              <a:chExt cx="929640" cy="929640"/>
            </a:xfrm>
          </p:grpSpPr>
          <p:sp>
            <p:nvSpPr>
              <p:cNvPr id="110" name="Rectangle 1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11" name="Rectangle 1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7" name="Group 12"/>
            <p:cNvGrpSpPr/>
            <p:nvPr/>
          </p:nvGrpSpPr>
          <p:grpSpPr>
            <a:xfrm rot="2700000">
              <a:off x="2554789" y="4583412"/>
              <a:ext cx="204979" cy="177992"/>
              <a:chOff x="883920" y="396240"/>
              <a:chExt cx="929640" cy="929640"/>
            </a:xfrm>
          </p:grpSpPr>
          <p:sp>
            <p:nvSpPr>
              <p:cNvPr id="108" name="Rectangle 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09" name="Rectangle 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8" name="Group 15"/>
            <p:cNvGrpSpPr/>
            <p:nvPr/>
          </p:nvGrpSpPr>
          <p:grpSpPr>
            <a:xfrm rot="2700000">
              <a:off x="3313799" y="1719356"/>
              <a:ext cx="204979" cy="177992"/>
              <a:chOff x="883920" y="396240"/>
              <a:chExt cx="929640" cy="929640"/>
            </a:xfrm>
          </p:grpSpPr>
          <p:sp>
            <p:nvSpPr>
              <p:cNvPr id="106" name="Rectangle 16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07" name="Rectangle 17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9" name="Group 18"/>
            <p:cNvGrpSpPr/>
            <p:nvPr/>
          </p:nvGrpSpPr>
          <p:grpSpPr>
            <a:xfrm rot="2700000">
              <a:off x="3313799" y="2657996"/>
              <a:ext cx="204979" cy="177992"/>
              <a:chOff x="883920" y="396240"/>
              <a:chExt cx="929640" cy="929640"/>
            </a:xfrm>
          </p:grpSpPr>
          <p:sp>
            <p:nvSpPr>
              <p:cNvPr id="104" name="Rectangle 1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05" name="Rectangle 2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0" name="Group 21"/>
            <p:cNvGrpSpPr/>
            <p:nvPr/>
          </p:nvGrpSpPr>
          <p:grpSpPr>
            <a:xfrm rot="2700000">
              <a:off x="3307367" y="3628727"/>
              <a:ext cx="204979" cy="177992"/>
              <a:chOff x="883920" y="396240"/>
              <a:chExt cx="929640" cy="929640"/>
            </a:xfrm>
          </p:grpSpPr>
          <p:sp>
            <p:nvSpPr>
              <p:cNvPr id="102" name="Rectangle 22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03" name="Rectangle 23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1" name="Group 24"/>
            <p:cNvGrpSpPr/>
            <p:nvPr/>
          </p:nvGrpSpPr>
          <p:grpSpPr>
            <a:xfrm rot="2700000">
              <a:off x="3307367" y="4583412"/>
              <a:ext cx="204979" cy="177992"/>
              <a:chOff x="883920" y="396240"/>
              <a:chExt cx="929640" cy="929640"/>
            </a:xfrm>
          </p:grpSpPr>
          <p:sp>
            <p:nvSpPr>
              <p:cNvPr id="100" name="Rectangle 9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01" name="Rectangle 10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2" name="Group 27"/>
            <p:cNvGrpSpPr/>
            <p:nvPr/>
          </p:nvGrpSpPr>
          <p:grpSpPr>
            <a:xfrm rot="2700000">
              <a:off x="4104971" y="1719356"/>
              <a:ext cx="204979" cy="177992"/>
              <a:chOff x="883920" y="396240"/>
              <a:chExt cx="929640" cy="929640"/>
            </a:xfrm>
          </p:grpSpPr>
          <p:sp>
            <p:nvSpPr>
              <p:cNvPr id="98" name="Rectangle 9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99" name="Rectangle 9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3" name="Group 30"/>
            <p:cNvGrpSpPr/>
            <p:nvPr/>
          </p:nvGrpSpPr>
          <p:grpSpPr>
            <a:xfrm rot="2700000">
              <a:off x="4104971" y="2657996"/>
              <a:ext cx="204979" cy="177992"/>
              <a:chOff x="883920" y="396240"/>
              <a:chExt cx="929640" cy="929640"/>
            </a:xfrm>
          </p:grpSpPr>
          <p:sp>
            <p:nvSpPr>
              <p:cNvPr id="96" name="Rectangle 9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97" name="Rectangle 9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4" name="Group 33"/>
            <p:cNvGrpSpPr/>
            <p:nvPr/>
          </p:nvGrpSpPr>
          <p:grpSpPr>
            <a:xfrm rot="2700000">
              <a:off x="4098539" y="3628727"/>
              <a:ext cx="204979" cy="177992"/>
              <a:chOff x="883920" y="396240"/>
              <a:chExt cx="929640" cy="929640"/>
            </a:xfrm>
          </p:grpSpPr>
          <p:sp>
            <p:nvSpPr>
              <p:cNvPr id="94" name="Rectangle 9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95" name="Rectangle 9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5" name="Group 36"/>
            <p:cNvGrpSpPr/>
            <p:nvPr/>
          </p:nvGrpSpPr>
          <p:grpSpPr>
            <a:xfrm rot="2700000">
              <a:off x="4098539" y="4583412"/>
              <a:ext cx="204979" cy="177992"/>
              <a:chOff x="883920" y="396240"/>
              <a:chExt cx="929640" cy="929640"/>
            </a:xfrm>
          </p:grpSpPr>
          <p:sp>
            <p:nvSpPr>
              <p:cNvPr id="92" name="Rectangle 9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93" name="Rectangle 9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6" name="Group 39"/>
            <p:cNvGrpSpPr/>
            <p:nvPr/>
          </p:nvGrpSpPr>
          <p:grpSpPr>
            <a:xfrm rot="2700000">
              <a:off x="4870415" y="1719356"/>
              <a:ext cx="204979" cy="177992"/>
              <a:chOff x="883920" y="396240"/>
              <a:chExt cx="929640" cy="929640"/>
            </a:xfrm>
          </p:grpSpPr>
          <p:sp>
            <p:nvSpPr>
              <p:cNvPr id="90" name="Rectangle 8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91" name="Rectangle 9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7" name="Group 42"/>
            <p:cNvGrpSpPr/>
            <p:nvPr/>
          </p:nvGrpSpPr>
          <p:grpSpPr>
            <a:xfrm rot="2700000">
              <a:off x="4870414" y="2657996"/>
              <a:ext cx="204979" cy="177992"/>
              <a:chOff x="883920" y="396240"/>
              <a:chExt cx="929640" cy="92964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89" name="Rectangle 8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8" name="Group 45"/>
            <p:cNvGrpSpPr/>
            <p:nvPr/>
          </p:nvGrpSpPr>
          <p:grpSpPr>
            <a:xfrm rot="2700000">
              <a:off x="4863982" y="3628727"/>
              <a:ext cx="204979" cy="177992"/>
              <a:chOff x="883920" y="396240"/>
              <a:chExt cx="929640" cy="929640"/>
            </a:xfrm>
          </p:grpSpPr>
          <p:sp>
            <p:nvSpPr>
              <p:cNvPr id="86" name="Rectangle 8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87" name="Rectangle 8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9" name="Group 48"/>
            <p:cNvGrpSpPr/>
            <p:nvPr/>
          </p:nvGrpSpPr>
          <p:grpSpPr>
            <a:xfrm rot="2700000">
              <a:off x="4863982" y="4583412"/>
              <a:ext cx="204979" cy="177992"/>
              <a:chOff x="883920" y="396240"/>
              <a:chExt cx="929640" cy="929640"/>
            </a:xfrm>
          </p:grpSpPr>
          <p:sp>
            <p:nvSpPr>
              <p:cNvPr id="84" name="Rectangle 8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85" name="Rectangle 8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60" name="Group 51"/>
            <p:cNvGrpSpPr/>
            <p:nvPr/>
          </p:nvGrpSpPr>
          <p:grpSpPr>
            <a:xfrm rot="2700000">
              <a:off x="5629425" y="1719356"/>
              <a:ext cx="204979" cy="177992"/>
              <a:chOff x="883920" y="396240"/>
              <a:chExt cx="929640" cy="929640"/>
            </a:xfrm>
          </p:grpSpPr>
          <p:sp>
            <p:nvSpPr>
              <p:cNvPr id="82" name="Rectangle 8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83" name="Rectangle 8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61" name="Group 54"/>
            <p:cNvGrpSpPr/>
            <p:nvPr/>
          </p:nvGrpSpPr>
          <p:grpSpPr>
            <a:xfrm rot="2700000">
              <a:off x="5629425" y="2657996"/>
              <a:ext cx="204979" cy="177992"/>
              <a:chOff x="883920" y="396240"/>
              <a:chExt cx="929640" cy="929640"/>
            </a:xfrm>
          </p:grpSpPr>
          <p:sp>
            <p:nvSpPr>
              <p:cNvPr id="80" name="Rectangle 7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81" name="Rectangle 8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62" name="Group 57"/>
            <p:cNvGrpSpPr/>
            <p:nvPr/>
          </p:nvGrpSpPr>
          <p:grpSpPr>
            <a:xfrm rot="2700000">
              <a:off x="5622993" y="3628727"/>
              <a:ext cx="204979" cy="177992"/>
              <a:chOff x="883920" y="396240"/>
              <a:chExt cx="929640" cy="929640"/>
            </a:xfrm>
          </p:grpSpPr>
          <p:sp>
            <p:nvSpPr>
              <p:cNvPr id="78" name="Rectangle 7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9" name="Rectangle 7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63" name="Group 60"/>
            <p:cNvGrpSpPr/>
            <p:nvPr/>
          </p:nvGrpSpPr>
          <p:grpSpPr>
            <a:xfrm rot="2700000">
              <a:off x="5622993" y="4583412"/>
              <a:ext cx="204979" cy="177992"/>
              <a:chOff x="883920" y="396240"/>
              <a:chExt cx="929640" cy="929640"/>
            </a:xfrm>
          </p:grpSpPr>
          <p:sp>
            <p:nvSpPr>
              <p:cNvPr id="76" name="Rectangle 7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7" name="Rectangle 7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64" name="Group 5"/>
            <p:cNvGrpSpPr/>
            <p:nvPr/>
          </p:nvGrpSpPr>
          <p:grpSpPr>
            <a:xfrm rot="2700000">
              <a:off x="1922037" y="1721628"/>
              <a:ext cx="204979" cy="177992"/>
              <a:chOff x="883920" y="396240"/>
              <a:chExt cx="929640" cy="929640"/>
            </a:xfrm>
          </p:grpSpPr>
          <p:sp>
            <p:nvSpPr>
              <p:cNvPr id="74" name="Rectangle 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5" name="Rectangle 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65" name="Group 6"/>
            <p:cNvGrpSpPr/>
            <p:nvPr/>
          </p:nvGrpSpPr>
          <p:grpSpPr>
            <a:xfrm rot="2700000">
              <a:off x="1922037" y="2660268"/>
              <a:ext cx="204979" cy="177992"/>
              <a:chOff x="883920" y="396240"/>
              <a:chExt cx="929640" cy="929640"/>
            </a:xfrm>
          </p:grpSpPr>
          <p:sp>
            <p:nvSpPr>
              <p:cNvPr id="72" name="Rectangle 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3" name="Rectangle 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66" name="Group 9"/>
            <p:cNvGrpSpPr/>
            <p:nvPr/>
          </p:nvGrpSpPr>
          <p:grpSpPr>
            <a:xfrm rot="2700000">
              <a:off x="1915605" y="3630999"/>
              <a:ext cx="204979" cy="177992"/>
              <a:chOff x="883920" y="396240"/>
              <a:chExt cx="929640" cy="929640"/>
            </a:xfrm>
          </p:grpSpPr>
          <p:sp>
            <p:nvSpPr>
              <p:cNvPr id="70" name="Rectangle 1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1" name="Rectangle 1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67" name="Group 12"/>
            <p:cNvGrpSpPr/>
            <p:nvPr/>
          </p:nvGrpSpPr>
          <p:grpSpPr>
            <a:xfrm rot="2700000">
              <a:off x="1915605" y="4585684"/>
              <a:ext cx="204979" cy="177992"/>
              <a:chOff x="883920" y="396240"/>
              <a:chExt cx="929640" cy="929640"/>
            </a:xfrm>
          </p:grpSpPr>
          <p:sp>
            <p:nvSpPr>
              <p:cNvPr id="68" name="Rectangle 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69" name="Rectangle 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223.47.1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80" y="4373880"/>
            <a:ext cx="7909560" cy="2224723"/>
          </a:xfrm>
        </p:spPr>
        <p:txBody>
          <a:bodyPr>
            <a:normAutofit fontScale="77500" lnSpcReduction="20000"/>
          </a:bodyPr>
          <a:lstStyle/>
          <a:p>
            <a:pPr>
              <a:buNone/>
            </a:pPr>
            <a:r>
              <a:rPr lang="en-US" dirty="0"/>
              <a:t>A magnetic field is stationary with respect to frame  S. The person in frame  S’ has a positive charge. Will the person in frame S see a force acting on the charge?</a:t>
            </a:r>
          </a:p>
          <a:p>
            <a:pPr marL="514350" indent="-514350"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AutoNum type="alphaLcParenR"/>
            </a:pPr>
            <a:r>
              <a:rPr lang="en-US" dirty="0"/>
              <a:t>No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4D8EB8-14F2-ECD8-0F12-462399A099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719" y="1160071"/>
            <a:ext cx="5445081" cy="30909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223.47.1.5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80" y="3509682"/>
            <a:ext cx="7909560" cy="3088921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dirty="0"/>
              <a:t>What is the magnitude of the force on the charge according to the person in frame S?</a:t>
            </a:r>
          </a:p>
          <a:p>
            <a:pPr marL="514350" indent="-514350">
              <a:buAutoNum type="alphaLcParenR"/>
            </a:pPr>
            <a:r>
              <a:rPr lang="en-US" dirty="0"/>
              <a:t>F=mg</a:t>
            </a:r>
          </a:p>
          <a:p>
            <a:pPr marL="514350" indent="-514350">
              <a:buAutoNum type="alphaLcParenR"/>
            </a:pPr>
            <a:r>
              <a:rPr lang="en-US" dirty="0"/>
              <a:t>F=</a:t>
            </a:r>
            <a:r>
              <a:rPr lang="en-US" dirty="0" err="1"/>
              <a:t>qvBsin</a:t>
            </a:r>
            <a:r>
              <a:rPr lang="en-US" dirty="0">
                <a:sym typeface="Symbol"/>
              </a:rPr>
              <a:t></a:t>
            </a:r>
            <a:endParaRPr lang="en-US" dirty="0"/>
          </a:p>
          <a:p>
            <a:pPr marL="514350" indent="-514350">
              <a:buAutoNum type="alphaLcParenR"/>
            </a:pPr>
            <a:r>
              <a:rPr lang="en-US" dirty="0"/>
              <a:t>F=</a:t>
            </a:r>
            <a:r>
              <a:rPr lang="en-US" dirty="0" err="1"/>
              <a:t>qE</a:t>
            </a:r>
            <a:endParaRPr lang="en-US" dirty="0"/>
          </a:p>
          <a:p>
            <a:pPr marL="514350" indent="-514350">
              <a:buAutoNum type="alphaLcParenR"/>
            </a:pPr>
            <a:r>
              <a:rPr lang="en-US" dirty="0"/>
              <a:t>F=</a:t>
            </a:r>
            <a:r>
              <a:rPr lang="en-US" dirty="0" err="1"/>
              <a:t>arcsin</a:t>
            </a:r>
            <a:r>
              <a:rPr lang="en-US" dirty="0"/>
              <a:t>(-1)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37825C-7561-E2C1-C197-753CA7E58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2633" y="1224668"/>
            <a:ext cx="3741081" cy="21236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223.47.1.6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80" y="3509682"/>
            <a:ext cx="7909560" cy="3088921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dirty="0"/>
              <a:t>What is the direction of the force on the charge according to the person in frame S?</a:t>
            </a:r>
          </a:p>
          <a:p>
            <a:pPr marL="514350" indent="-514350">
              <a:buAutoNum type="alphaLcParenR"/>
            </a:pPr>
            <a:r>
              <a:rPr lang="en-US" dirty="0"/>
              <a:t>Up</a:t>
            </a:r>
          </a:p>
          <a:p>
            <a:pPr marL="514350" indent="-514350">
              <a:buAutoNum type="alphaLcParenR"/>
            </a:pPr>
            <a:r>
              <a:rPr lang="en-US" dirty="0"/>
              <a:t>Down</a:t>
            </a:r>
          </a:p>
          <a:p>
            <a:pPr marL="514350" indent="-514350">
              <a:buAutoNum type="alphaLcParenR"/>
            </a:pPr>
            <a:r>
              <a:rPr lang="en-US" dirty="0"/>
              <a:t>Into the page</a:t>
            </a:r>
          </a:p>
          <a:p>
            <a:pPr marL="514350" indent="-514350">
              <a:buAutoNum type="alphaLcParenR"/>
            </a:pPr>
            <a:r>
              <a:rPr lang="en-US" dirty="0"/>
              <a:t>Out of the page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869D4C-9BAC-B352-DBE0-B46DE7673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514" y="1160072"/>
            <a:ext cx="3998686" cy="2269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2814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223.47.2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79" y="4585567"/>
            <a:ext cx="7909560" cy="2224723"/>
          </a:xfrm>
        </p:spPr>
        <p:txBody>
          <a:bodyPr>
            <a:normAutofit fontScale="77500" lnSpcReduction="20000"/>
          </a:bodyPr>
          <a:lstStyle/>
          <a:p>
            <a:pPr>
              <a:buNone/>
            </a:pPr>
            <a:r>
              <a:rPr lang="en-US" dirty="0"/>
              <a:t>A magnetic field is stationary with respect to frame  S. The person in frame  S’ has a positive charge. Will the person in frame S’ see a force acting on the charge?</a:t>
            </a:r>
          </a:p>
          <a:p>
            <a:pPr marL="514350" indent="-514350"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AutoNum type="alphaLcParenR"/>
            </a:pPr>
            <a:r>
              <a:rPr lang="en-US" dirty="0"/>
              <a:t>No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A499E8-72D7-6C3E-DD90-925C97603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719" y="1160071"/>
            <a:ext cx="5445081" cy="30909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223.47.3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3901441"/>
            <a:ext cx="7909560" cy="239268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/>
              <a:t>A magnetic field is stationary with respect to frame  S. The person in frame  S’ has a positive charge. The person in frame S’ does see a force acting on the charge. What causes this force?</a:t>
            </a:r>
          </a:p>
          <a:p>
            <a:pPr marL="514350" indent="-514350">
              <a:buAutoNum type="alphaLcParenR"/>
            </a:pPr>
            <a:r>
              <a:rPr lang="en-US" sz="2000" dirty="0"/>
              <a:t>The magnetic field</a:t>
            </a:r>
          </a:p>
          <a:p>
            <a:pPr marL="514350" indent="-514350">
              <a:buAutoNum type="alphaLcParenR"/>
            </a:pPr>
            <a:r>
              <a:rPr lang="en-US" sz="2000" dirty="0"/>
              <a:t>An Electric field</a:t>
            </a:r>
          </a:p>
          <a:p>
            <a:pPr marL="514350" indent="-514350">
              <a:buAutoNum type="alphaLcParenR"/>
            </a:pPr>
            <a:r>
              <a:rPr lang="en-US" sz="2000" dirty="0"/>
              <a:t>The person in frame S’ must be pushing on the charge.</a:t>
            </a:r>
          </a:p>
          <a:p>
            <a:pPr marL="514350" indent="-514350">
              <a:buAutoNum type="alphaLcParenR"/>
            </a:pPr>
            <a:r>
              <a:rPr lang="en-US" sz="2000" dirty="0"/>
              <a:t>Nothing, it is magic</a:t>
            </a:r>
          </a:p>
          <a:p>
            <a:pPr>
              <a:buNone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2C3D97-B9DE-4EB9-8C3E-41CA891029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8188" y="1276187"/>
            <a:ext cx="4215012" cy="23926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7"/>
          <p:cNvSpPr>
            <a:spLocks noChangeArrowheads="1"/>
          </p:cNvSpPr>
          <p:nvPr/>
        </p:nvSpPr>
        <p:spPr bwMode="auto">
          <a:xfrm>
            <a:off x="733738" y="4483780"/>
            <a:ext cx="4259294" cy="156264"/>
          </a:xfrm>
          <a:prstGeom prst="rect">
            <a:avLst/>
          </a:prstGeom>
          <a:solidFill>
            <a:schemeClr val="accent1"/>
          </a:solidFill>
          <a:ln w="9525">
            <a:miter lim="800000"/>
            <a:headEnd/>
            <a:tailEnd/>
          </a:ln>
          <a:scene3d>
            <a:camera prst="legacyPerspectiveTop"/>
            <a:lightRig rig="legacyFlat3" dir="b"/>
          </a:scene3d>
          <a:sp3d extrusionH="887400" prstMaterial="legacyMatte">
            <a:bevelT w="13500" h="13500" prst="angle"/>
            <a:bevelB w="13500" h="13500" prst="angle"/>
            <a:extrusionClr>
              <a:schemeClr val="accent1"/>
            </a:extrusionClr>
          </a:sp3d>
        </p:spPr>
        <p:txBody>
          <a:bodyPr wrap="none" anchor="ctr">
            <a:flatTx/>
          </a:bodyPr>
          <a:lstStyle/>
          <a:p>
            <a:endParaRPr lang="en-US" sz="2800"/>
          </a:p>
        </p:txBody>
      </p:sp>
      <p:sp>
        <p:nvSpPr>
          <p:cNvPr id="26" name="Rectangle 8"/>
          <p:cNvSpPr>
            <a:spLocks noChangeArrowheads="1"/>
          </p:cNvSpPr>
          <p:nvPr/>
        </p:nvSpPr>
        <p:spPr bwMode="auto">
          <a:xfrm>
            <a:off x="3574067" y="3576892"/>
            <a:ext cx="4259294" cy="156264"/>
          </a:xfrm>
          <a:prstGeom prst="rect">
            <a:avLst/>
          </a:prstGeom>
          <a:solidFill>
            <a:schemeClr val="accent1"/>
          </a:solidFill>
          <a:ln w="9525">
            <a:miter lim="800000"/>
            <a:headEnd/>
            <a:tailEnd/>
          </a:ln>
          <a:scene3d>
            <a:camera prst="legacyPerspectiveTop"/>
            <a:lightRig rig="legacyFlat3" dir="b"/>
          </a:scene3d>
          <a:sp3d extrusionH="887400" prstMaterial="legacyMatte">
            <a:bevelT w="13500" h="13500" prst="angle"/>
            <a:bevelB w="13500" h="13500" prst="angle"/>
            <a:extrusionClr>
              <a:schemeClr val="accent1"/>
            </a:extrusionClr>
          </a:sp3d>
        </p:spPr>
        <p:txBody>
          <a:bodyPr wrap="none" anchor="ctr">
            <a:flatTx/>
          </a:bodyPr>
          <a:lstStyle/>
          <a:p>
            <a:endParaRPr lang="en-US" sz="2800"/>
          </a:p>
        </p:txBody>
      </p:sp>
      <p:sp>
        <p:nvSpPr>
          <p:cNvPr id="27" name="Line 9"/>
          <p:cNvSpPr>
            <a:spLocks noChangeShapeType="1"/>
          </p:cNvSpPr>
          <p:nvPr/>
        </p:nvSpPr>
        <p:spPr bwMode="auto">
          <a:xfrm flipV="1">
            <a:off x="822573" y="2340735"/>
            <a:ext cx="0" cy="222117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 flipV="1">
            <a:off x="832177" y="4573073"/>
            <a:ext cx="6410549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9" name="Text Box 11"/>
          <p:cNvSpPr txBox="1">
            <a:spLocks noChangeArrowheads="1"/>
          </p:cNvSpPr>
          <p:nvPr/>
        </p:nvSpPr>
        <p:spPr bwMode="auto">
          <a:xfrm>
            <a:off x="381001" y="2062981"/>
            <a:ext cx="345737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y</a:t>
            </a:r>
          </a:p>
        </p:txBody>
      </p:sp>
      <p:sp>
        <p:nvSpPr>
          <p:cNvPr id="30" name="Text Box 12"/>
          <p:cNvSpPr txBox="1">
            <a:spLocks noChangeArrowheads="1"/>
          </p:cNvSpPr>
          <p:nvPr/>
        </p:nvSpPr>
        <p:spPr bwMode="auto">
          <a:xfrm>
            <a:off x="7225919" y="4369373"/>
            <a:ext cx="340936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/>
              <a:t>x</a:t>
            </a:r>
          </a:p>
        </p:txBody>
      </p:sp>
      <p:sp>
        <p:nvSpPr>
          <p:cNvPr id="31" name="Line 13"/>
          <p:cNvSpPr>
            <a:spLocks noChangeShapeType="1"/>
          </p:cNvSpPr>
          <p:nvPr/>
        </p:nvSpPr>
        <p:spPr bwMode="auto">
          <a:xfrm flipH="1">
            <a:off x="1440147" y="2669478"/>
            <a:ext cx="986792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2" name="Text Box 14"/>
          <p:cNvSpPr txBox="1">
            <a:spLocks noChangeArrowheads="1"/>
          </p:cNvSpPr>
          <p:nvPr/>
        </p:nvSpPr>
        <p:spPr bwMode="auto">
          <a:xfrm>
            <a:off x="1809721" y="2108476"/>
            <a:ext cx="457176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-v</a:t>
            </a:r>
            <a:endParaRPr lang="en-US" sz="2800" baseline="-25000" dirty="0">
              <a:solidFill>
                <a:srgbClr val="FF0000"/>
              </a:solidFill>
            </a:endParaRPr>
          </a:p>
        </p:txBody>
      </p:sp>
      <p:sp>
        <p:nvSpPr>
          <p:cNvPr id="18" name="Oval 16"/>
          <p:cNvSpPr>
            <a:spLocks noChangeArrowheads="1"/>
          </p:cNvSpPr>
          <p:nvPr/>
        </p:nvSpPr>
        <p:spPr bwMode="auto">
          <a:xfrm flipH="1">
            <a:off x="7467599" y="2209800"/>
            <a:ext cx="197686" cy="247204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9" name="Oval 17"/>
          <p:cNvSpPr>
            <a:spLocks noChangeArrowheads="1"/>
          </p:cNvSpPr>
          <p:nvPr/>
        </p:nvSpPr>
        <p:spPr bwMode="auto">
          <a:xfrm flipH="1">
            <a:off x="7493348" y="2443520"/>
            <a:ext cx="166953" cy="533960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0" name="Rectangle 18"/>
          <p:cNvSpPr>
            <a:spLocks noChangeArrowheads="1"/>
          </p:cNvSpPr>
          <p:nvPr/>
        </p:nvSpPr>
        <p:spPr bwMode="auto">
          <a:xfrm rot="18405958" flipH="1">
            <a:off x="7663543" y="2439998"/>
            <a:ext cx="45845" cy="264135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1" name="Rectangle 19"/>
          <p:cNvSpPr>
            <a:spLocks noChangeArrowheads="1"/>
          </p:cNvSpPr>
          <p:nvPr/>
        </p:nvSpPr>
        <p:spPr bwMode="auto">
          <a:xfrm rot="2837193" flipH="1">
            <a:off x="7658047" y="2602612"/>
            <a:ext cx="59329" cy="240047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2" name="Rectangle 20"/>
          <p:cNvSpPr>
            <a:spLocks noChangeArrowheads="1"/>
          </p:cNvSpPr>
          <p:nvPr/>
        </p:nvSpPr>
        <p:spPr bwMode="auto">
          <a:xfrm rot="725482" flipH="1">
            <a:off x="7520758" y="2895678"/>
            <a:ext cx="78078" cy="304735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3" name="Rectangle 21"/>
          <p:cNvSpPr>
            <a:spLocks noChangeArrowheads="1"/>
          </p:cNvSpPr>
          <p:nvPr/>
        </p:nvSpPr>
        <p:spPr bwMode="auto">
          <a:xfrm rot="20498368" flipH="1">
            <a:off x="7528234" y="3157264"/>
            <a:ext cx="78078" cy="304735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4" name="Rectangle 22"/>
          <p:cNvSpPr>
            <a:spLocks noChangeArrowheads="1"/>
          </p:cNvSpPr>
          <p:nvPr/>
        </p:nvSpPr>
        <p:spPr bwMode="auto">
          <a:xfrm flipH="1">
            <a:off x="7486703" y="3422447"/>
            <a:ext cx="161970" cy="64722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1249680" y="3017520"/>
            <a:ext cx="396240" cy="1363014"/>
            <a:chOff x="4491" y="2017"/>
            <a:chExt cx="422" cy="1421"/>
          </a:xfrm>
        </p:grpSpPr>
        <p:sp>
          <p:nvSpPr>
            <p:cNvPr id="11" name="Oval 24"/>
            <p:cNvSpPr>
              <a:spLocks noChangeArrowheads="1"/>
            </p:cNvSpPr>
            <p:nvPr/>
          </p:nvSpPr>
          <p:spPr bwMode="auto">
            <a:xfrm>
              <a:off x="4675" y="2017"/>
              <a:ext cx="238" cy="275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2" name="Oval 25"/>
            <p:cNvSpPr>
              <a:spLocks noChangeArrowheads="1"/>
            </p:cNvSpPr>
            <p:nvPr/>
          </p:nvSpPr>
          <p:spPr bwMode="auto">
            <a:xfrm>
              <a:off x="4681" y="2277"/>
              <a:ext cx="201" cy="594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3" name="Rectangle 26"/>
            <p:cNvSpPr>
              <a:spLocks noChangeArrowheads="1"/>
            </p:cNvSpPr>
            <p:nvPr/>
          </p:nvSpPr>
          <p:spPr bwMode="auto">
            <a:xfrm rot="3194042">
              <a:off x="4624" y="2261"/>
              <a:ext cx="51" cy="318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4" name="Rectangle 27"/>
            <p:cNvSpPr>
              <a:spLocks noChangeArrowheads="1"/>
            </p:cNvSpPr>
            <p:nvPr/>
          </p:nvSpPr>
          <p:spPr bwMode="auto">
            <a:xfrm rot="-2837193">
              <a:off x="4615" y="2443"/>
              <a:ext cx="66" cy="28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5" name="Rectangle 28"/>
            <p:cNvSpPr>
              <a:spLocks noChangeArrowheads="1"/>
            </p:cNvSpPr>
            <p:nvPr/>
          </p:nvSpPr>
          <p:spPr bwMode="auto">
            <a:xfrm rot="-725482">
              <a:off x="4755" y="2780"/>
              <a:ext cx="94" cy="33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6" name="Rectangle 29"/>
            <p:cNvSpPr>
              <a:spLocks noChangeArrowheads="1"/>
            </p:cNvSpPr>
            <p:nvPr/>
          </p:nvSpPr>
          <p:spPr bwMode="auto">
            <a:xfrm rot="1101632">
              <a:off x="4746" y="3071"/>
              <a:ext cx="94" cy="33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7" name="Rectangle 30"/>
            <p:cNvSpPr>
              <a:spLocks noChangeArrowheads="1"/>
            </p:cNvSpPr>
            <p:nvPr/>
          </p:nvSpPr>
          <p:spPr bwMode="auto">
            <a:xfrm>
              <a:off x="4695" y="3366"/>
              <a:ext cx="195" cy="72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</p:grpSp>
      <p:sp>
        <p:nvSpPr>
          <p:cNvPr id="6" name="Text Box 31"/>
          <p:cNvSpPr txBox="1">
            <a:spLocks noChangeArrowheads="1"/>
          </p:cNvSpPr>
          <p:nvPr/>
        </p:nvSpPr>
        <p:spPr bwMode="auto">
          <a:xfrm>
            <a:off x="2314323" y="4653566"/>
            <a:ext cx="350539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S</a:t>
            </a:r>
          </a:p>
        </p:txBody>
      </p:sp>
      <p:sp>
        <p:nvSpPr>
          <p:cNvPr id="7" name="Text Box 32"/>
          <p:cNvSpPr txBox="1">
            <a:spLocks noChangeArrowheads="1"/>
          </p:cNvSpPr>
          <p:nvPr/>
        </p:nvSpPr>
        <p:spPr bwMode="auto">
          <a:xfrm>
            <a:off x="5436500" y="3719633"/>
            <a:ext cx="436974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S’</a:t>
            </a:r>
          </a:p>
        </p:txBody>
      </p:sp>
      <p:sp>
        <p:nvSpPr>
          <p:cNvPr id="33" name="Line 9"/>
          <p:cNvSpPr>
            <a:spLocks noChangeShapeType="1"/>
          </p:cNvSpPr>
          <p:nvPr/>
        </p:nvSpPr>
        <p:spPr bwMode="auto">
          <a:xfrm flipV="1">
            <a:off x="3596253" y="1411095"/>
            <a:ext cx="0" cy="222117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4" name="Line 10"/>
          <p:cNvSpPr>
            <a:spLocks noChangeShapeType="1"/>
          </p:cNvSpPr>
          <p:nvPr/>
        </p:nvSpPr>
        <p:spPr bwMode="auto">
          <a:xfrm flipV="1">
            <a:off x="3605857" y="3642360"/>
            <a:ext cx="5050463" cy="107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5" name="Text Box 11"/>
          <p:cNvSpPr txBox="1">
            <a:spLocks noChangeArrowheads="1"/>
          </p:cNvSpPr>
          <p:nvPr/>
        </p:nvSpPr>
        <p:spPr bwMode="auto">
          <a:xfrm>
            <a:off x="3154681" y="1133341"/>
            <a:ext cx="447238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y’</a:t>
            </a:r>
          </a:p>
        </p:txBody>
      </p:sp>
      <p:sp>
        <p:nvSpPr>
          <p:cNvPr id="36" name="Text Box 12"/>
          <p:cNvSpPr txBox="1">
            <a:spLocks noChangeArrowheads="1"/>
          </p:cNvSpPr>
          <p:nvPr/>
        </p:nvSpPr>
        <p:spPr bwMode="auto">
          <a:xfrm>
            <a:off x="8094599" y="3668333"/>
            <a:ext cx="438838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x’</a:t>
            </a:r>
          </a:p>
        </p:txBody>
      </p:sp>
      <p:sp>
        <p:nvSpPr>
          <p:cNvPr id="37" name="Rectangle 19"/>
          <p:cNvSpPr>
            <a:spLocks noChangeArrowheads="1"/>
          </p:cNvSpPr>
          <p:nvPr/>
        </p:nvSpPr>
        <p:spPr bwMode="auto">
          <a:xfrm rot="2837193" flipH="1">
            <a:off x="7398967" y="2587373"/>
            <a:ext cx="59329" cy="240047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8" name="Rectangle 19"/>
          <p:cNvSpPr>
            <a:spLocks noChangeArrowheads="1"/>
          </p:cNvSpPr>
          <p:nvPr/>
        </p:nvSpPr>
        <p:spPr bwMode="auto">
          <a:xfrm rot="-600000" flipH="1">
            <a:off x="7298002" y="2554034"/>
            <a:ext cx="59329" cy="240047"/>
          </a:xfrm>
          <a:prstGeom prst="rect">
            <a:avLst/>
          </a:prstGeom>
          <a:solidFill>
            <a:schemeClr val="accent6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grpSp>
        <p:nvGrpSpPr>
          <p:cNvPr id="3" name="Group 40"/>
          <p:cNvGrpSpPr/>
          <p:nvPr/>
        </p:nvGrpSpPr>
        <p:grpSpPr>
          <a:xfrm>
            <a:off x="7133748" y="2268855"/>
            <a:ext cx="289560" cy="304800"/>
            <a:chOff x="7117080" y="2259330"/>
            <a:chExt cx="289560" cy="304800"/>
          </a:xfrm>
        </p:grpSpPr>
        <p:sp>
          <p:nvSpPr>
            <p:cNvPr id="39" name="Oval 38"/>
            <p:cNvSpPr/>
            <p:nvPr/>
          </p:nvSpPr>
          <p:spPr>
            <a:xfrm>
              <a:off x="7117080" y="2259330"/>
              <a:ext cx="289560" cy="304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Cross 39"/>
            <p:cNvSpPr/>
            <p:nvPr/>
          </p:nvSpPr>
          <p:spPr>
            <a:xfrm>
              <a:off x="7157323" y="2298859"/>
              <a:ext cx="209074" cy="225742"/>
            </a:xfrm>
            <a:prstGeom prst="plus">
              <a:avLst>
                <a:gd name="adj" fmla="val 3640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7"/>
          <p:cNvSpPr>
            <a:spLocks noChangeArrowheads="1"/>
          </p:cNvSpPr>
          <p:nvPr/>
        </p:nvSpPr>
        <p:spPr bwMode="auto">
          <a:xfrm>
            <a:off x="992818" y="4483780"/>
            <a:ext cx="4259294" cy="156264"/>
          </a:xfrm>
          <a:prstGeom prst="rect">
            <a:avLst/>
          </a:prstGeom>
          <a:solidFill>
            <a:schemeClr val="accent1"/>
          </a:solidFill>
          <a:ln w="9525">
            <a:miter lim="800000"/>
            <a:headEnd/>
            <a:tailEnd/>
          </a:ln>
          <a:scene3d>
            <a:camera prst="legacyPerspectiveTop"/>
            <a:lightRig rig="legacyFlat3" dir="b"/>
          </a:scene3d>
          <a:sp3d extrusionH="887400" prstMaterial="legacyMatte">
            <a:bevelT w="13500" h="13500" prst="angle"/>
            <a:bevelB w="13500" h="13500" prst="angle"/>
            <a:extrusionClr>
              <a:schemeClr val="accent1"/>
            </a:extrusionClr>
          </a:sp3d>
        </p:spPr>
        <p:txBody>
          <a:bodyPr wrap="none" anchor="ctr">
            <a:flatTx/>
          </a:bodyPr>
          <a:lstStyle/>
          <a:p>
            <a:endParaRPr lang="en-US" sz="2800"/>
          </a:p>
        </p:txBody>
      </p:sp>
      <p:sp>
        <p:nvSpPr>
          <p:cNvPr id="26" name="Rectangle 8"/>
          <p:cNvSpPr>
            <a:spLocks noChangeArrowheads="1"/>
          </p:cNvSpPr>
          <p:nvPr/>
        </p:nvSpPr>
        <p:spPr bwMode="auto">
          <a:xfrm>
            <a:off x="3833147" y="3576892"/>
            <a:ext cx="4259294" cy="156264"/>
          </a:xfrm>
          <a:prstGeom prst="rect">
            <a:avLst/>
          </a:prstGeom>
          <a:solidFill>
            <a:schemeClr val="accent1"/>
          </a:solidFill>
          <a:ln w="9525">
            <a:miter lim="800000"/>
            <a:headEnd/>
            <a:tailEnd/>
          </a:ln>
          <a:scene3d>
            <a:camera prst="legacyPerspectiveTop"/>
            <a:lightRig rig="legacyFlat3" dir="b"/>
          </a:scene3d>
          <a:sp3d extrusionH="887400" prstMaterial="legacyMatte">
            <a:bevelT w="13500" h="13500" prst="angle"/>
            <a:bevelB w="13500" h="13500" prst="angle"/>
            <a:extrusionClr>
              <a:schemeClr val="accent1"/>
            </a:extrusionClr>
          </a:sp3d>
        </p:spPr>
        <p:txBody>
          <a:bodyPr wrap="none" anchor="ctr">
            <a:flatTx/>
          </a:bodyPr>
          <a:lstStyle/>
          <a:p>
            <a:endParaRPr lang="en-US" sz="2800"/>
          </a:p>
        </p:txBody>
      </p:sp>
      <p:sp>
        <p:nvSpPr>
          <p:cNvPr id="27" name="Line 9"/>
          <p:cNvSpPr>
            <a:spLocks noChangeShapeType="1"/>
          </p:cNvSpPr>
          <p:nvPr/>
        </p:nvSpPr>
        <p:spPr bwMode="auto">
          <a:xfrm flipV="1">
            <a:off x="1081653" y="2340735"/>
            <a:ext cx="0" cy="222117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 flipV="1">
            <a:off x="1091257" y="4573073"/>
            <a:ext cx="6410549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9" name="Text Box 11"/>
          <p:cNvSpPr txBox="1">
            <a:spLocks noChangeArrowheads="1"/>
          </p:cNvSpPr>
          <p:nvPr/>
        </p:nvSpPr>
        <p:spPr bwMode="auto">
          <a:xfrm>
            <a:off x="640081" y="2062981"/>
            <a:ext cx="345737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y</a:t>
            </a:r>
          </a:p>
        </p:txBody>
      </p:sp>
      <p:sp>
        <p:nvSpPr>
          <p:cNvPr id="30" name="Text Box 12"/>
          <p:cNvSpPr txBox="1">
            <a:spLocks noChangeArrowheads="1"/>
          </p:cNvSpPr>
          <p:nvPr/>
        </p:nvSpPr>
        <p:spPr bwMode="auto">
          <a:xfrm>
            <a:off x="7484999" y="4369373"/>
            <a:ext cx="340936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/>
              <a:t>x</a:t>
            </a:r>
          </a:p>
        </p:txBody>
      </p:sp>
      <p:sp>
        <p:nvSpPr>
          <p:cNvPr id="31" name="Line 13"/>
          <p:cNvSpPr>
            <a:spLocks noChangeShapeType="1"/>
          </p:cNvSpPr>
          <p:nvPr/>
        </p:nvSpPr>
        <p:spPr bwMode="auto">
          <a:xfrm>
            <a:off x="5998808" y="2723023"/>
            <a:ext cx="986792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2" name="Text Box 14"/>
          <p:cNvSpPr txBox="1">
            <a:spLocks noChangeArrowheads="1"/>
          </p:cNvSpPr>
          <p:nvPr/>
        </p:nvSpPr>
        <p:spPr bwMode="auto">
          <a:xfrm>
            <a:off x="6262913" y="1844040"/>
            <a:ext cx="346570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v</a:t>
            </a:r>
            <a:endParaRPr lang="en-US" sz="2800" baseline="-25000" dirty="0">
              <a:solidFill>
                <a:srgbClr val="FF0000"/>
              </a:solidFill>
            </a:endParaRPr>
          </a:p>
        </p:txBody>
      </p:sp>
      <p:sp>
        <p:nvSpPr>
          <p:cNvPr id="18" name="Oval 16"/>
          <p:cNvSpPr>
            <a:spLocks noChangeArrowheads="1"/>
          </p:cNvSpPr>
          <p:nvPr/>
        </p:nvSpPr>
        <p:spPr bwMode="auto">
          <a:xfrm flipH="1">
            <a:off x="7726679" y="2209800"/>
            <a:ext cx="197686" cy="247204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9" name="Oval 17"/>
          <p:cNvSpPr>
            <a:spLocks noChangeArrowheads="1"/>
          </p:cNvSpPr>
          <p:nvPr/>
        </p:nvSpPr>
        <p:spPr bwMode="auto">
          <a:xfrm flipH="1">
            <a:off x="7752428" y="2443520"/>
            <a:ext cx="166953" cy="533960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0" name="Rectangle 18"/>
          <p:cNvSpPr>
            <a:spLocks noChangeArrowheads="1"/>
          </p:cNvSpPr>
          <p:nvPr/>
        </p:nvSpPr>
        <p:spPr bwMode="auto">
          <a:xfrm rot="18405958" flipH="1">
            <a:off x="7922623" y="2439998"/>
            <a:ext cx="45845" cy="264135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1" name="Rectangle 19"/>
          <p:cNvSpPr>
            <a:spLocks noChangeArrowheads="1"/>
          </p:cNvSpPr>
          <p:nvPr/>
        </p:nvSpPr>
        <p:spPr bwMode="auto">
          <a:xfrm rot="2837193" flipH="1">
            <a:off x="7917127" y="2602612"/>
            <a:ext cx="59329" cy="240047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2" name="Rectangle 20"/>
          <p:cNvSpPr>
            <a:spLocks noChangeArrowheads="1"/>
          </p:cNvSpPr>
          <p:nvPr/>
        </p:nvSpPr>
        <p:spPr bwMode="auto">
          <a:xfrm rot="725482" flipH="1">
            <a:off x="7779838" y="2895678"/>
            <a:ext cx="78078" cy="304735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3" name="Rectangle 21"/>
          <p:cNvSpPr>
            <a:spLocks noChangeArrowheads="1"/>
          </p:cNvSpPr>
          <p:nvPr/>
        </p:nvSpPr>
        <p:spPr bwMode="auto">
          <a:xfrm rot="20498368" flipH="1">
            <a:off x="7787314" y="3157264"/>
            <a:ext cx="78078" cy="304735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4" name="Rectangle 22"/>
          <p:cNvSpPr>
            <a:spLocks noChangeArrowheads="1"/>
          </p:cNvSpPr>
          <p:nvPr/>
        </p:nvSpPr>
        <p:spPr bwMode="auto">
          <a:xfrm flipH="1">
            <a:off x="7745783" y="3422447"/>
            <a:ext cx="161970" cy="64722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1325880" y="3017520"/>
            <a:ext cx="396240" cy="1363014"/>
            <a:chOff x="4491" y="2017"/>
            <a:chExt cx="422" cy="1421"/>
          </a:xfrm>
        </p:grpSpPr>
        <p:sp>
          <p:nvSpPr>
            <p:cNvPr id="11" name="Oval 24"/>
            <p:cNvSpPr>
              <a:spLocks noChangeArrowheads="1"/>
            </p:cNvSpPr>
            <p:nvPr/>
          </p:nvSpPr>
          <p:spPr bwMode="auto">
            <a:xfrm>
              <a:off x="4675" y="2017"/>
              <a:ext cx="238" cy="275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2" name="Oval 25"/>
            <p:cNvSpPr>
              <a:spLocks noChangeArrowheads="1"/>
            </p:cNvSpPr>
            <p:nvPr/>
          </p:nvSpPr>
          <p:spPr bwMode="auto">
            <a:xfrm>
              <a:off x="4681" y="2277"/>
              <a:ext cx="201" cy="594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3" name="Rectangle 26"/>
            <p:cNvSpPr>
              <a:spLocks noChangeArrowheads="1"/>
            </p:cNvSpPr>
            <p:nvPr/>
          </p:nvSpPr>
          <p:spPr bwMode="auto">
            <a:xfrm rot="3194042">
              <a:off x="4624" y="2261"/>
              <a:ext cx="51" cy="318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4" name="Rectangle 27"/>
            <p:cNvSpPr>
              <a:spLocks noChangeArrowheads="1"/>
            </p:cNvSpPr>
            <p:nvPr/>
          </p:nvSpPr>
          <p:spPr bwMode="auto">
            <a:xfrm rot="-2837193">
              <a:off x="4615" y="2443"/>
              <a:ext cx="66" cy="28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5" name="Rectangle 28"/>
            <p:cNvSpPr>
              <a:spLocks noChangeArrowheads="1"/>
            </p:cNvSpPr>
            <p:nvPr/>
          </p:nvSpPr>
          <p:spPr bwMode="auto">
            <a:xfrm rot="-725482">
              <a:off x="4755" y="2780"/>
              <a:ext cx="94" cy="33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6" name="Rectangle 29"/>
            <p:cNvSpPr>
              <a:spLocks noChangeArrowheads="1"/>
            </p:cNvSpPr>
            <p:nvPr/>
          </p:nvSpPr>
          <p:spPr bwMode="auto">
            <a:xfrm rot="1101632">
              <a:off x="4746" y="3071"/>
              <a:ext cx="94" cy="33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7" name="Rectangle 30"/>
            <p:cNvSpPr>
              <a:spLocks noChangeArrowheads="1"/>
            </p:cNvSpPr>
            <p:nvPr/>
          </p:nvSpPr>
          <p:spPr bwMode="auto">
            <a:xfrm>
              <a:off x="4695" y="3366"/>
              <a:ext cx="195" cy="72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</p:grpSp>
      <p:sp>
        <p:nvSpPr>
          <p:cNvPr id="6" name="Text Box 31"/>
          <p:cNvSpPr txBox="1">
            <a:spLocks noChangeArrowheads="1"/>
          </p:cNvSpPr>
          <p:nvPr/>
        </p:nvSpPr>
        <p:spPr bwMode="auto">
          <a:xfrm>
            <a:off x="2573403" y="4653566"/>
            <a:ext cx="350539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S</a:t>
            </a:r>
          </a:p>
        </p:txBody>
      </p:sp>
      <p:sp>
        <p:nvSpPr>
          <p:cNvPr id="7" name="Text Box 32"/>
          <p:cNvSpPr txBox="1">
            <a:spLocks noChangeArrowheads="1"/>
          </p:cNvSpPr>
          <p:nvPr/>
        </p:nvSpPr>
        <p:spPr bwMode="auto">
          <a:xfrm>
            <a:off x="5985140" y="3719633"/>
            <a:ext cx="659500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800" dirty="0"/>
              <a:t>S’</a:t>
            </a:r>
          </a:p>
        </p:txBody>
      </p:sp>
      <p:sp>
        <p:nvSpPr>
          <p:cNvPr id="33" name="Line 9"/>
          <p:cNvSpPr>
            <a:spLocks noChangeShapeType="1"/>
          </p:cNvSpPr>
          <p:nvPr/>
        </p:nvSpPr>
        <p:spPr bwMode="auto">
          <a:xfrm flipV="1">
            <a:off x="3855333" y="1411095"/>
            <a:ext cx="0" cy="222117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4" name="Line 10"/>
          <p:cNvSpPr>
            <a:spLocks noChangeShapeType="1"/>
          </p:cNvSpPr>
          <p:nvPr/>
        </p:nvSpPr>
        <p:spPr bwMode="auto">
          <a:xfrm flipV="1">
            <a:off x="3864937" y="3642360"/>
            <a:ext cx="5050463" cy="107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5" name="Text Box 11"/>
          <p:cNvSpPr txBox="1">
            <a:spLocks noChangeArrowheads="1"/>
          </p:cNvSpPr>
          <p:nvPr/>
        </p:nvSpPr>
        <p:spPr bwMode="auto">
          <a:xfrm>
            <a:off x="3413761" y="1133341"/>
            <a:ext cx="447238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y’</a:t>
            </a:r>
          </a:p>
        </p:txBody>
      </p:sp>
      <p:sp>
        <p:nvSpPr>
          <p:cNvPr id="36" name="Text Box 12"/>
          <p:cNvSpPr txBox="1">
            <a:spLocks noChangeArrowheads="1"/>
          </p:cNvSpPr>
          <p:nvPr/>
        </p:nvSpPr>
        <p:spPr bwMode="auto">
          <a:xfrm>
            <a:off x="8353679" y="3668333"/>
            <a:ext cx="438838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x’</a:t>
            </a:r>
          </a:p>
        </p:txBody>
      </p:sp>
      <p:sp>
        <p:nvSpPr>
          <p:cNvPr id="37" name="Rectangle 19"/>
          <p:cNvSpPr>
            <a:spLocks noChangeArrowheads="1"/>
          </p:cNvSpPr>
          <p:nvPr/>
        </p:nvSpPr>
        <p:spPr bwMode="auto">
          <a:xfrm rot="2837193" flipH="1">
            <a:off x="7658047" y="2587373"/>
            <a:ext cx="59329" cy="240047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8" name="Rectangle 19"/>
          <p:cNvSpPr>
            <a:spLocks noChangeArrowheads="1"/>
          </p:cNvSpPr>
          <p:nvPr/>
        </p:nvSpPr>
        <p:spPr bwMode="auto">
          <a:xfrm rot="-600000" flipH="1">
            <a:off x="7557082" y="2554034"/>
            <a:ext cx="59329" cy="240047"/>
          </a:xfrm>
          <a:prstGeom prst="rect">
            <a:avLst/>
          </a:prstGeom>
          <a:solidFill>
            <a:schemeClr val="accent6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grpSp>
        <p:nvGrpSpPr>
          <p:cNvPr id="3" name="Group 40"/>
          <p:cNvGrpSpPr/>
          <p:nvPr/>
        </p:nvGrpSpPr>
        <p:grpSpPr>
          <a:xfrm>
            <a:off x="7392828" y="2268855"/>
            <a:ext cx="289560" cy="304800"/>
            <a:chOff x="7117080" y="2259330"/>
            <a:chExt cx="289560" cy="304800"/>
          </a:xfrm>
        </p:grpSpPr>
        <p:sp>
          <p:nvSpPr>
            <p:cNvPr id="39" name="Oval 38"/>
            <p:cNvSpPr/>
            <p:nvPr/>
          </p:nvSpPr>
          <p:spPr>
            <a:xfrm>
              <a:off x="7117080" y="2259330"/>
              <a:ext cx="289560" cy="304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Cross 39"/>
            <p:cNvSpPr/>
            <p:nvPr/>
          </p:nvSpPr>
          <p:spPr>
            <a:xfrm>
              <a:off x="7157323" y="2298859"/>
              <a:ext cx="209074" cy="225742"/>
            </a:xfrm>
            <a:prstGeom prst="plus">
              <a:avLst>
                <a:gd name="adj" fmla="val 3640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0" y="491546"/>
            <a:ext cx="4074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B</a:t>
            </a:r>
          </a:p>
        </p:txBody>
      </p:sp>
      <p:grpSp>
        <p:nvGrpSpPr>
          <p:cNvPr id="4" name="Group 42"/>
          <p:cNvGrpSpPr/>
          <p:nvPr/>
        </p:nvGrpSpPr>
        <p:grpSpPr>
          <a:xfrm>
            <a:off x="259080" y="914400"/>
            <a:ext cx="8869680" cy="4739640"/>
            <a:chOff x="1929099" y="1705862"/>
            <a:chExt cx="3891812" cy="3071307"/>
          </a:xfrm>
        </p:grpSpPr>
        <p:grpSp>
          <p:nvGrpSpPr>
            <p:cNvPr id="5" name="Group 5"/>
            <p:cNvGrpSpPr/>
            <p:nvPr/>
          </p:nvGrpSpPr>
          <p:grpSpPr>
            <a:xfrm rot="2700000">
              <a:off x="2561221" y="1719356"/>
              <a:ext cx="204979" cy="177992"/>
              <a:chOff x="883920" y="396240"/>
              <a:chExt cx="929640" cy="929640"/>
            </a:xfrm>
          </p:grpSpPr>
          <p:sp>
            <p:nvSpPr>
              <p:cNvPr id="114" name="Rectangle 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15" name="Rectangle 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8" name="Group 6"/>
            <p:cNvGrpSpPr/>
            <p:nvPr/>
          </p:nvGrpSpPr>
          <p:grpSpPr>
            <a:xfrm rot="2700000">
              <a:off x="2561221" y="2657996"/>
              <a:ext cx="204979" cy="177992"/>
              <a:chOff x="883920" y="396240"/>
              <a:chExt cx="929640" cy="929640"/>
            </a:xfrm>
          </p:grpSpPr>
          <p:sp>
            <p:nvSpPr>
              <p:cNvPr id="112" name="Rectangle 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13" name="Rectangle 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 rot="2700000">
              <a:off x="2554789" y="3628727"/>
              <a:ext cx="204979" cy="177992"/>
              <a:chOff x="883920" y="396240"/>
              <a:chExt cx="929640" cy="929640"/>
            </a:xfrm>
          </p:grpSpPr>
          <p:sp>
            <p:nvSpPr>
              <p:cNvPr id="110" name="Rectangle 1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11" name="Rectangle 1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0" name="Group 12"/>
            <p:cNvGrpSpPr/>
            <p:nvPr/>
          </p:nvGrpSpPr>
          <p:grpSpPr>
            <a:xfrm rot="2700000">
              <a:off x="2554789" y="4583412"/>
              <a:ext cx="204979" cy="177992"/>
              <a:chOff x="883920" y="396240"/>
              <a:chExt cx="929640" cy="929640"/>
            </a:xfrm>
          </p:grpSpPr>
          <p:sp>
            <p:nvSpPr>
              <p:cNvPr id="108" name="Rectangle 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09" name="Rectangle 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1" name="Group 15"/>
            <p:cNvGrpSpPr/>
            <p:nvPr/>
          </p:nvGrpSpPr>
          <p:grpSpPr>
            <a:xfrm rot="2700000">
              <a:off x="3313799" y="1719356"/>
              <a:ext cx="204979" cy="177992"/>
              <a:chOff x="883920" y="396240"/>
              <a:chExt cx="929640" cy="929640"/>
            </a:xfrm>
          </p:grpSpPr>
          <p:sp>
            <p:nvSpPr>
              <p:cNvPr id="106" name="Rectangle 16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07" name="Rectangle 17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3" name="Group 18"/>
            <p:cNvGrpSpPr/>
            <p:nvPr/>
          </p:nvGrpSpPr>
          <p:grpSpPr>
            <a:xfrm rot="2700000">
              <a:off x="3313799" y="2657996"/>
              <a:ext cx="204979" cy="177992"/>
              <a:chOff x="883920" y="396240"/>
              <a:chExt cx="929640" cy="929640"/>
            </a:xfrm>
          </p:grpSpPr>
          <p:sp>
            <p:nvSpPr>
              <p:cNvPr id="104" name="Rectangle 1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05" name="Rectangle 2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4" name="Group 21"/>
            <p:cNvGrpSpPr/>
            <p:nvPr/>
          </p:nvGrpSpPr>
          <p:grpSpPr>
            <a:xfrm rot="2700000">
              <a:off x="3307367" y="3628727"/>
              <a:ext cx="204979" cy="177992"/>
              <a:chOff x="883920" y="396240"/>
              <a:chExt cx="929640" cy="929640"/>
            </a:xfrm>
          </p:grpSpPr>
          <p:sp>
            <p:nvSpPr>
              <p:cNvPr id="102" name="Rectangle 22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03" name="Rectangle 23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5" name="Group 24"/>
            <p:cNvGrpSpPr/>
            <p:nvPr/>
          </p:nvGrpSpPr>
          <p:grpSpPr>
            <a:xfrm rot="2700000">
              <a:off x="3307367" y="4583412"/>
              <a:ext cx="204979" cy="177992"/>
              <a:chOff x="883920" y="396240"/>
              <a:chExt cx="929640" cy="929640"/>
            </a:xfrm>
          </p:grpSpPr>
          <p:sp>
            <p:nvSpPr>
              <p:cNvPr id="100" name="Rectangle 9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01" name="Rectangle 10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6" name="Group 27"/>
            <p:cNvGrpSpPr/>
            <p:nvPr/>
          </p:nvGrpSpPr>
          <p:grpSpPr>
            <a:xfrm rot="2700000">
              <a:off x="4104971" y="1719356"/>
              <a:ext cx="204979" cy="177992"/>
              <a:chOff x="883920" y="396240"/>
              <a:chExt cx="929640" cy="929640"/>
            </a:xfrm>
          </p:grpSpPr>
          <p:sp>
            <p:nvSpPr>
              <p:cNvPr id="98" name="Rectangle 9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99" name="Rectangle 9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7" name="Group 30"/>
            <p:cNvGrpSpPr/>
            <p:nvPr/>
          </p:nvGrpSpPr>
          <p:grpSpPr>
            <a:xfrm rot="2700000">
              <a:off x="4104971" y="2657996"/>
              <a:ext cx="204979" cy="177992"/>
              <a:chOff x="883920" y="396240"/>
              <a:chExt cx="929640" cy="929640"/>
            </a:xfrm>
          </p:grpSpPr>
          <p:sp>
            <p:nvSpPr>
              <p:cNvPr id="96" name="Rectangle 9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97" name="Rectangle 9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8" name="Group 33"/>
            <p:cNvGrpSpPr/>
            <p:nvPr/>
          </p:nvGrpSpPr>
          <p:grpSpPr>
            <a:xfrm rot="2700000">
              <a:off x="4098539" y="3628727"/>
              <a:ext cx="204979" cy="177992"/>
              <a:chOff x="883920" y="396240"/>
              <a:chExt cx="929640" cy="929640"/>
            </a:xfrm>
          </p:grpSpPr>
          <p:sp>
            <p:nvSpPr>
              <p:cNvPr id="94" name="Rectangle 9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95" name="Rectangle 9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9" name="Group 36"/>
            <p:cNvGrpSpPr/>
            <p:nvPr/>
          </p:nvGrpSpPr>
          <p:grpSpPr>
            <a:xfrm rot="2700000">
              <a:off x="4098539" y="4583412"/>
              <a:ext cx="204979" cy="177992"/>
              <a:chOff x="883920" y="396240"/>
              <a:chExt cx="929640" cy="929640"/>
            </a:xfrm>
          </p:grpSpPr>
          <p:sp>
            <p:nvSpPr>
              <p:cNvPr id="92" name="Rectangle 9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93" name="Rectangle 9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0" name="Group 39"/>
            <p:cNvGrpSpPr/>
            <p:nvPr/>
          </p:nvGrpSpPr>
          <p:grpSpPr>
            <a:xfrm rot="2700000">
              <a:off x="4870415" y="1719356"/>
              <a:ext cx="204979" cy="177992"/>
              <a:chOff x="883920" y="396240"/>
              <a:chExt cx="929640" cy="929640"/>
            </a:xfrm>
          </p:grpSpPr>
          <p:sp>
            <p:nvSpPr>
              <p:cNvPr id="90" name="Rectangle 8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91" name="Rectangle 9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1" name="Group 42"/>
            <p:cNvGrpSpPr/>
            <p:nvPr/>
          </p:nvGrpSpPr>
          <p:grpSpPr>
            <a:xfrm rot="2700000">
              <a:off x="4870414" y="2657996"/>
              <a:ext cx="204979" cy="177992"/>
              <a:chOff x="883920" y="396240"/>
              <a:chExt cx="929640" cy="92964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89" name="Rectangle 8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2" name="Group 45"/>
            <p:cNvGrpSpPr/>
            <p:nvPr/>
          </p:nvGrpSpPr>
          <p:grpSpPr>
            <a:xfrm rot="2700000">
              <a:off x="4863982" y="3628727"/>
              <a:ext cx="204979" cy="177992"/>
              <a:chOff x="883920" y="396240"/>
              <a:chExt cx="929640" cy="929640"/>
            </a:xfrm>
          </p:grpSpPr>
          <p:sp>
            <p:nvSpPr>
              <p:cNvPr id="86" name="Rectangle 8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87" name="Rectangle 8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3" name="Group 48"/>
            <p:cNvGrpSpPr/>
            <p:nvPr/>
          </p:nvGrpSpPr>
          <p:grpSpPr>
            <a:xfrm rot="2700000">
              <a:off x="4863982" y="4583412"/>
              <a:ext cx="204979" cy="177992"/>
              <a:chOff x="883920" y="396240"/>
              <a:chExt cx="929640" cy="929640"/>
            </a:xfrm>
          </p:grpSpPr>
          <p:sp>
            <p:nvSpPr>
              <p:cNvPr id="84" name="Rectangle 8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85" name="Rectangle 8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4" name="Group 51"/>
            <p:cNvGrpSpPr/>
            <p:nvPr/>
          </p:nvGrpSpPr>
          <p:grpSpPr>
            <a:xfrm rot="2700000">
              <a:off x="5629425" y="1719356"/>
              <a:ext cx="204979" cy="177992"/>
              <a:chOff x="883920" y="396240"/>
              <a:chExt cx="929640" cy="929640"/>
            </a:xfrm>
          </p:grpSpPr>
          <p:sp>
            <p:nvSpPr>
              <p:cNvPr id="82" name="Rectangle 8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83" name="Rectangle 8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5" name="Group 54"/>
            <p:cNvGrpSpPr/>
            <p:nvPr/>
          </p:nvGrpSpPr>
          <p:grpSpPr>
            <a:xfrm rot="2700000">
              <a:off x="5629425" y="2657996"/>
              <a:ext cx="204979" cy="177992"/>
              <a:chOff x="883920" y="396240"/>
              <a:chExt cx="929640" cy="929640"/>
            </a:xfrm>
          </p:grpSpPr>
          <p:sp>
            <p:nvSpPr>
              <p:cNvPr id="80" name="Rectangle 7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81" name="Rectangle 8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6" name="Group 57"/>
            <p:cNvGrpSpPr/>
            <p:nvPr/>
          </p:nvGrpSpPr>
          <p:grpSpPr>
            <a:xfrm rot="2700000">
              <a:off x="5622993" y="3628727"/>
              <a:ext cx="204979" cy="177992"/>
              <a:chOff x="883920" y="396240"/>
              <a:chExt cx="929640" cy="929640"/>
            </a:xfrm>
          </p:grpSpPr>
          <p:sp>
            <p:nvSpPr>
              <p:cNvPr id="78" name="Rectangle 7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9" name="Rectangle 7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7" name="Group 60"/>
            <p:cNvGrpSpPr/>
            <p:nvPr/>
          </p:nvGrpSpPr>
          <p:grpSpPr>
            <a:xfrm rot="2700000">
              <a:off x="5622993" y="4583412"/>
              <a:ext cx="204979" cy="177992"/>
              <a:chOff x="883920" y="396240"/>
              <a:chExt cx="929640" cy="929640"/>
            </a:xfrm>
          </p:grpSpPr>
          <p:sp>
            <p:nvSpPr>
              <p:cNvPr id="76" name="Rectangle 7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7" name="Rectangle 7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8" name="Group 5"/>
            <p:cNvGrpSpPr/>
            <p:nvPr/>
          </p:nvGrpSpPr>
          <p:grpSpPr>
            <a:xfrm rot="2700000">
              <a:off x="1922037" y="1721628"/>
              <a:ext cx="204979" cy="177992"/>
              <a:chOff x="883920" y="396240"/>
              <a:chExt cx="929640" cy="929640"/>
            </a:xfrm>
          </p:grpSpPr>
          <p:sp>
            <p:nvSpPr>
              <p:cNvPr id="74" name="Rectangle 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5" name="Rectangle 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9" name="Group 6"/>
            <p:cNvGrpSpPr/>
            <p:nvPr/>
          </p:nvGrpSpPr>
          <p:grpSpPr>
            <a:xfrm rot="2700000">
              <a:off x="1922037" y="2660268"/>
              <a:ext cx="204979" cy="177992"/>
              <a:chOff x="883920" y="396240"/>
              <a:chExt cx="929640" cy="929640"/>
            </a:xfrm>
          </p:grpSpPr>
          <p:sp>
            <p:nvSpPr>
              <p:cNvPr id="72" name="Rectangle 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3" name="Rectangle 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60" name="Group 9"/>
            <p:cNvGrpSpPr/>
            <p:nvPr/>
          </p:nvGrpSpPr>
          <p:grpSpPr>
            <a:xfrm rot="2700000">
              <a:off x="1915605" y="3630999"/>
              <a:ext cx="204979" cy="177992"/>
              <a:chOff x="883920" y="396240"/>
              <a:chExt cx="929640" cy="929640"/>
            </a:xfrm>
          </p:grpSpPr>
          <p:sp>
            <p:nvSpPr>
              <p:cNvPr id="70" name="Rectangle 1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1" name="Rectangle 1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61" name="Group 12"/>
            <p:cNvGrpSpPr/>
            <p:nvPr/>
          </p:nvGrpSpPr>
          <p:grpSpPr>
            <a:xfrm rot="2700000">
              <a:off x="1915605" y="4585684"/>
              <a:ext cx="204979" cy="177992"/>
              <a:chOff x="883920" y="396240"/>
              <a:chExt cx="929640" cy="929640"/>
            </a:xfrm>
          </p:grpSpPr>
          <p:sp>
            <p:nvSpPr>
              <p:cNvPr id="68" name="Rectangle 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69" name="Rectangle 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Oval 24"/>
          <p:cNvSpPr>
            <a:spLocks noChangeArrowheads="1"/>
          </p:cNvSpPr>
          <p:nvPr/>
        </p:nvSpPr>
        <p:spPr bwMode="auto">
          <a:xfrm>
            <a:off x="4294349" y="1569433"/>
            <a:ext cx="371333" cy="471520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6" name="Oval 25"/>
          <p:cNvSpPr>
            <a:spLocks noChangeArrowheads="1"/>
          </p:cNvSpPr>
          <p:nvPr/>
        </p:nvSpPr>
        <p:spPr bwMode="auto">
          <a:xfrm>
            <a:off x="4303711" y="2015233"/>
            <a:ext cx="313604" cy="1018483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7" name="Rectangle 26"/>
          <p:cNvSpPr>
            <a:spLocks noChangeArrowheads="1"/>
          </p:cNvSpPr>
          <p:nvPr/>
        </p:nvSpPr>
        <p:spPr bwMode="auto">
          <a:xfrm rot="3194042">
            <a:off x="4210840" y="2012349"/>
            <a:ext cx="87446" cy="496150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8" name="Rectangle 27"/>
          <p:cNvSpPr>
            <a:spLocks noChangeArrowheads="1"/>
          </p:cNvSpPr>
          <p:nvPr/>
        </p:nvSpPr>
        <p:spPr bwMode="auto">
          <a:xfrm rot="2152136">
            <a:off x="4816438" y="2131014"/>
            <a:ext cx="105194" cy="485071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9" name="Rectangle 28"/>
          <p:cNvSpPr>
            <a:spLocks noChangeArrowheads="1"/>
          </p:cNvSpPr>
          <p:nvPr/>
        </p:nvSpPr>
        <p:spPr bwMode="auto">
          <a:xfrm rot="1447721">
            <a:off x="4243514" y="2928767"/>
            <a:ext cx="146661" cy="581256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0" name="Rectangle 29"/>
          <p:cNvSpPr>
            <a:spLocks noChangeArrowheads="1"/>
          </p:cNvSpPr>
          <p:nvPr/>
        </p:nvSpPr>
        <p:spPr bwMode="auto">
          <a:xfrm rot="1101632">
            <a:off x="4629149" y="3337965"/>
            <a:ext cx="146661" cy="581256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1" name="Rectangle 30"/>
          <p:cNvSpPr>
            <a:spLocks noChangeArrowheads="1"/>
          </p:cNvSpPr>
          <p:nvPr/>
        </p:nvSpPr>
        <p:spPr bwMode="auto">
          <a:xfrm rot="21441305">
            <a:off x="4542190" y="3867548"/>
            <a:ext cx="304244" cy="123453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2" name="Rectangle 26"/>
          <p:cNvSpPr>
            <a:spLocks noChangeArrowheads="1"/>
          </p:cNvSpPr>
          <p:nvPr/>
        </p:nvSpPr>
        <p:spPr bwMode="auto">
          <a:xfrm rot="8594042">
            <a:off x="4589155" y="2096412"/>
            <a:ext cx="81287" cy="533745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4" name="Rectangle 27"/>
          <p:cNvSpPr>
            <a:spLocks noChangeArrowheads="1"/>
          </p:cNvSpPr>
          <p:nvPr/>
        </p:nvSpPr>
        <p:spPr bwMode="auto">
          <a:xfrm rot="747474">
            <a:off x="3978907" y="2360706"/>
            <a:ext cx="105194" cy="485071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5" name="Rectangle 28"/>
          <p:cNvSpPr>
            <a:spLocks noChangeArrowheads="1"/>
          </p:cNvSpPr>
          <p:nvPr/>
        </p:nvSpPr>
        <p:spPr bwMode="auto">
          <a:xfrm rot="19710460">
            <a:off x="4572777" y="2889364"/>
            <a:ext cx="146661" cy="581256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6" name="Rectangle 29"/>
          <p:cNvSpPr>
            <a:spLocks noChangeArrowheads="1"/>
          </p:cNvSpPr>
          <p:nvPr/>
        </p:nvSpPr>
        <p:spPr bwMode="auto">
          <a:xfrm rot="2258235">
            <a:off x="4020471" y="3360327"/>
            <a:ext cx="146661" cy="581256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7" name="Rectangle 30"/>
          <p:cNvSpPr>
            <a:spLocks noChangeArrowheads="1"/>
          </p:cNvSpPr>
          <p:nvPr/>
        </p:nvSpPr>
        <p:spPr bwMode="auto">
          <a:xfrm rot="1794105">
            <a:off x="3879380" y="3794508"/>
            <a:ext cx="304244" cy="123453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8" name="Oval 17"/>
          <p:cNvSpPr/>
          <p:nvPr/>
        </p:nvSpPr>
        <p:spPr>
          <a:xfrm>
            <a:off x="2753748" y="4043364"/>
            <a:ext cx="854672" cy="8683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5642226" y="4039953"/>
            <a:ext cx="854672" cy="8683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181085" y="4043364"/>
            <a:ext cx="2872650" cy="817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3181085" y="4125089"/>
            <a:ext cx="2867298" cy="7455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2831323" y="4142145"/>
            <a:ext cx="688821" cy="675180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5709323" y="4135975"/>
            <a:ext cx="688821" cy="675180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175732" y="4829752"/>
            <a:ext cx="2872650" cy="817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3032840" y="4365461"/>
            <a:ext cx="264384" cy="24160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5937369" y="4352764"/>
            <a:ext cx="264384" cy="24160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/>
          <p:cNvCxnSpPr/>
          <p:nvPr/>
        </p:nvCxnSpPr>
        <p:spPr>
          <a:xfrm flipH="1">
            <a:off x="2182629" y="3856235"/>
            <a:ext cx="1337515" cy="0"/>
          </a:xfrm>
          <a:prstGeom prst="straightConnector1">
            <a:avLst/>
          </a:prstGeom>
          <a:ln w="762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382508" y="2929833"/>
            <a:ext cx="8976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V</a:t>
            </a:r>
            <a:r>
              <a:rPr lang="en-US" sz="3200" baseline="-25000" dirty="0">
                <a:solidFill>
                  <a:srgbClr val="FF0000"/>
                </a:solidFill>
              </a:rPr>
              <a:t>SS’</a:t>
            </a:r>
          </a:p>
        </p:txBody>
      </p:sp>
    </p:spTree>
    <p:extLst>
      <p:ext uri="{BB962C8B-B14F-4D97-AF65-F5344CB8AC3E}">
        <p14:creationId xmlns:p14="http://schemas.microsoft.com/office/powerpoint/2010/main" val="17379424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Oval 24"/>
          <p:cNvSpPr>
            <a:spLocks noChangeArrowheads="1"/>
          </p:cNvSpPr>
          <p:nvPr/>
        </p:nvSpPr>
        <p:spPr bwMode="auto">
          <a:xfrm>
            <a:off x="4294349" y="1569433"/>
            <a:ext cx="371333" cy="471520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6" name="Oval 25"/>
          <p:cNvSpPr>
            <a:spLocks noChangeArrowheads="1"/>
          </p:cNvSpPr>
          <p:nvPr/>
        </p:nvSpPr>
        <p:spPr bwMode="auto">
          <a:xfrm>
            <a:off x="4303711" y="2015233"/>
            <a:ext cx="313604" cy="1018483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7" name="Rectangle 26"/>
          <p:cNvSpPr>
            <a:spLocks noChangeArrowheads="1"/>
          </p:cNvSpPr>
          <p:nvPr/>
        </p:nvSpPr>
        <p:spPr bwMode="auto">
          <a:xfrm rot="1282631">
            <a:off x="4250627" y="2039823"/>
            <a:ext cx="87446" cy="496150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8" name="Rectangle 27"/>
          <p:cNvSpPr>
            <a:spLocks noChangeArrowheads="1"/>
          </p:cNvSpPr>
          <p:nvPr/>
        </p:nvSpPr>
        <p:spPr bwMode="auto">
          <a:xfrm rot="10580900">
            <a:off x="4680562" y="2504870"/>
            <a:ext cx="105194" cy="485071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9" name="Rectangle 28"/>
          <p:cNvSpPr>
            <a:spLocks noChangeArrowheads="1"/>
          </p:cNvSpPr>
          <p:nvPr/>
        </p:nvSpPr>
        <p:spPr bwMode="auto">
          <a:xfrm rot="623055">
            <a:off x="4282405" y="2902322"/>
            <a:ext cx="146661" cy="581256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0" name="Rectangle 29"/>
          <p:cNvSpPr>
            <a:spLocks noChangeArrowheads="1"/>
          </p:cNvSpPr>
          <p:nvPr/>
        </p:nvSpPr>
        <p:spPr bwMode="auto">
          <a:xfrm>
            <a:off x="4600727" y="3380195"/>
            <a:ext cx="146661" cy="581256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1" name="Rectangle 30"/>
          <p:cNvSpPr>
            <a:spLocks noChangeArrowheads="1"/>
          </p:cNvSpPr>
          <p:nvPr/>
        </p:nvSpPr>
        <p:spPr bwMode="auto">
          <a:xfrm>
            <a:off x="4542190" y="3890219"/>
            <a:ext cx="304244" cy="123453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2" name="Rectangle 26"/>
          <p:cNvSpPr>
            <a:spLocks noChangeArrowheads="1"/>
          </p:cNvSpPr>
          <p:nvPr/>
        </p:nvSpPr>
        <p:spPr bwMode="auto">
          <a:xfrm rot="9522329">
            <a:off x="4593846" y="2070625"/>
            <a:ext cx="81287" cy="533745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4" name="Rectangle 27"/>
          <p:cNvSpPr>
            <a:spLocks noChangeArrowheads="1"/>
          </p:cNvSpPr>
          <p:nvPr/>
        </p:nvSpPr>
        <p:spPr bwMode="auto">
          <a:xfrm rot="158806">
            <a:off x="4174353" y="2477387"/>
            <a:ext cx="105194" cy="485071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5" name="Rectangle 28"/>
          <p:cNvSpPr>
            <a:spLocks noChangeArrowheads="1"/>
          </p:cNvSpPr>
          <p:nvPr/>
        </p:nvSpPr>
        <p:spPr bwMode="auto">
          <a:xfrm rot="20419614">
            <a:off x="4519050" y="2870313"/>
            <a:ext cx="146661" cy="581256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6" name="Rectangle 29"/>
          <p:cNvSpPr>
            <a:spLocks noChangeArrowheads="1"/>
          </p:cNvSpPr>
          <p:nvPr/>
        </p:nvSpPr>
        <p:spPr bwMode="auto">
          <a:xfrm rot="160717">
            <a:off x="4221020" y="3436261"/>
            <a:ext cx="146661" cy="581256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7" name="Rectangle 30"/>
          <p:cNvSpPr>
            <a:spLocks noChangeArrowheads="1"/>
          </p:cNvSpPr>
          <p:nvPr/>
        </p:nvSpPr>
        <p:spPr bwMode="auto">
          <a:xfrm>
            <a:off x="4074827" y="3897174"/>
            <a:ext cx="304244" cy="123453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8" name="Oval 17"/>
          <p:cNvSpPr/>
          <p:nvPr/>
        </p:nvSpPr>
        <p:spPr>
          <a:xfrm>
            <a:off x="2753748" y="4043364"/>
            <a:ext cx="854672" cy="8683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5642226" y="4039953"/>
            <a:ext cx="854672" cy="8683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181085" y="4043364"/>
            <a:ext cx="2872650" cy="817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3181085" y="4125089"/>
            <a:ext cx="2867298" cy="7455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2831323" y="4142145"/>
            <a:ext cx="688821" cy="675180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5709323" y="4135975"/>
            <a:ext cx="688821" cy="675180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175732" y="4829752"/>
            <a:ext cx="2872650" cy="817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3032840" y="4365461"/>
            <a:ext cx="264384" cy="24160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5937369" y="4352764"/>
            <a:ext cx="264384" cy="24160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/>
          <p:cNvCxnSpPr/>
          <p:nvPr/>
        </p:nvCxnSpPr>
        <p:spPr>
          <a:xfrm flipH="1">
            <a:off x="1623016" y="2891375"/>
            <a:ext cx="1337515" cy="0"/>
          </a:xfrm>
          <a:prstGeom prst="straightConnector1">
            <a:avLst/>
          </a:prstGeom>
          <a:ln w="762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822895" y="1964973"/>
            <a:ext cx="8976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V</a:t>
            </a:r>
            <a:r>
              <a:rPr lang="en-US" sz="3200" baseline="-25000" dirty="0">
                <a:solidFill>
                  <a:srgbClr val="FF0000"/>
                </a:solidFill>
              </a:rPr>
              <a:t>SS’</a:t>
            </a:r>
          </a:p>
        </p:txBody>
      </p:sp>
      <p:cxnSp>
        <p:nvCxnSpPr>
          <p:cNvPr id="27" name="Straight Arrow Connector 26"/>
          <p:cNvCxnSpPr/>
          <p:nvPr/>
        </p:nvCxnSpPr>
        <p:spPr>
          <a:xfrm>
            <a:off x="1597077" y="5653122"/>
            <a:ext cx="1337515" cy="0"/>
          </a:xfrm>
          <a:prstGeom prst="straightConnector1">
            <a:avLst/>
          </a:prstGeom>
          <a:ln w="762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1317189" y="5075694"/>
            <a:ext cx="2732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Room seems to go this way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V="1">
            <a:off x="3365224" y="2167454"/>
            <a:ext cx="0" cy="956107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V="1">
            <a:off x="3362108" y="3133434"/>
            <a:ext cx="777540" cy="1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960531" y="1928296"/>
            <a:ext cx="8976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y’</a:t>
            </a:r>
            <a:endParaRPr lang="en-US" sz="3200" baseline="-25000" dirty="0">
              <a:solidFill>
                <a:srgbClr val="FF0000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600790" y="3066374"/>
            <a:ext cx="8976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x’</a:t>
            </a:r>
            <a:endParaRPr lang="en-US" sz="3200" baseline="-25000" dirty="0">
              <a:solidFill>
                <a:srgbClr val="FF0000"/>
              </a:solidFill>
            </a:endParaRPr>
          </a:p>
        </p:txBody>
      </p:sp>
      <p:cxnSp>
        <p:nvCxnSpPr>
          <p:cNvPr id="36" name="Straight Arrow Connector 35"/>
          <p:cNvCxnSpPr/>
          <p:nvPr/>
        </p:nvCxnSpPr>
        <p:spPr>
          <a:xfrm flipV="1">
            <a:off x="625924" y="2475216"/>
            <a:ext cx="0" cy="352882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/>
          <p:nvPr/>
        </p:nvCxnSpPr>
        <p:spPr>
          <a:xfrm rot="5400000" flipV="1">
            <a:off x="2398800" y="4239626"/>
            <a:ext cx="0" cy="352882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85575" y="2455017"/>
            <a:ext cx="8976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y</a:t>
            </a:r>
            <a:endParaRPr lang="en-US" sz="3200" baseline="-25000" dirty="0">
              <a:solidFill>
                <a:srgbClr val="FF0000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499689" y="5975438"/>
            <a:ext cx="8976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x</a:t>
            </a:r>
            <a:endParaRPr lang="en-US" sz="3200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00808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Oval 24"/>
          <p:cNvSpPr>
            <a:spLocks noChangeArrowheads="1"/>
          </p:cNvSpPr>
          <p:nvPr/>
        </p:nvSpPr>
        <p:spPr bwMode="auto">
          <a:xfrm>
            <a:off x="4294349" y="1569433"/>
            <a:ext cx="371333" cy="471520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6" name="Oval 25"/>
          <p:cNvSpPr>
            <a:spLocks noChangeArrowheads="1"/>
          </p:cNvSpPr>
          <p:nvPr/>
        </p:nvSpPr>
        <p:spPr bwMode="auto">
          <a:xfrm>
            <a:off x="4303711" y="2015233"/>
            <a:ext cx="313604" cy="1018483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7" name="Rectangle 26"/>
          <p:cNvSpPr>
            <a:spLocks noChangeArrowheads="1"/>
          </p:cNvSpPr>
          <p:nvPr/>
        </p:nvSpPr>
        <p:spPr bwMode="auto">
          <a:xfrm rot="3194042">
            <a:off x="4210840" y="2012349"/>
            <a:ext cx="87446" cy="496150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8" name="Rectangle 27"/>
          <p:cNvSpPr>
            <a:spLocks noChangeArrowheads="1"/>
          </p:cNvSpPr>
          <p:nvPr/>
        </p:nvSpPr>
        <p:spPr bwMode="auto">
          <a:xfrm rot="2152136">
            <a:off x="4816438" y="2131014"/>
            <a:ext cx="105194" cy="485071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9" name="Rectangle 28"/>
          <p:cNvSpPr>
            <a:spLocks noChangeArrowheads="1"/>
          </p:cNvSpPr>
          <p:nvPr/>
        </p:nvSpPr>
        <p:spPr bwMode="auto">
          <a:xfrm rot="1447721">
            <a:off x="4243514" y="2928767"/>
            <a:ext cx="146661" cy="581256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0" name="Rectangle 29"/>
          <p:cNvSpPr>
            <a:spLocks noChangeArrowheads="1"/>
          </p:cNvSpPr>
          <p:nvPr/>
        </p:nvSpPr>
        <p:spPr bwMode="auto">
          <a:xfrm rot="1101632">
            <a:off x="4629149" y="3337965"/>
            <a:ext cx="146661" cy="581256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1" name="Rectangle 30"/>
          <p:cNvSpPr>
            <a:spLocks noChangeArrowheads="1"/>
          </p:cNvSpPr>
          <p:nvPr/>
        </p:nvSpPr>
        <p:spPr bwMode="auto">
          <a:xfrm rot="21441305">
            <a:off x="4542190" y="3867548"/>
            <a:ext cx="304244" cy="123453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2" name="Rectangle 26"/>
          <p:cNvSpPr>
            <a:spLocks noChangeArrowheads="1"/>
          </p:cNvSpPr>
          <p:nvPr/>
        </p:nvSpPr>
        <p:spPr bwMode="auto">
          <a:xfrm rot="8594042">
            <a:off x="4589155" y="2096412"/>
            <a:ext cx="81287" cy="533745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4" name="Rectangle 27"/>
          <p:cNvSpPr>
            <a:spLocks noChangeArrowheads="1"/>
          </p:cNvSpPr>
          <p:nvPr/>
        </p:nvSpPr>
        <p:spPr bwMode="auto">
          <a:xfrm rot="747474">
            <a:off x="3978907" y="2360706"/>
            <a:ext cx="105194" cy="485071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5" name="Rectangle 28"/>
          <p:cNvSpPr>
            <a:spLocks noChangeArrowheads="1"/>
          </p:cNvSpPr>
          <p:nvPr/>
        </p:nvSpPr>
        <p:spPr bwMode="auto">
          <a:xfrm rot="19710460">
            <a:off x="4572777" y="2889364"/>
            <a:ext cx="146661" cy="581256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6" name="Rectangle 29"/>
          <p:cNvSpPr>
            <a:spLocks noChangeArrowheads="1"/>
          </p:cNvSpPr>
          <p:nvPr/>
        </p:nvSpPr>
        <p:spPr bwMode="auto">
          <a:xfrm rot="2258235">
            <a:off x="4020471" y="3360327"/>
            <a:ext cx="146661" cy="581256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7" name="Rectangle 30"/>
          <p:cNvSpPr>
            <a:spLocks noChangeArrowheads="1"/>
          </p:cNvSpPr>
          <p:nvPr/>
        </p:nvSpPr>
        <p:spPr bwMode="auto">
          <a:xfrm rot="1794105">
            <a:off x="3879380" y="3794508"/>
            <a:ext cx="304244" cy="123453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8" name="Oval 17"/>
          <p:cNvSpPr/>
          <p:nvPr/>
        </p:nvSpPr>
        <p:spPr>
          <a:xfrm>
            <a:off x="2753748" y="4043364"/>
            <a:ext cx="854672" cy="8683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5642226" y="4039953"/>
            <a:ext cx="854672" cy="8683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181085" y="4043364"/>
            <a:ext cx="2872650" cy="817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3181085" y="4125089"/>
            <a:ext cx="2867298" cy="7455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2831323" y="4142145"/>
            <a:ext cx="688821" cy="675180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5709323" y="4135975"/>
            <a:ext cx="688821" cy="675180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175732" y="4829752"/>
            <a:ext cx="2872650" cy="817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3032840" y="4365461"/>
            <a:ext cx="264384" cy="24160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5937369" y="4352764"/>
            <a:ext cx="264384" cy="24160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/>
          <p:cNvCxnSpPr/>
          <p:nvPr/>
        </p:nvCxnSpPr>
        <p:spPr>
          <a:xfrm flipH="1">
            <a:off x="2182629" y="3856235"/>
            <a:ext cx="1337515" cy="0"/>
          </a:xfrm>
          <a:prstGeom prst="straightConnector1">
            <a:avLst/>
          </a:prstGeom>
          <a:ln w="762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322691" y="3083640"/>
            <a:ext cx="24164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V</a:t>
            </a:r>
            <a:r>
              <a:rPr lang="en-US" sz="3200" baseline="-25000" dirty="0">
                <a:solidFill>
                  <a:srgbClr val="FF0000"/>
                </a:solidFill>
              </a:rPr>
              <a:t>SS’</a:t>
            </a:r>
            <a:r>
              <a:rPr lang="en-US" sz="3200" dirty="0">
                <a:solidFill>
                  <a:srgbClr val="FF0000"/>
                </a:solidFill>
              </a:rPr>
              <a:t> =2m/s</a:t>
            </a:r>
            <a:endParaRPr lang="en-US" sz="3200" baseline="-25000" dirty="0">
              <a:solidFill>
                <a:srgbClr val="FF0000"/>
              </a:solidFill>
            </a:endParaRPr>
          </a:p>
        </p:txBody>
      </p:sp>
      <p:cxnSp>
        <p:nvCxnSpPr>
          <p:cNvPr id="27" name="Straight Arrow Connector 26"/>
          <p:cNvCxnSpPr/>
          <p:nvPr/>
        </p:nvCxnSpPr>
        <p:spPr>
          <a:xfrm flipV="1">
            <a:off x="5268611" y="2260424"/>
            <a:ext cx="1129533" cy="13578"/>
          </a:xfrm>
          <a:prstGeom prst="straightConnector1">
            <a:avLst/>
          </a:prstGeom>
          <a:ln w="762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384562" y="1541970"/>
            <a:ext cx="21810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v’=1.9 m/s</a:t>
            </a:r>
            <a:endParaRPr lang="en-US" sz="3200" baseline="-25000" dirty="0">
              <a:solidFill>
                <a:srgbClr val="FF0000"/>
              </a:solidFill>
            </a:endParaRPr>
          </a:p>
        </p:txBody>
      </p:sp>
      <p:cxnSp>
        <p:nvCxnSpPr>
          <p:cNvPr id="32" name="Straight Arrow Connector 31"/>
          <p:cNvCxnSpPr/>
          <p:nvPr/>
        </p:nvCxnSpPr>
        <p:spPr>
          <a:xfrm flipV="1">
            <a:off x="625924" y="2475216"/>
            <a:ext cx="0" cy="352882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 rot="5400000" flipV="1">
            <a:off x="2398800" y="4239626"/>
            <a:ext cx="0" cy="352882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85575" y="2455017"/>
            <a:ext cx="8976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y</a:t>
            </a:r>
            <a:endParaRPr lang="en-US" sz="3200" baseline="-25000" dirty="0">
              <a:solidFill>
                <a:srgbClr val="FF0000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499689" y="5975438"/>
            <a:ext cx="8976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x</a:t>
            </a:r>
            <a:endParaRPr lang="en-US" sz="3200" baseline="-25000" dirty="0">
              <a:solidFill>
                <a:srgbClr val="FF0000"/>
              </a:solidFill>
            </a:endParaRPr>
          </a:p>
        </p:txBody>
      </p:sp>
      <p:cxnSp>
        <p:nvCxnSpPr>
          <p:cNvPr id="36" name="Straight Arrow Connector 35"/>
          <p:cNvCxnSpPr/>
          <p:nvPr/>
        </p:nvCxnSpPr>
        <p:spPr>
          <a:xfrm flipV="1">
            <a:off x="2745159" y="1498910"/>
            <a:ext cx="0" cy="956107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 flipV="1">
            <a:off x="2742043" y="2464890"/>
            <a:ext cx="777540" cy="1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340466" y="1259752"/>
            <a:ext cx="8976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y’</a:t>
            </a:r>
            <a:endParaRPr lang="en-US" sz="3200" baseline="-25000" dirty="0">
              <a:solidFill>
                <a:srgbClr val="FF0000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980725" y="2397830"/>
            <a:ext cx="8976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x’</a:t>
            </a:r>
            <a:endParaRPr lang="en-US" sz="3200" baseline="-25000" dirty="0">
              <a:solidFill>
                <a:srgbClr val="FF0000"/>
              </a:solidFill>
            </a:endParaRPr>
          </a:p>
        </p:txBody>
      </p:sp>
      <p:cxnSp>
        <p:nvCxnSpPr>
          <p:cNvPr id="40" name="Straight Arrow Connector 39"/>
          <p:cNvCxnSpPr/>
          <p:nvPr/>
        </p:nvCxnSpPr>
        <p:spPr>
          <a:xfrm flipH="1">
            <a:off x="4135183" y="5659459"/>
            <a:ext cx="406152" cy="0"/>
          </a:xfrm>
          <a:prstGeom prst="straightConnector1">
            <a:avLst/>
          </a:prstGeom>
          <a:ln w="762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602305" y="5390663"/>
            <a:ext cx="22556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v = -0.1m/s </a:t>
            </a:r>
            <a:endParaRPr lang="en-US" sz="3200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93636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223.47.4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3901441"/>
            <a:ext cx="7909560" cy="239268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/>
              <a:t>A magnetic field is stationary with respect to frame  S. The person in frame  S’ has a positive charge. The person in frame S’ does see a force acting on the charge. What would be the electric field magnitude as seen in frame S’?</a:t>
            </a:r>
          </a:p>
          <a:p>
            <a:pPr marL="514350" indent="-514350">
              <a:buAutoNum type="alphaLcParenR"/>
            </a:pPr>
            <a:r>
              <a:rPr lang="en-US" sz="2000" dirty="0"/>
              <a:t>V</a:t>
            </a:r>
            <a:r>
              <a:rPr lang="en-US" sz="2000" dirty="0">
                <a:sym typeface="Symbol"/>
              </a:rPr>
              <a:t>B</a:t>
            </a:r>
          </a:p>
          <a:p>
            <a:pPr marL="514350" indent="-514350">
              <a:buFont typeface="Arial" pitchFamily="34" charset="0"/>
              <a:buAutoNum type="alphaLcParenR"/>
            </a:pPr>
            <a:r>
              <a:rPr lang="en-US" sz="2000" dirty="0" err="1">
                <a:sym typeface="Symbol"/>
              </a:rPr>
              <a:t>q</a:t>
            </a:r>
            <a:r>
              <a:rPr lang="en-US" sz="2000" dirty="0" err="1"/>
              <a:t>V</a:t>
            </a:r>
            <a:r>
              <a:rPr lang="en-US" sz="2000" dirty="0" err="1">
                <a:sym typeface="Symbol"/>
              </a:rPr>
              <a:t>B</a:t>
            </a:r>
            <a:endParaRPr lang="en-US" sz="2000" dirty="0"/>
          </a:p>
          <a:p>
            <a:pPr marL="514350" indent="-514350">
              <a:buAutoNum type="alphaLcParenR"/>
            </a:pPr>
            <a:r>
              <a:rPr lang="en-US" sz="2000" dirty="0"/>
              <a:t>0</a:t>
            </a:r>
          </a:p>
          <a:p>
            <a:pPr marL="514350" indent="-514350">
              <a:buAutoNum type="alphaLcParenR"/>
            </a:pPr>
            <a:r>
              <a:rPr lang="en-US" sz="2000" dirty="0"/>
              <a:t>kq</a:t>
            </a:r>
            <a:r>
              <a:rPr lang="en-US" sz="2000" baseline="30000" dirty="0"/>
              <a:t>2</a:t>
            </a:r>
            <a:r>
              <a:rPr lang="en-US" sz="2000" dirty="0"/>
              <a:t>/r</a:t>
            </a:r>
            <a:r>
              <a:rPr lang="en-US" sz="2000" baseline="30000" dirty="0"/>
              <a:t>2</a:t>
            </a:r>
          </a:p>
          <a:p>
            <a:pPr>
              <a:buNone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8F7B9B-F555-DFA1-D516-081C4B350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674" y="1252402"/>
            <a:ext cx="4215012" cy="23926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223.47.5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3901441"/>
            <a:ext cx="7909560" cy="239268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400" dirty="0"/>
              <a:t>Is the electric field a different physical thing than the magnetic field?</a:t>
            </a:r>
          </a:p>
          <a:p>
            <a:pPr>
              <a:buNone/>
            </a:pPr>
            <a:r>
              <a:rPr lang="en-US" sz="2400" dirty="0"/>
              <a:t>a) Yes</a:t>
            </a:r>
          </a:p>
          <a:p>
            <a:pPr marL="514350" indent="-514350">
              <a:buNone/>
            </a:pPr>
            <a:r>
              <a:rPr lang="en-US" sz="2400" dirty="0"/>
              <a:t>b) No</a:t>
            </a:r>
          </a:p>
          <a:p>
            <a:pPr marL="514350" indent="-514350">
              <a:buNone/>
            </a:pPr>
            <a:r>
              <a:rPr lang="en-US" sz="2400" dirty="0"/>
              <a:t>c) Maybe</a:t>
            </a:r>
          </a:p>
          <a:p>
            <a:pPr>
              <a:buNone/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2D6779-235A-AE79-37AB-BDA69988C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674" y="1252402"/>
            <a:ext cx="4215012" cy="23926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7"/>
          <p:cNvSpPr>
            <a:spLocks noChangeArrowheads="1"/>
          </p:cNvSpPr>
          <p:nvPr/>
        </p:nvSpPr>
        <p:spPr bwMode="auto">
          <a:xfrm>
            <a:off x="992818" y="4483780"/>
            <a:ext cx="4259294" cy="156264"/>
          </a:xfrm>
          <a:prstGeom prst="rect">
            <a:avLst/>
          </a:prstGeom>
          <a:solidFill>
            <a:schemeClr val="accent1"/>
          </a:solidFill>
          <a:ln w="9525">
            <a:miter lim="800000"/>
            <a:headEnd/>
            <a:tailEnd/>
          </a:ln>
          <a:scene3d>
            <a:camera prst="legacyPerspectiveTop"/>
            <a:lightRig rig="legacyFlat3" dir="b"/>
          </a:scene3d>
          <a:sp3d extrusionH="887400" prstMaterial="legacyMatte">
            <a:bevelT w="13500" h="13500" prst="angle"/>
            <a:bevelB w="13500" h="13500" prst="angle"/>
            <a:extrusionClr>
              <a:schemeClr val="accent1"/>
            </a:extrusionClr>
          </a:sp3d>
        </p:spPr>
        <p:txBody>
          <a:bodyPr wrap="none" anchor="ctr">
            <a:flatTx/>
          </a:bodyPr>
          <a:lstStyle/>
          <a:p>
            <a:endParaRPr lang="en-US" sz="2800"/>
          </a:p>
        </p:txBody>
      </p:sp>
      <p:sp>
        <p:nvSpPr>
          <p:cNvPr id="26" name="Rectangle 8"/>
          <p:cNvSpPr>
            <a:spLocks noChangeArrowheads="1"/>
          </p:cNvSpPr>
          <p:nvPr/>
        </p:nvSpPr>
        <p:spPr bwMode="auto">
          <a:xfrm>
            <a:off x="3833147" y="3576892"/>
            <a:ext cx="4259294" cy="156264"/>
          </a:xfrm>
          <a:prstGeom prst="rect">
            <a:avLst/>
          </a:prstGeom>
          <a:solidFill>
            <a:schemeClr val="accent1"/>
          </a:solidFill>
          <a:ln w="9525">
            <a:miter lim="800000"/>
            <a:headEnd/>
            <a:tailEnd/>
          </a:ln>
          <a:scene3d>
            <a:camera prst="legacyPerspectiveTop"/>
            <a:lightRig rig="legacyFlat3" dir="b"/>
          </a:scene3d>
          <a:sp3d extrusionH="887400" prstMaterial="legacyMatte">
            <a:bevelT w="13500" h="13500" prst="angle"/>
            <a:bevelB w="13500" h="13500" prst="angle"/>
            <a:extrusionClr>
              <a:schemeClr val="accent1"/>
            </a:extrusionClr>
          </a:sp3d>
        </p:spPr>
        <p:txBody>
          <a:bodyPr wrap="none" anchor="ctr">
            <a:flatTx/>
          </a:bodyPr>
          <a:lstStyle/>
          <a:p>
            <a:endParaRPr lang="en-US" sz="2800"/>
          </a:p>
        </p:txBody>
      </p:sp>
      <p:sp>
        <p:nvSpPr>
          <p:cNvPr id="27" name="Line 9"/>
          <p:cNvSpPr>
            <a:spLocks noChangeShapeType="1"/>
          </p:cNvSpPr>
          <p:nvPr/>
        </p:nvSpPr>
        <p:spPr bwMode="auto">
          <a:xfrm flipV="1">
            <a:off x="1081653" y="2340735"/>
            <a:ext cx="0" cy="222117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 flipV="1">
            <a:off x="1091257" y="4573073"/>
            <a:ext cx="6410549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9" name="Text Box 11"/>
          <p:cNvSpPr txBox="1">
            <a:spLocks noChangeArrowheads="1"/>
          </p:cNvSpPr>
          <p:nvPr/>
        </p:nvSpPr>
        <p:spPr bwMode="auto">
          <a:xfrm>
            <a:off x="640081" y="2062981"/>
            <a:ext cx="345737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y</a:t>
            </a:r>
          </a:p>
        </p:txBody>
      </p:sp>
      <p:sp>
        <p:nvSpPr>
          <p:cNvPr id="30" name="Text Box 12"/>
          <p:cNvSpPr txBox="1">
            <a:spLocks noChangeArrowheads="1"/>
          </p:cNvSpPr>
          <p:nvPr/>
        </p:nvSpPr>
        <p:spPr bwMode="auto">
          <a:xfrm>
            <a:off x="7484999" y="4369373"/>
            <a:ext cx="340936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/>
              <a:t>x</a:t>
            </a:r>
          </a:p>
        </p:txBody>
      </p:sp>
      <p:sp>
        <p:nvSpPr>
          <p:cNvPr id="31" name="Line 13"/>
          <p:cNvSpPr>
            <a:spLocks noChangeShapeType="1"/>
          </p:cNvSpPr>
          <p:nvPr/>
        </p:nvSpPr>
        <p:spPr bwMode="auto">
          <a:xfrm>
            <a:off x="5998808" y="2723023"/>
            <a:ext cx="986792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2" name="Text Box 14"/>
          <p:cNvSpPr txBox="1">
            <a:spLocks noChangeArrowheads="1"/>
          </p:cNvSpPr>
          <p:nvPr/>
        </p:nvSpPr>
        <p:spPr bwMode="auto">
          <a:xfrm>
            <a:off x="6262913" y="1844040"/>
            <a:ext cx="346570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v</a:t>
            </a:r>
            <a:endParaRPr lang="en-US" sz="2800" baseline="-25000" dirty="0">
              <a:solidFill>
                <a:srgbClr val="FF0000"/>
              </a:solidFill>
            </a:endParaRPr>
          </a:p>
        </p:txBody>
      </p:sp>
      <p:sp>
        <p:nvSpPr>
          <p:cNvPr id="18" name="Oval 16"/>
          <p:cNvSpPr>
            <a:spLocks noChangeArrowheads="1"/>
          </p:cNvSpPr>
          <p:nvPr/>
        </p:nvSpPr>
        <p:spPr bwMode="auto">
          <a:xfrm flipH="1">
            <a:off x="7726679" y="2209800"/>
            <a:ext cx="197686" cy="247204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9" name="Oval 17"/>
          <p:cNvSpPr>
            <a:spLocks noChangeArrowheads="1"/>
          </p:cNvSpPr>
          <p:nvPr/>
        </p:nvSpPr>
        <p:spPr bwMode="auto">
          <a:xfrm flipH="1">
            <a:off x="7752428" y="2443520"/>
            <a:ext cx="166953" cy="533960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0" name="Rectangle 18"/>
          <p:cNvSpPr>
            <a:spLocks noChangeArrowheads="1"/>
          </p:cNvSpPr>
          <p:nvPr/>
        </p:nvSpPr>
        <p:spPr bwMode="auto">
          <a:xfrm rot="18405958" flipH="1">
            <a:off x="7922623" y="2439998"/>
            <a:ext cx="45845" cy="264135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1" name="Rectangle 19"/>
          <p:cNvSpPr>
            <a:spLocks noChangeArrowheads="1"/>
          </p:cNvSpPr>
          <p:nvPr/>
        </p:nvSpPr>
        <p:spPr bwMode="auto">
          <a:xfrm rot="2837193" flipH="1">
            <a:off x="7917127" y="2602612"/>
            <a:ext cx="59329" cy="240047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2" name="Rectangle 20"/>
          <p:cNvSpPr>
            <a:spLocks noChangeArrowheads="1"/>
          </p:cNvSpPr>
          <p:nvPr/>
        </p:nvSpPr>
        <p:spPr bwMode="auto">
          <a:xfrm rot="725482" flipH="1">
            <a:off x="7779838" y="2895678"/>
            <a:ext cx="78078" cy="304735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3" name="Rectangle 21"/>
          <p:cNvSpPr>
            <a:spLocks noChangeArrowheads="1"/>
          </p:cNvSpPr>
          <p:nvPr/>
        </p:nvSpPr>
        <p:spPr bwMode="auto">
          <a:xfrm rot="20498368" flipH="1">
            <a:off x="7787314" y="3157264"/>
            <a:ext cx="78078" cy="304735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4" name="Rectangle 22"/>
          <p:cNvSpPr>
            <a:spLocks noChangeArrowheads="1"/>
          </p:cNvSpPr>
          <p:nvPr/>
        </p:nvSpPr>
        <p:spPr bwMode="auto">
          <a:xfrm flipH="1">
            <a:off x="7745783" y="3422447"/>
            <a:ext cx="161970" cy="64722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1325880" y="3017520"/>
            <a:ext cx="396240" cy="1363014"/>
            <a:chOff x="4491" y="2017"/>
            <a:chExt cx="422" cy="1421"/>
          </a:xfrm>
        </p:grpSpPr>
        <p:sp>
          <p:nvSpPr>
            <p:cNvPr id="11" name="Oval 24"/>
            <p:cNvSpPr>
              <a:spLocks noChangeArrowheads="1"/>
            </p:cNvSpPr>
            <p:nvPr/>
          </p:nvSpPr>
          <p:spPr bwMode="auto">
            <a:xfrm>
              <a:off x="4675" y="2017"/>
              <a:ext cx="238" cy="275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2" name="Oval 25"/>
            <p:cNvSpPr>
              <a:spLocks noChangeArrowheads="1"/>
            </p:cNvSpPr>
            <p:nvPr/>
          </p:nvSpPr>
          <p:spPr bwMode="auto">
            <a:xfrm>
              <a:off x="4681" y="2277"/>
              <a:ext cx="201" cy="594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3" name="Rectangle 26"/>
            <p:cNvSpPr>
              <a:spLocks noChangeArrowheads="1"/>
            </p:cNvSpPr>
            <p:nvPr/>
          </p:nvSpPr>
          <p:spPr bwMode="auto">
            <a:xfrm rot="3194042">
              <a:off x="4624" y="2261"/>
              <a:ext cx="51" cy="318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4" name="Rectangle 27"/>
            <p:cNvSpPr>
              <a:spLocks noChangeArrowheads="1"/>
            </p:cNvSpPr>
            <p:nvPr/>
          </p:nvSpPr>
          <p:spPr bwMode="auto">
            <a:xfrm rot="-2837193">
              <a:off x="4615" y="2443"/>
              <a:ext cx="66" cy="28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5" name="Rectangle 28"/>
            <p:cNvSpPr>
              <a:spLocks noChangeArrowheads="1"/>
            </p:cNvSpPr>
            <p:nvPr/>
          </p:nvSpPr>
          <p:spPr bwMode="auto">
            <a:xfrm rot="-725482">
              <a:off x="4755" y="2780"/>
              <a:ext cx="94" cy="33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6" name="Rectangle 29"/>
            <p:cNvSpPr>
              <a:spLocks noChangeArrowheads="1"/>
            </p:cNvSpPr>
            <p:nvPr/>
          </p:nvSpPr>
          <p:spPr bwMode="auto">
            <a:xfrm rot="1101632">
              <a:off x="4746" y="3071"/>
              <a:ext cx="94" cy="33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7" name="Rectangle 30"/>
            <p:cNvSpPr>
              <a:spLocks noChangeArrowheads="1"/>
            </p:cNvSpPr>
            <p:nvPr/>
          </p:nvSpPr>
          <p:spPr bwMode="auto">
            <a:xfrm>
              <a:off x="4695" y="3366"/>
              <a:ext cx="195" cy="72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</p:grpSp>
      <p:sp>
        <p:nvSpPr>
          <p:cNvPr id="6" name="Text Box 31"/>
          <p:cNvSpPr txBox="1">
            <a:spLocks noChangeArrowheads="1"/>
          </p:cNvSpPr>
          <p:nvPr/>
        </p:nvSpPr>
        <p:spPr bwMode="auto">
          <a:xfrm>
            <a:off x="2573403" y="4653566"/>
            <a:ext cx="350539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S</a:t>
            </a:r>
          </a:p>
        </p:txBody>
      </p:sp>
      <p:sp>
        <p:nvSpPr>
          <p:cNvPr id="7" name="Text Box 32"/>
          <p:cNvSpPr txBox="1">
            <a:spLocks noChangeArrowheads="1"/>
          </p:cNvSpPr>
          <p:nvPr/>
        </p:nvSpPr>
        <p:spPr bwMode="auto">
          <a:xfrm>
            <a:off x="5985140" y="3719633"/>
            <a:ext cx="659500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800" dirty="0"/>
              <a:t>S’</a:t>
            </a:r>
          </a:p>
        </p:txBody>
      </p:sp>
      <p:sp>
        <p:nvSpPr>
          <p:cNvPr id="33" name="Line 9"/>
          <p:cNvSpPr>
            <a:spLocks noChangeShapeType="1"/>
          </p:cNvSpPr>
          <p:nvPr/>
        </p:nvSpPr>
        <p:spPr bwMode="auto">
          <a:xfrm flipV="1">
            <a:off x="3855333" y="1411095"/>
            <a:ext cx="0" cy="222117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4" name="Line 10"/>
          <p:cNvSpPr>
            <a:spLocks noChangeShapeType="1"/>
          </p:cNvSpPr>
          <p:nvPr/>
        </p:nvSpPr>
        <p:spPr bwMode="auto">
          <a:xfrm flipV="1">
            <a:off x="3864937" y="3642360"/>
            <a:ext cx="5050463" cy="107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5" name="Text Box 11"/>
          <p:cNvSpPr txBox="1">
            <a:spLocks noChangeArrowheads="1"/>
          </p:cNvSpPr>
          <p:nvPr/>
        </p:nvSpPr>
        <p:spPr bwMode="auto">
          <a:xfrm>
            <a:off x="3413761" y="1133341"/>
            <a:ext cx="447238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y’</a:t>
            </a:r>
          </a:p>
        </p:txBody>
      </p:sp>
      <p:sp>
        <p:nvSpPr>
          <p:cNvPr id="36" name="Text Box 12"/>
          <p:cNvSpPr txBox="1">
            <a:spLocks noChangeArrowheads="1"/>
          </p:cNvSpPr>
          <p:nvPr/>
        </p:nvSpPr>
        <p:spPr bwMode="auto">
          <a:xfrm>
            <a:off x="8353679" y="3668333"/>
            <a:ext cx="438838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x’</a:t>
            </a:r>
          </a:p>
        </p:txBody>
      </p:sp>
      <p:sp>
        <p:nvSpPr>
          <p:cNvPr id="37" name="Rectangle 19"/>
          <p:cNvSpPr>
            <a:spLocks noChangeArrowheads="1"/>
          </p:cNvSpPr>
          <p:nvPr/>
        </p:nvSpPr>
        <p:spPr bwMode="auto">
          <a:xfrm rot="2837193" flipH="1">
            <a:off x="7658047" y="2587373"/>
            <a:ext cx="59329" cy="240047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8" name="Rectangle 19"/>
          <p:cNvSpPr>
            <a:spLocks noChangeArrowheads="1"/>
          </p:cNvSpPr>
          <p:nvPr/>
        </p:nvSpPr>
        <p:spPr bwMode="auto">
          <a:xfrm rot="-600000" flipH="1">
            <a:off x="7557082" y="2554034"/>
            <a:ext cx="59329" cy="240047"/>
          </a:xfrm>
          <a:prstGeom prst="rect">
            <a:avLst/>
          </a:prstGeom>
          <a:solidFill>
            <a:schemeClr val="accent6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grpSp>
        <p:nvGrpSpPr>
          <p:cNvPr id="3" name="Group 40"/>
          <p:cNvGrpSpPr/>
          <p:nvPr/>
        </p:nvGrpSpPr>
        <p:grpSpPr>
          <a:xfrm>
            <a:off x="7392828" y="2268855"/>
            <a:ext cx="289560" cy="304800"/>
            <a:chOff x="7117080" y="2259330"/>
            <a:chExt cx="289560" cy="304800"/>
          </a:xfrm>
        </p:grpSpPr>
        <p:sp>
          <p:nvSpPr>
            <p:cNvPr id="39" name="Oval 38"/>
            <p:cNvSpPr/>
            <p:nvPr/>
          </p:nvSpPr>
          <p:spPr>
            <a:xfrm>
              <a:off x="7117080" y="2259330"/>
              <a:ext cx="289560" cy="304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Cross 39"/>
            <p:cNvSpPr/>
            <p:nvPr/>
          </p:nvSpPr>
          <p:spPr>
            <a:xfrm>
              <a:off x="7157323" y="2298859"/>
              <a:ext cx="209074" cy="225742"/>
            </a:xfrm>
            <a:prstGeom prst="plus">
              <a:avLst>
                <a:gd name="adj" fmla="val 3640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1325880" y="506786"/>
            <a:ext cx="3850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E</a:t>
            </a:r>
          </a:p>
        </p:txBody>
      </p:sp>
      <p:cxnSp>
        <p:nvCxnSpPr>
          <p:cNvPr id="117" name="Straight Arrow Connector 116"/>
          <p:cNvCxnSpPr/>
          <p:nvPr/>
        </p:nvCxnSpPr>
        <p:spPr>
          <a:xfrm flipV="1">
            <a:off x="1813560" y="670560"/>
            <a:ext cx="0" cy="449580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/>
          <p:cNvCxnSpPr/>
          <p:nvPr/>
        </p:nvCxnSpPr>
        <p:spPr>
          <a:xfrm flipV="1">
            <a:off x="5471160" y="655320"/>
            <a:ext cx="0" cy="449580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/>
          <p:cNvCxnSpPr/>
          <p:nvPr/>
        </p:nvCxnSpPr>
        <p:spPr>
          <a:xfrm flipV="1">
            <a:off x="3642360" y="670560"/>
            <a:ext cx="0" cy="449580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/>
          <p:cNvCxnSpPr/>
          <p:nvPr/>
        </p:nvCxnSpPr>
        <p:spPr>
          <a:xfrm flipV="1">
            <a:off x="7299960" y="655320"/>
            <a:ext cx="0" cy="449580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223.47.6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099560"/>
            <a:ext cx="8229600" cy="2438400"/>
          </a:xfrm>
        </p:spPr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en-US" dirty="0"/>
              <a:t>Now we have an electric field that is static with respect to frame S’. </a:t>
            </a:r>
          </a:p>
          <a:p>
            <a:pPr>
              <a:buNone/>
            </a:pPr>
            <a:r>
              <a:rPr lang="en-US" dirty="0"/>
              <a:t>The person in frame S’ does see a force acting on the charge. What causes this force?</a:t>
            </a:r>
          </a:p>
          <a:p>
            <a:pPr marL="514350" indent="-514350">
              <a:buAutoNum type="alphaLcParenR"/>
            </a:pPr>
            <a:r>
              <a:rPr lang="en-US" dirty="0"/>
              <a:t>A magnetic field</a:t>
            </a:r>
          </a:p>
          <a:p>
            <a:pPr marL="514350" indent="-514350">
              <a:buAutoNum type="alphaLcParenR"/>
            </a:pPr>
            <a:r>
              <a:rPr lang="en-US" dirty="0"/>
              <a:t>The Electric field</a:t>
            </a:r>
          </a:p>
          <a:p>
            <a:pPr marL="514350" indent="-514350">
              <a:buAutoNum type="alphaLcParenR"/>
            </a:pPr>
            <a:r>
              <a:rPr lang="en-US" dirty="0"/>
              <a:t>The person in frame S’ must be pushing on the charge.</a:t>
            </a:r>
          </a:p>
          <a:p>
            <a:pPr marL="514350" indent="-514350">
              <a:buAutoNum type="alphaLcParenR"/>
            </a:pPr>
            <a:r>
              <a:rPr lang="en-US" dirty="0"/>
              <a:t>Nothing, it is magic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pic>
        <p:nvPicPr>
          <p:cNvPr id="250777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63762" y="1113473"/>
            <a:ext cx="5361877" cy="301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7"/>
          <p:cNvSpPr>
            <a:spLocks noChangeArrowheads="1"/>
          </p:cNvSpPr>
          <p:nvPr/>
        </p:nvSpPr>
        <p:spPr bwMode="auto">
          <a:xfrm>
            <a:off x="992818" y="4483780"/>
            <a:ext cx="4259294" cy="156264"/>
          </a:xfrm>
          <a:prstGeom prst="rect">
            <a:avLst/>
          </a:prstGeom>
          <a:solidFill>
            <a:schemeClr val="accent1"/>
          </a:solidFill>
          <a:ln w="9525">
            <a:miter lim="800000"/>
            <a:headEnd/>
            <a:tailEnd/>
          </a:ln>
          <a:scene3d>
            <a:camera prst="legacyPerspectiveTop"/>
            <a:lightRig rig="legacyFlat3" dir="b"/>
          </a:scene3d>
          <a:sp3d extrusionH="887400" prstMaterial="legacyMatte">
            <a:bevelT w="13500" h="13500" prst="angle"/>
            <a:bevelB w="13500" h="13500" prst="angle"/>
            <a:extrusionClr>
              <a:schemeClr val="accent1"/>
            </a:extrusionClr>
          </a:sp3d>
        </p:spPr>
        <p:txBody>
          <a:bodyPr wrap="none" anchor="ctr">
            <a:flatTx/>
          </a:bodyPr>
          <a:lstStyle/>
          <a:p>
            <a:endParaRPr lang="en-US" sz="2800"/>
          </a:p>
        </p:txBody>
      </p:sp>
      <p:sp>
        <p:nvSpPr>
          <p:cNvPr id="26" name="Rectangle 8"/>
          <p:cNvSpPr>
            <a:spLocks noChangeArrowheads="1"/>
          </p:cNvSpPr>
          <p:nvPr/>
        </p:nvSpPr>
        <p:spPr bwMode="auto">
          <a:xfrm>
            <a:off x="3833147" y="3576892"/>
            <a:ext cx="4259294" cy="156264"/>
          </a:xfrm>
          <a:prstGeom prst="rect">
            <a:avLst/>
          </a:prstGeom>
          <a:solidFill>
            <a:schemeClr val="accent1"/>
          </a:solidFill>
          <a:ln w="9525">
            <a:miter lim="800000"/>
            <a:headEnd/>
            <a:tailEnd/>
          </a:ln>
          <a:scene3d>
            <a:camera prst="legacyPerspectiveTop"/>
            <a:lightRig rig="legacyFlat3" dir="b"/>
          </a:scene3d>
          <a:sp3d extrusionH="887400" prstMaterial="legacyMatte">
            <a:bevelT w="13500" h="13500" prst="angle"/>
            <a:bevelB w="13500" h="13500" prst="angle"/>
            <a:extrusionClr>
              <a:schemeClr val="accent1"/>
            </a:extrusionClr>
          </a:sp3d>
        </p:spPr>
        <p:txBody>
          <a:bodyPr wrap="none" anchor="ctr">
            <a:flatTx/>
          </a:bodyPr>
          <a:lstStyle/>
          <a:p>
            <a:endParaRPr lang="en-US" sz="2800"/>
          </a:p>
        </p:txBody>
      </p:sp>
      <p:sp>
        <p:nvSpPr>
          <p:cNvPr id="27" name="Line 9"/>
          <p:cNvSpPr>
            <a:spLocks noChangeShapeType="1"/>
          </p:cNvSpPr>
          <p:nvPr/>
        </p:nvSpPr>
        <p:spPr bwMode="auto">
          <a:xfrm flipV="1">
            <a:off x="1081653" y="2340735"/>
            <a:ext cx="0" cy="222117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 flipV="1">
            <a:off x="1091257" y="4573073"/>
            <a:ext cx="6410549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9" name="Text Box 11"/>
          <p:cNvSpPr txBox="1">
            <a:spLocks noChangeArrowheads="1"/>
          </p:cNvSpPr>
          <p:nvPr/>
        </p:nvSpPr>
        <p:spPr bwMode="auto">
          <a:xfrm>
            <a:off x="640081" y="2062981"/>
            <a:ext cx="345737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y</a:t>
            </a:r>
          </a:p>
        </p:txBody>
      </p:sp>
      <p:sp>
        <p:nvSpPr>
          <p:cNvPr id="30" name="Text Box 12"/>
          <p:cNvSpPr txBox="1">
            <a:spLocks noChangeArrowheads="1"/>
          </p:cNvSpPr>
          <p:nvPr/>
        </p:nvSpPr>
        <p:spPr bwMode="auto">
          <a:xfrm>
            <a:off x="7484999" y="4369373"/>
            <a:ext cx="340936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/>
              <a:t>x</a:t>
            </a:r>
          </a:p>
        </p:txBody>
      </p:sp>
      <p:sp>
        <p:nvSpPr>
          <p:cNvPr id="31" name="Line 13"/>
          <p:cNvSpPr>
            <a:spLocks noChangeShapeType="1"/>
          </p:cNvSpPr>
          <p:nvPr/>
        </p:nvSpPr>
        <p:spPr bwMode="auto">
          <a:xfrm>
            <a:off x="5998808" y="2723023"/>
            <a:ext cx="986792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2" name="Text Box 14"/>
          <p:cNvSpPr txBox="1">
            <a:spLocks noChangeArrowheads="1"/>
          </p:cNvSpPr>
          <p:nvPr/>
        </p:nvSpPr>
        <p:spPr bwMode="auto">
          <a:xfrm>
            <a:off x="6262913" y="1844040"/>
            <a:ext cx="451380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>
                <a:solidFill>
                  <a:srgbClr val="FF0000"/>
                </a:solidFill>
              </a:rPr>
              <a:t>v</a:t>
            </a:r>
            <a:r>
              <a:rPr lang="en-US" sz="2800" baseline="-2500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18" name="Oval 16"/>
          <p:cNvSpPr>
            <a:spLocks noChangeArrowheads="1"/>
          </p:cNvSpPr>
          <p:nvPr/>
        </p:nvSpPr>
        <p:spPr bwMode="auto">
          <a:xfrm flipH="1">
            <a:off x="7726679" y="2209800"/>
            <a:ext cx="197686" cy="247204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19" name="Oval 17"/>
          <p:cNvSpPr>
            <a:spLocks noChangeArrowheads="1"/>
          </p:cNvSpPr>
          <p:nvPr/>
        </p:nvSpPr>
        <p:spPr bwMode="auto">
          <a:xfrm flipH="1">
            <a:off x="7752428" y="2443520"/>
            <a:ext cx="166953" cy="533960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0" name="Rectangle 18"/>
          <p:cNvSpPr>
            <a:spLocks noChangeArrowheads="1"/>
          </p:cNvSpPr>
          <p:nvPr/>
        </p:nvSpPr>
        <p:spPr bwMode="auto">
          <a:xfrm rot="18405958" flipH="1">
            <a:off x="7922623" y="2439998"/>
            <a:ext cx="45845" cy="264135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1" name="Rectangle 19"/>
          <p:cNvSpPr>
            <a:spLocks noChangeArrowheads="1"/>
          </p:cNvSpPr>
          <p:nvPr/>
        </p:nvSpPr>
        <p:spPr bwMode="auto">
          <a:xfrm rot="2837193" flipH="1">
            <a:off x="7917127" y="2602612"/>
            <a:ext cx="59329" cy="240047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2" name="Rectangle 20"/>
          <p:cNvSpPr>
            <a:spLocks noChangeArrowheads="1"/>
          </p:cNvSpPr>
          <p:nvPr/>
        </p:nvSpPr>
        <p:spPr bwMode="auto">
          <a:xfrm rot="725482" flipH="1">
            <a:off x="7779838" y="2895678"/>
            <a:ext cx="78078" cy="304735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3" name="Rectangle 21"/>
          <p:cNvSpPr>
            <a:spLocks noChangeArrowheads="1"/>
          </p:cNvSpPr>
          <p:nvPr/>
        </p:nvSpPr>
        <p:spPr bwMode="auto">
          <a:xfrm rot="20498368" flipH="1">
            <a:off x="7787314" y="3157264"/>
            <a:ext cx="78078" cy="304735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24" name="Rectangle 22"/>
          <p:cNvSpPr>
            <a:spLocks noChangeArrowheads="1"/>
          </p:cNvSpPr>
          <p:nvPr/>
        </p:nvSpPr>
        <p:spPr bwMode="auto">
          <a:xfrm flipH="1">
            <a:off x="7745783" y="3422447"/>
            <a:ext cx="161970" cy="64722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grpSp>
        <p:nvGrpSpPr>
          <p:cNvPr id="2" name="Group 23"/>
          <p:cNvGrpSpPr>
            <a:grpSpLocks/>
          </p:cNvGrpSpPr>
          <p:nvPr/>
        </p:nvGrpSpPr>
        <p:grpSpPr bwMode="auto">
          <a:xfrm>
            <a:off x="1325880" y="3017520"/>
            <a:ext cx="396240" cy="1363014"/>
            <a:chOff x="4491" y="2017"/>
            <a:chExt cx="422" cy="1421"/>
          </a:xfrm>
        </p:grpSpPr>
        <p:sp>
          <p:nvSpPr>
            <p:cNvPr id="11" name="Oval 24"/>
            <p:cNvSpPr>
              <a:spLocks noChangeArrowheads="1"/>
            </p:cNvSpPr>
            <p:nvPr/>
          </p:nvSpPr>
          <p:spPr bwMode="auto">
            <a:xfrm>
              <a:off x="4675" y="2017"/>
              <a:ext cx="238" cy="275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2" name="Oval 25"/>
            <p:cNvSpPr>
              <a:spLocks noChangeArrowheads="1"/>
            </p:cNvSpPr>
            <p:nvPr/>
          </p:nvSpPr>
          <p:spPr bwMode="auto">
            <a:xfrm>
              <a:off x="4681" y="2277"/>
              <a:ext cx="201" cy="594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3" name="Rectangle 26"/>
            <p:cNvSpPr>
              <a:spLocks noChangeArrowheads="1"/>
            </p:cNvSpPr>
            <p:nvPr/>
          </p:nvSpPr>
          <p:spPr bwMode="auto">
            <a:xfrm rot="3194042">
              <a:off x="4624" y="2261"/>
              <a:ext cx="51" cy="318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4" name="Rectangle 27"/>
            <p:cNvSpPr>
              <a:spLocks noChangeArrowheads="1"/>
            </p:cNvSpPr>
            <p:nvPr/>
          </p:nvSpPr>
          <p:spPr bwMode="auto">
            <a:xfrm rot="-2837193">
              <a:off x="4615" y="2443"/>
              <a:ext cx="66" cy="28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5" name="Rectangle 28"/>
            <p:cNvSpPr>
              <a:spLocks noChangeArrowheads="1"/>
            </p:cNvSpPr>
            <p:nvPr/>
          </p:nvSpPr>
          <p:spPr bwMode="auto">
            <a:xfrm rot="-725482">
              <a:off x="4755" y="2780"/>
              <a:ext cx="94" cy="33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6" name="Rectangle 29"/>
            <p:cNvSpPr>
              <a:spLocks noChangeArrowheads="1"/>
            </p:cNvSpPr>
            <p:nvPr/>
          </p:nvSpPr>
          <p:spPr bwMode="auto">
            <a:xfrm rot="1101632">
              <a:off x="4746" y="3071"/>
              <a:ext cx="94" cy="339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  <p:sp>
          <p:nvSpPr>
            <p:cNvPr id="17" name="Rectangle 30"/>
            <p:cNvSpPr>
              <a:spLocks noChangeArrowheads="1"/>
            </p:cNvSpPr>
            <p:nvPr/>
          </p:nvSpPr>
          <p:spPr bwMode="auto">
            <a:xfrm>
              <a:off x="4695" y="3366"/>
              <a:ext cx="195" cy="72"/>
            </a:xfrm>
            <a:prstGeom prst="rect">
              <a:avLst/>
            </a:prstGeom>
            <a:solidFill>
              <a:schemeClr val="tx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2800"/>
            </a:p>
          </p:txBody>
        </p:sp>
      </p:grpSp>
      <p:sp>
        <p:nvSpPr>
          <p:cNvPr id="6" name="Text Box 31"/>
          <p:cNvSpPr txBox="1">
            <a:spLocks noChangeArrowheads="1"/>
          </p:cNvSpPr>
          <p:nvPr/>
        </p:nvSpPr>
        <p:spPr bwMode="auto">
          <a:xfrm>
            <a:off x="2573403" y="4653566"/>
            <a:ext cx="350539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S</a:t>
            </a:r>
          </a:p>
        </p:txBody>
      </p:sp>
      <p:sp>
        <p:nvSpPr>
          <p:cNvPr id="7" name="Text Box 32"/>
          <p:cNvSpPr txBox="1">
            <a:spLocks noChangeArrowheads="1"/>
          </p:cNvSpPr>
          <p:nvPr/>
        </p:nvSpPr>
        <p:spPr bwMode="auto">
          <a:xfrm>
            <a:off x="5985140" y="3719633"/>
            <a:ext cx="659500" cy="5245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800" dirty="0"/>
              <a:t>S’</a:t>
            </a:r>
          </a:p>
        </p:txBody>
      </p:sp>
      <p:sp>
        <p:nvSpPr>
          <p:cNvPr id="33" name="Line 9"/>
          <p:cNvSpPr>
            <a:spLocks noChangeShapeType="1"/>
          </p:cNvSpPr>
          <p:nvPr/>
        </p:nvSpPr>
        <p:spPr bwMode="auto">
          <a:xfrm flipV="1">
            <a:off x="3855333" y="1411095"/>
            <a:ext cx="0" cy="222117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4" name="Line 10"/>
          <p:cNvSpPr>
            <a:spLocks noChangeShapeType="1"/>
          </p:cNvSpPr>
          <p:nvPr/>
        </p:nvSpPr>
        <p:spPr bwMode="auto">
          <a:xfrm flipV="1">
            <a:off x="3864937" y="3642360"/>
            <a:ext cx="5050463" cy="107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5" name="Text Box 11"/>
          <p:cNvSpPr txBox="1">
            <a:spLocks noChangeArrowheads="1"/>
          </p:cNvSpPr>
          <p:nvPr/>
        </p:nvSpPr>
        <p:spPr bwMode="auto">
          <a:xfrm>
            <a:off x="3413761" y="1133341"/>
            <a:ext cx="447238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y’</a:t>
            </a:r>
          </a:p>
        </p:txBody>
      </p:sp>
      <p:sp>
        <p:nvSpPr>
          <p:cNvPr id="36" name="Text Box 12"/>
          <p:cNvSpPr txBox="1">
            <a:spLocks noChangeArrowheads="1"/>
          </p:cNvSpPr>
          <p:nvPr/>
        </p:nvSpPr>
        <p:spPr bwMode="auto">
          <a:xfrm>
            <a:off x="8353679" y="3668333"/>
            <a:ext cx="438838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x’</a:t>
            </a:r>
          </a:p>
        </p:txBody>
      </p:sp>
      <p:sp>
        <p:nvSpPr>
          <p:cNvPr id="37" name="Rectangle 19"/>
          <p:cNvSpPr>
            <a:spLocks noChangeArrowheads="1"/>
          </p:cNvSpPr>
          <p:nvPr/>
        </p:nvSpPr>
        <p:spPr bwMode="auto">
          <a:xfrm rot="2837193" flipH="1">
            <a:off x="7658047" y="2587373"/>
            <a:ext cx="59329" cy="240047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sp>
        <p:nvSpPr>
          <p:cNvPr id="38" name="Rectangle 19"/>
          <p:cNvSpPr>
            <a:spLocks noChangeArrowheads="1"/>
          </p:cNvSpPr>
          <p:nvPr/>
        </p:nvSpPr>
        <p:spPr bwMode="auto">
          <a:xfrm rot="-600000" flipH="1">
            <a:off x="7557082" y="2554034"/>
            <a:ext cx="59329" cy="240047"/>
          </a:xfrm>
          <a:prstGeom prst="rect">
            <a:avLst/>
          </a:prstGeom>
          <a:solidFill>
            <a:schemeClr val="accent6">
              <a:lumMod val="50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2800"/>
          </a:p>
        </p:txBody>
      </p:sp>
      <p:grpSp>
        <p:nvGrpSpPr>
          <p:cNvPr id="3" name="Group 40"/>
          <p:cNvGrpSpPr/>
          <p:nvPr/>
        </p:nvGrpSpPr>
        <p:grpSpPr>
          <a:xfrm>
            <a:off x="7392828" y="2268855"/>
            <a:ext cx="289560" cy="304800"/>
            <a:chOff x="7117080" y="2259330"/>
            <a:chExt cx="289560" cy="304800"/>
          </a:xfrm>
        </p:grpSpPr>
        <p:sp>
          <p:nvSpPr>
            <p:cNvPr id="39" name="Oval 38"/>
            <p:cNvSpPr/>
            <p:nvPr/>
          </p:nvSpPr>
          <p:spPr>
            <a:xfrm>
              <a:off x="7117080" y="2259330"/>
              <a:ext cx="289560" cy="304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Cross 39"/>
            <p:cNvSpPr/>
            <p:nvPr/>
          </p:nvSpPr>
          <p:spPr>
            <a:xfrm>
              <a:off x="7157323" y="2298859"/>
              <a:ext cx="209074" cy="225742"/>
            </a:xfrm>
            <a:prstGeom prst="plus">
              <a:avLst>
                <a:gd name="adj" fmla="val 3640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0" y="491546"/>
            <a:ext cx="4074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B</a:t>
            </a:r>
          </a:p>
        </p:txBody>
      </p:sp>
      <p:grpSp>
        <p:nvGrpSpPr>
          <p:cNvPr id="4" name="Group 42"/>
          <p:cNvGrpSpPr/>
          <p:nvPr/>
        </p:nvGrpSpPr>
        <p:grpSpPr>
          <a:xfrm>
            <a:off x="259080" y="914400"/>
            <a:ext cx="8869680" cy="4739640"/>
            <a:chOff x="1929099" y="1705862"/>
            <a:chExt cx="3891812" cy="3071307"/>
          </a:xfrm>
        </p:grpSpPr>
        <p:grpSp>
          <p:nvGrpSpPr>
            <p:cNvPr id="5" name="Group 5"/>
            <p:cNvGrpSpPr/>
            <p:nvPr/>
          </p:nvGrpSpPr>
          <p:grpSpPr>
            <a:xfrm rot="2700000">
              <a:off x="2561221" y="1719356"/>
              <a:ext cx="204979" cy="177992"/>
              <a:chOff x="883920" y="396240"/>
              <a:chExt cx="929640" cy="929640"/>
            </a:xfrm>
          </p:grpSpPr>
          <p:sp>
            <p:nvSpPr>
              <p:cNvPr id="114" name="Rectangle 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15" name="Rectangle 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8" name="Group 6"/>
            <p:cNvGrpSpPr/>
            <p:nvPr/>
          </p:nvGrpSpPr>
          <p:grpSpPr>
            <a:xfrm rot="2700000">
              <a:off x="2561221" y="2657996"/>
              <a:ext cx="204979" cy="177992"/>
              <a:chOff x="883920" y="396240"/>
              <a:chExt cx="929640" cy="929640"/>
            </a:xfrm>
          </p:grpSpPr>
          <p:sp>
            <p:nvSpPr>
              <p:cNvPr id="112" name="Rectangle 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13" name="Rectangle 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 rot="2700000">
              <a:off x="2554789" y="3628727"/>
              <a:ext cx="204979" cy="177992"/>
              <a:chOff x="883920" y="396240"/>
              <a:chExt cx="929640" cy="929640"/>
            </a:xfrm>
          </p:grpSpPr>
          <p:sp>
            <p:nvSpPr>
              <p:cNvPr id="110" name="Rectangle 1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11" name="Rectangle 1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0" name="Group 12"/>
            <p:cNvGrpSpPr/>
            <p:nvPr/>
          </p:nvGrpSpPr>
          <p:grpSpPr>
            <a:xfrm rot="2700000">
              <a:off x="2554789" y="4583412"/>
              <a:ext cx="204979" cy="177992"/>
              <a:chOff x="883920" y="396240"/>
              <a:chExt cx="929640" cy="929640"/>
            </a:xfrm>
          </p:grpSpPr>
          <p:sp>
            <p:nvSpPr>
              <p:cNvPr id="108" name="Rectangle 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09" name="Rectangle 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1" name="Group 15"/>
            <p:cNvGrpSpPr/>
            <p:nvPr/>
          </p:nvGrpSpPr>
          <p:grpSpPr>
            <a:xfrm rot="2700000">
              <a:off x="3313799" y="1719356"/>
              <a:ext cx="204979" cy="177992"/>
              <a:chOff x="883920" y="396240"/>
              <a:chExt cx="929640" cy="929640"/>
            </a:xfrm>
          </p:grpSpPr>
          <p:sp>
            <p:nvSpPr>
              <p:cNvPr id="106" name="Rectangle 16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07" name="Rectangle 17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3" name="Group 18"/>
            <p:cNvGrpSpPr/>
            <p:nvPr/>
          </p:nvGrpSpPr>
          <p:grpSpPr>
            <a:xfrm rot="2700000">
              <a:off x="3313799" y="2657996"/>
              <a:ext cx="204979" cy="177992"/>
              <a:chOff x="883920" y="396240"/>
              <a:chExt cx="929640" cy="929640"/>
            </a:xfrm>
          </p:grpSpPr>
          <p:sp>
            <p:nvSpPr>
              <p:cNvPr id="104" name="Rectangle 1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05" name="Rectangle 2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4" name="Group 21"/>
            <p:cNvGrpSpPr/>
            <p:nvPr/>
          </p:nvGrpSpPr>
          <p:grpSpPr>
            <a:xfrm rot="2700000">
              <a:off x="3307367" y="3628727"/>
              <a:ext cx="204979" cy="177992"/>
              <a:chOff x="883920" y="396240"/>
              <a:chExt cx="929640" cy="929640"/>
            </a:xfrm>
          </p:grpSpPr>
          <p:sp>
            <p:nvSpPr>
              <p:cNvPr id="102" name="Rectangle 22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03" name="Rectangle 23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5" name="Group 24"/>
            <p:cNvGrpSpPr/>
            <p:nvPr/>
          </p:nvGrpSpPr>
          <p:grpSpPr>
            <a:xfrm rot="2700000">
              <a:off x="3307367" y="4583412"/>
              <a:ext cx="204979" cy="177992"/>
              <a:chOff x="883920" y="396240"/>
              <a:chExt cx="929640" cy="929640"/>
            </a:xfrm>
          </p:grpSpPr>
          <p:sp>
            <p:nvSpPr>
              <p:cNvPr id="100" name="Rectangle 9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01" name="Rectangle 10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6" name="Group 27"/>
            <p:cNvGrpSpPr/>
            <p:nvPr/>
          </p:nvGrpSpPr>
          <p:grpSpPr>
            <a:xfrm rot="2700000">
              <a:off x="4104971" y="1719356"/>
              <a:ext cx="204979" cy="177992"/>
              <a:chOff x="883920" y="396240"/>
              <a:chExt cx="929640" cy="929640"/>
            </a:xfrm>
          </p:grpSpPr>
          <p:sp>
            <p:nvSpPr>
              <p:cNvPr id="98" name="Rectangle 9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99" name="Rectangle 9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7" name="Group 30"/>
            <p:cNvGrpSpPr/>
            <p:nvPr/>
          </p:nvGrpSpPr>
          <p:grpSpPr>
            <a:xfrm rot="2700000">
              <a:off x="4104971" y="2657996"/>
              <a:ext cx="204979" cy="177992"/>
              <a:chOff x="883920" y="396240"/>
              <a:chExt cx="929640" cy="929640"/>
            </a:xfrm>
          </p:grpSpPr>
          <p:sp>
            <p:nvSpPr>
              <p:cNvPr id="96" name="Rectangle 9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97" name="Rectangle 9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8" name="Group 33"/>
            <p:cNvGrpSpPr/>
            <p:nvPr/>
          </p:nvGrpSpPr>
          <p:grpSpPr>
            <a:xfrm rot="2700000">
              <a:off x="4098539" y="3628727"/>
              <a:ext cx="204979" cy="177992"/>
              <a:chOff x="883920" y="396240"/>
              <a:chExt cx="929640" cy="929640"/>
            </a:xfrm>
          </p:grpSpPr>
          <p:sp>
            <p:nvSpPr>
              <p:cNvPr id="94" name="Rectangle 9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95" name="Rectangle 9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9" name="Group 36"/>
            <p:cNvGrpSpPr/>
            <p:nvPr/>
          </p:nvGrpSpPr>
          <p:grpSpPr>
            <a:xfrm rot="2700000">
              <a:off x="4098539" y="4583412"/>
              <a:ext cx="204979" cy="177992"/>
              <a:chOff x="883920" y="396240"/>
              <a:chExt cx="929640" cy="929640"/>
            </a:xfrm>
          </p:grpSpPr>
          <p:sp>
            <p:nvSpPr>
              <p:cNvPr id="92" name="Rectangle 9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93" name="Rectangle 9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0" name="Group 39"/>
            <p:cNvGrpSpPr/>
            <p:nvPr/>
          </p:nvGrpSpPr>
          <p:grpSpPr>
            <a:xfrm rot="2700000">
              <a:off x="4870415" y="1719356"/>
              <a:ext cx="204979" cy="177992"/>
              <a:chOff x="883920" y="396240"/>
              <a:chExt cx="929640" cy="929640"/>
            </a:xfrm>
          </p:grpSpPr>
          <p:sp>
            <p:nvSpPr>
              <p:cNvPr id="90" name="Rectangle 8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91" name="Rectangle 9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1" name="Group 42"/>
            <p:cNvGrpSpPr/>
            <p:nvPr/>
          </p:nvGrpSpPr>
          <p:grpSpPr>
            <a:xfrm rot="2700000">
              <a:off x="4870414" y="2657996"/>
              <a:ext cx="204979" cy="177992"/>
              <a:chOff x="883920" y="396240"/>
              <a:chExt cx="929640" cy="929640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89" name="Rectangle 8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2" name="Group 45"/>
            <p:cNvGrpSpPr/>
            <p:nvPr/>
          </p:nvGrpSpPr>
          <p:grpSpPr>
            <a:xfrm rot="2700000">
              <a:off x="4863982" y="3628727"/>
              <a:ext cx="204979" cy="177992"/>
              <a:chOff x="883920" y="396240"/>
              <a:chExt cx="929640" cy="929640"/>
            </a:xfrm>
          </p:grpSpPr>
          <p:sp>
            <p:nvSpPr>
              <p:cNvPr id="86" name="Rectangle 8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87" name="Rectangle 8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3" name="Group 48"/>
            <p:cNvGrpSpPr/>
            <p:nvPr/>
          </p:nvGrpSpPr>
          <p:grpSpPr>
            <a:xfrm rot="2700000">
              <a:off x="4863982" y="4583412"/>
              <a:ext cx="204979" cy="177992"/>
              <a:chOff x="883920" y="396240"/>
              <a:chExt cx="929640" cy="929640"/>
            </a:xfrm>
          </p:grpSpPr>
          <p:sp>
            <p:nvSpPr>
              <p:cNvPr id="84" name="Rectangle 8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85" name="Rectangle 8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4" name="Group 51"/>
            <p:cNvGrpSpPr/>
            <p:nvPr/>
          </p:nvGrpSpPr>
          <p:grpSpPr>
            <a:xfrm rot="2700000">
              <a:off x="5629425" y="1719356"/>
              <a:ext cx="204979" cy="177992"/>
              <a:chOff x="883920" y="396240"/>
              <a:chExt cx="929640" cy="929640"/>
            </a:xfrm>
          </p:grpSpPr>
          <p:sp>
            <p:nvSpPr>
              <p:cNvPr id="82" name="Rectangle 8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83" name="Rectangle 8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5" name="Group 54"/>
            <p:cNvGrpSpPr/>
            <p:nvPr/>
          </p:nvGrpSpPr>
          <p:grpSpPr>
            <a:xfrm rot="2700000">
              <a:off x="5629425" y="2657996"/>
              <a:ext cx="204979" cy="177992"/>
              <a:chOff x="883920" y="396240"/>
              <a:chExt cx="929640" cy="929640"/>
            </a:xfrm>
          </p:grpSpPr>
          <p:sp>
            <p:nvSpPr>
              <p:cNvPr id="80" name="Rectangle 7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81" name="Rectangle 8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6" name="Group 57"/>
            <p:cNvGrpSpPr/>
            <p:nvPr/>
          </p:nvGrpSpPr>
          <p:grpSpPr>
            <a:xfrm rot="2700000">
              <a:off x="5622993" y="3628727"/>
              <a:ext cx="204979" cy="177992"/>
              <a:chOff x="883920" y="396240"/>
              <a:chExt cx="929640" cy="929640"/>
            </a:xfrm>
          </p:grpSpPr>
          <p:sp>
            <p:nvSpPr>
              <p:cNvPr id="78" name="Rectangle 7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9" name="Rectangle 7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7" name="Group 60"/>
            <p:cNvGrpSpPr/>
            <p:nvPr/>
          </p:nvGrpSpPr>
          <p:grpSpPr>
            <a:xfrm rot="2700000">
              <a:off x="5622993" y="4583412"/>
              <a:ext cx="204979" cy="177992"/>
              <a:chOff x="883920" y="396240"/>
              <a:chExt cx="929640" cy="929640"/>
            </a:xfrm>
          </p:grpSpPr>
          <p:sp>
            <p:nvSpPr>
              <p:cNvPr id="76" name="Rectangle 7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7" name="Rectangle 7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8" name="Group 5"/>
            <p:cNvGrpSpPr/>
            <p:nvPr/>
          </p:nvGrpSpPr>
          <p:grpSpPr>
            <a:xfrm rot="2700000">
              <a:off x="1922037" y="1721628"/>
              <a:ext cx="204979" cy="177992"/>
              <a:chOff x="883920" y="396240"/>
              <a:chExt cx="929640" cy="929640"/>
            </a:xfrm>
          </p:grpSpPr>
          <p:sp>
            <p:nvSpPr>
              <p:cNvPr id="74" name="Rectangle 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5" name="Rectangle 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9" name="Group 6"/>
            <p:cNvGrpSpPr/>
            <p:nvPr/>
          </p:nvGrpSpPr>
          <p:grpSpPr>
            <a:xfrm rot="2700000">
              <a:off x="1922037" y="2660268"/>
              <a:ext cx="204979" cy="177992"/>
              <a:chOff x="883920" y="396240"/>
              <a:chExt cx="929640" cy="929640"/>
            </a:xfrm>
          </p:grpSpPr>
          <p:sp>
            <p:nvSpPr>
              <p:cNvPr id="72" name="Rectangle 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3" name="Rectangle 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60" name="Group 9"/>
            <p:cNvGrpSpPr/>
            <p:nvPr/>
          </p:nvGrpSpPr>
          <p:grpSpPr>
            <a:xfrm rot="2700000">
              <a:off x="1915605" y="3630999"/>
              <a:ext cx="204979" cy="177992"/>
              <a:chOff x="883920" y="396240"/>
              <a:chExt cx="929640" cy="929640"/>
            </a:xfrm>
          </p:grpSpPr>
          <p:sp>
            <p:nvSpPr>
              <p:cNvPr id="70" name="Rectangle 1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1" name="Rectangle 1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61" name="Group 12"/>
            <p:cNvGrpSpPr/>
            <p:nvPr/>
          </p:nvGrpSpPr>
          <p:grpSpPr>
            <a:xfrm rot="2700000">
              <a:off x="1915605" y="4585684"/>
              <a:ext cx="204979" cy="177992"/>
              <a:chOff x="883920" y="396240"/>
              <a:chExt cx="929640" cy="929640"/>
            </a:xfrm>
          </p:grpSpPr>
          <p:sp>
            <p:nvSpPr>
              <p:cNvPr id="68" name="Rectangle 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69" name="Rectangle 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186678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223.47.7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099560"/>
            <a:ext cx="8229600" cy="2438400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dirty="0"/>
              <a:t>Now we have an electric field that is static with respect to frame S’. Will the person in frame S see a force acting on the charge?</a:t>
            </a:r>
          </a:p>
          <a:p>
            <a:pPr marL="514350" indent="-514350"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AutoNum type="alphaLcParenR"/>
            </a:pPr>
            <a:r>
              <a:rPr lang="en-US" dirty="0"/>
              <a:t>No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  <p:pic>
        <p:nvPicPr>
          <p:cNvPr id="250777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63762" y="1113473"/>
            <a:ext cx="5361877" cy="301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68"/>
          <p:cNvSpPr txBox="1"/>
          <p:nvPr/>
        </p:nvSpPr>
        <p:spPr>
          <a:xfrm>
            <a:off x="4111885" y="562506"/>
            <a:ext cx="4074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B</a:t>
            </a:r>
          </a:p>
        </p:txBody>
      </p:sp>
      <p:grpSp>
        <p:nvGrpSpPr>
          <p:cNvPr id="84" name="Group 83"/>
          <p:cNvGrpSpPr/>
          <p:nvPr/>
        </p:nvGrpSpPr>
        <p:grpSpPr>
          <a:xfrm>
            <a:off x="4221963" y="1228182"/>
            <a:ext cx="3891812" cy="3071307"/>
            <a:chOff x="1929099" y="1705862"/>
            <a:chExt cx="3891812" cy="3071307"/>
          </a:xfrm>
        </p:grpSpPr>
        <p:grpSp>
          <p:nvGrpSpPr>
            <p:cNvPr id="6" name="Group 5"/>
            <p:cNvGrpSpPr/>
            <p:nvPr/>
          </p:nvGrpSpPr>
          <p:grpSpPr>
            <a:xfrm rot="2700000">
              <a:off x="2561221" y="1719356"/>
              <a:ext cx="204979" cy="177992"/>
              <a:chOff x="883920" y="396240"/>
              <a:chExt cx="929640" cy="929640"/>
            </a:xfrm>
          </p:grpSpPr>
          <p:sp>
            <p:nvSpPr>
              <p:cNvPr id="7" name="Rectangle 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8" name="Rectangle 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9" name="Group 6"/>
            <p:cNvGrpSpPr/>
            <p:nvPr/>
          </p:nvGrpSpPr>
          <p:grpSpPr>
            <a:xfrm rot="2700000">
              <a:off x="2561221" y="2657996"/>
              <a:ext cx="204979" cy="177992"/>
              <a:chOff x="883920" y="396240"/>
              <a:chExt cx="929640" cy="929640"/>
            </a:xfrm>
          </p:grpSpPr>
          <p:sp>
            <p:nvSpPr>
              <p:cNvPr id="10" name="Rectangle 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1" name="Rectangle 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2" name="Group 9"/>
            <p:cNvGrpSpPr/>
            <p:nvPr/>
          </p:nvGrpSpPr>
          <p:grpSpPr>
            <a:xfrm rot="2700000">
              <a:off x="2554789" y="3628727"/>
              <a:ext cx="204979" cy="177992"/>
              <a:chOff x="883920" y="396240"/>
              <a:chExt cx="929640" cy="929640"/>
            </a:xfrm>
          </p:grpSpPr>
          <p:sp>
            <p:nvSpPr>
              <p:cNvPr id="13" name="Rectangle 1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4" name="Rectangle 1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5" name="Group 12"/>
            <p:cNvGrpSpPr/>
            <p:nvPr/>
          </p:nvGrpSpPr>
          <p:grpSpPr>
            <a:xfrm rot="2700000">
              <a:off x="2554789" y="4583412"/>
              <a:ext cx="204979" cy="177992"/>
              <a:chOff x="883920" y="396240"/>
              <a:chExt cx="929640" cy="929640"/>
            </a:xfrm>
          </p:grpSpPr>
          <p:sp>
            <p:nvSpPr>
              <p:cNvPr id="16" name="Rectangle 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7" name="Rectangle 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8" name="Group 15"/>
            <p:cNvGrpSpPr/>
            <p:nvPr/>
          </p:nvGrpSpPr>
          <p:grpSpPr>
            <a:xfrm rot="2700000">
              <a:off x="3313799" y="1719356"/>
              <a:ext cx="204979" cy="177992"/>
              <a:chOff x="883920" y="396240"/>
              <a:chExt cx="929640" cy="929640"/>
            </a:xfrm>
          </p:grpSpPr>
          <p:sp>
            <p:nvSpPr>
              <p:cNvPr id="19" name="Rectangle 16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0" name="Rectangle 17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1" name="Group 18"/>
            <p:cNvGrpSpPr/>
            <p:nvPr/>
          </p:nvGrpSpPr>
          <p:grpSpPr>
            <a:xfrm rot="2700000">
              <a:off x="3313799" y="2657996"/>
              <a:ext cx="204979" cy="177992"/>
              <a:chOff x="883920" y="396240"/>
              <a:chExt cx="929640" cy="929640"/>
            </a:xfrm>
          </p:grpSpPr>
          <p:sp>
            <p:nvSpPr>
              <p:cNvPr id="22" name="Rectangle 1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3" name="Rectangle 2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4" name="Group 21"/>
            <p:cNvGrpSpPr/>
            <p:nvPr/>
          </p:nvGrpSpPr>
          <p:grpSpPr>
            <a:xfrm rot="2700000">
              <a:off x="3307367" y="3628727"/>
              <a:ext cx="204979" cy="177992"/>
              <a:chOff x="883920" y="396240"/>
              <a:chExt cx="929640" cy="929640"/>
            </a:xfrm>
          </p:grpSpPr>
          <p:sp>
            <p:nvSpPr>
              <p:cNvPr id="25" name="Rectangle 22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6" name="Rectangle 23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7" name="Group 24"/>
            <p:cNvGrpSpPr/>
            <p:nvPr/>
          </p:nvGrpSpPr>
          <p:grpSpPr>
            <a:xfrm rot="2700000">
              <a:off x="3307367" y="4583412"/>
              <a:ext cx="204979" cy="177992"/>
              <a:chOff x="883920" y="396240"/>
              <a:chExt cx="929640" cy="929640"/>
            </a:xfrm>
          </p:grpSpPr>
          <p:sp>
            <p:nvSpPr>
              <p:cNvPr id="28" name="Rectangle 2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9" name="Rectangle 2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30" name="Group 27"/>
            <p:cNvGrpSpPr/>
            <p:nvPr/>
          </p:nvGrpSpPr>
          <p:grpSpPr>
            <a:xfrm rot="2700000">
              <a:off x="4104971" y="1719356"/>
              <a:ext cx="204979" cy="177992"/>
              <a:chOff x="883920" y="396240"/>
              <a:chExt cx="929640" cy="929640"/>
            </a:xfrm>
          </p:grpSpPr>
          <p:sp>
            <p:nvSpPr>
              <p:cNvPr id="31" name="Rectangle 3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32" name="Rectangle 3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33" name="Group 30"/>
            <p:cNvGrpSpPr/>
            <p:nvPr/>
          </p:nvGrpSpPr>
          <p:grpSpPr>
            <a:xfrm rot="2700000">
              <a:off x="4104971" y="2657996"/>
              <a:ext cx="204979" cy="177992"/>
              <a:chOff x="883920" y="396240"/>
              <a:chExt cx="929640" cy="929640"/>
            </a:xfrm>
          </p:grpSpPr>
          <p:sp>
            <p:nvSpPr>
              <p:cNvPr id="34" name="Rectangle 3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35" name="Rectangle 3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36" name="Group 33"/>
            <p:cNvGrpSpPr/>
            <p:nvPr/>
          </p:nvGrpSpPr>
          <p:grpSpPr>
            <a:xfrm rot="2700000">
              <a:off x="4098539" y="3628727"/>
              <a:ext cx="204979" cy="177992"/>
              <a:chOff x="883920" y="396240"/>
              <a:chExt cx="929640" cy="929640"/>
            </a:xfrm>
          </p:grpSpPr>
          <p:sp>
            <p:nvSpPr>
              <p:cNvPr id="37" name="Rectangle 36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38" name="Rectangle 37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39" name="Group 36"/>
            <p:cNvGrpSpPr/>
            <p:nvPr/>
          </p:nvGrpSpPr>
          <p:grpSpPr>
            <a:xfrm rot="2700000">
              <a:off x="4098539" y="4583412"/>
              <a:ext cx="204979" cy="177992"/>
              <a:chOff x="883920" y="396240"/>
              <a:chExt cx="929640" cy="929640"/>
            </a:xfrm>
          </p:grpSpPr>
          <p:sp>
            <p:nvSpPr>
              <p:cNvPr id="40" name="Rectangle 3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41" name="Rectangle 4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2" name="Group 39"/>
            <p:cNvGrpSpPr/>
            <p:nvPr/>
          </p:nvGrpSpPr>
          <p:grpSpPr>
            <a:xfrm rot="2700000">
              <a:off x="4870415" y="1719356"/>
              <a:ext cx="204979" cy="177992"/>
              <a:chOff x="883920" y="396240"/>
              <a:chExt cx="929640" cy="929640"/>
            </a:xfrm>
          </p:grpSpPr>
          <p:sp>
            <p:nvSpPr>
              <p:cNvPr id="43" name="Rectangle 42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44" name="Rectangle 43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5" name="Group 42"/>
            <p:cNvGrpSpPr/>
            <p:nvPr/>
          </p:nvGrpSpPr>
          <p:grpSpPr>
            <a:xfrm rot="2700000">
              <a:off x="4870414" y="2657996"/>
              <a:ext cx="204979" cy="177992"/>
              <a:chOff x="883920" y="396240"/>
              <a:chExt cx="929640" cy="929640"/>
            </a:xfrm>
          </p:grpSpPr>
          <p:sp>
            <p:nvSpPr>
              <p:cNvPr id="46" name="Rectangle 4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47" name="Rectangle 4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48" name="Group 45"/>
            <p:cNvGrpSpPr/>
            <p:nvPr/>
          </p:nvGrpSpPr>
          <p:grpSpPr>
            <a:xfrm rot="2700000">
              <a:off x="4863982" y="3628727"/>
              <a:ext cx="204979" cy="177992"/>
              <a:chOff x="883920" y="396240"/>
              <a:chExt cx="929640" cy="929640"/>
            </a:xfrm>
          </p:grpSpPr>
          <p:sp>
            <p:nvSpPr>
              <p:cNvPr id="49" name="Rectangle 48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0" name="Rectangle 49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1" name="Group 48"/>
            <p:cNvGrpSpPr/>
            <p:nvPr/>
          </p:nvGrpSpPr>
          <p:grpSpPr>
            <a:xfrm rot="2700000">
              <a:off x="4863982" y="4583412"/>
              <a:ext cx="204979" cy="177992"/>
              <a:chOff x="883920" y="396240"/>
              <a:chExt cx="929640" cy="92964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3" name="Rectangle 5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4" name="Group 51"/>
            <p:cNvGrpSpPr/>
            <p:nvPr/>
          </p:nvGrpSpPr>
          <p:grpSpPr>
            <a:xfrm rot="2700000">
              <a:off x="5629425" y="1719356"/>
              <a:ext cx="204979" cy="177992"/>
              <a:chOff x="883920" y="396240"/>
              <a:chExt cx="929640" cy="929640"/>
            </a:xfrm>
          </p:grpSpPr>
          <p:sp>
            <p:nvSpPr>
              <p:cNvPr id="55" name="Rectangle 54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6" name="Rectangle 55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57" name="Group 54"/>
            <p:cNvGrpSpPr/>
            <p:nvPr/>
          </p:nvGrpSpPr>
          <p:grpSpPr>
            <a:xfrm rot="2700000">
              <a:off x="5629425" y="2657996"/>
              <a:ext cx="204979" cy="177992"/>
              <a:chOff x="883920" y="396240"/>
              <a:chExt cx="929640" cy="929640"/>
            </a:xfrm>
          </p:grpSpPr>
          <p:sp>
            <p:nvSpPr>
              <p:cNvPr id="58" name="Rectangle 5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9" name="Rectangle 5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60" name="Group 57"/>
            <p:cNvGrpSpPr/>
            <p:nvPr/>
          </p:nvGrpSpPr>
          <p:grpSpPr>
            <a:xfrm rot="2700000">
              <a:off x="5622993" y="3628727"/>
              <a:ext cx="204979" cy="177992"/>
              <a:chOff x="883920" y="396240"/>
              <a:chExt cx="929640" cy="92964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62" name="Rectangle 6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63" name="Group 60"/>
            <p:cNvGrpSpPr/>
            <p:nvPr/>
          </p:nvGrpSpPr>
          <p:grpSpPr>
            <a:xfrm rot="2700000">
              <a:off x="5622993" y="4583412"/>
              <a:ext cx="204979" cy="177992"/>
              <a:chOff x="883920" y="396240"/>
              <a:chExt cx="929640" cy="92964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65" name="Rectangle 6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72" name="Group 5"/>
            <p:cNvGrpSpPr/>
            <p:nvPr/>
          </p:nvGrpSpPr>
          <p:grpSpPr>
            <a:xfrm rot="2700000">
              <a:off x="1922037" y="1721628"/>
              <a:ext cx="204979" cy="177992"/>
              <a:chOff x="883920" y="396240"/>
              <a:chExt cx="929640" cy="929640"/>
            </a:xfrm>
          </p:grpSpPr>
          <p:sp>
            <p:nvSpPr>
              <p:cNvPr id="73" name="Rectangle 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4" name="Rectangle 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75" name="Group 6"/>
            <p:cNvGrpSpPr/>
            <p:nvPr/>
          </p:nvGrpSpPr>
          <p:grpSpPr>
            <a:xfrm rot="2700000">
              <a:off x="1922037" y="2660268"/>
              <a:ext cx="204979" cy="177992"/>
              <a:chOff x="883920" y="396240"/>
              <a:chExt cx="929640" cy="929640"/>
            </a:xfrm>
          </p:grpSpPr>
          <p:sp>
            <p:nvSpPr>
              <p:cNvPr id="76" name="Rectangle 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7" name="Rectangle 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78" name="Group 9"/>
            <p:cNvGrpSpPr/>
            <p:nvPr/>
          </p:nvGrpSpPr>
          <p:grpSpPr>
            <a:xfrm rot="2700000">
              <a:off x="1915605" y="3630999"/>
              <a:ext cx="204979" cy="177992"/>
              <a:chOff x="883920" y="396240"/>
              <a:chExt cx="929640" cy="929640"/>
            </a:xfrm>
          </p:grpSpPr>
          <p:sp>
            <p:nvSpPr>
              <p:cNvPr id="79" name="Rectangle 1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80" name="Rectangle 1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81" name="Group 12"/>
            <p:cNvGrpSpPr/>
            <p:nvPr/>
          </p:nvGrpSpPr>
          <p:grpSpPr>
            <a:xfrm rot="2700000">
              <a:off x="1915605" y="4585684"/>
              <a:ext cx="204979" cy="177992"/>
              <a:chOff x="883920" y="396240"/>
              <a:chExt cx="929640" cy="929640"/>
            </a:xfrm>
          </p:grpSpPr>
          <p:sp>
            <p:nvSpPr>
              <p:cNvPr id="82" name="Rectangle 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83" name="Rectangle 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2225041" y="733745"/>
            <a:ext cx="1804366" cy="141629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469881" y="922151"/>
            <a:ext cx="1294399" cy="101332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6"/>
          <p:cNvGrpSpPr/>
          <p:nvPr/>
        </p:nvGrpSpPr>
        <p:grpSpPr>
          <a:xfrm>
            <a:off x="3503111" y="319023"/>
            <a:ext cx="2775770" cy="2195578"/>
            <a:chOff x="1929099" y="1705862"/>
            <a:chExt cx="3891812" cy="3071307"/>
          </a:xfrm>
        </p:grpSpPr>
        <p:grpSp>
          <p:nvGrpSpPr>
            <p:cNvPr id="3" name="Group 5"/>
            <p:cNvGrpSpPr/>
            <p:nvPr/>
          </p:nvGrpSpPr>
          <p:grpSpPr>
            <a:xfrm rot="2700000">
              <a:off x="2561221" y="1719356"/>
              <a:ext cx="204979" cy="177992"/>
              <a:chOff x="883920" y="396240"/>
              <a:chExt cx="929640" cy="929640"/>
            </a:xfrm>
          </p:grpSpPr>
          <p:sp>
            <p:nvSpPr>
              <p:cNvPr id="78" name="Rectangle 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9" name="Rectangle 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 rot="2700000">
              <a:off x="2561221" y="2657996"/>
              <a:ext cx="204979" cy="177992"/>
              <a:chOff x="883920" y="396240"/>
              <a:chExt cx="929640" cy="929640"/>
            </a:xfrm>
          </p:grpSpPr>
          <p:sp>
            <p:nvSpPr>
              <p:cNvPr id="76" name="Rectangle 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7" name="Rectangle 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7" name="Group 9"/>
            <p:cNvGrpSpPr/>
            <p:nvPr/>
          </p:nvGrpSpPr>
          <p:grpSpPr>
            <a:xfrm rot="2700000">
              <a:off x="2554789" y="3628727"/>
              <a:ext cx="204979" cy="177992"/>
              <a:chOff x="883920" y="396240"/>
              <a:chExt cx="929640" cy="929640"/>
            </a:xfrm>
          </p:grpSpPr>
          <p:sp>
            <p:nvSpPr>
              <p:cNvPr id="74" name="Rectangle 1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5" name="Rectangle 1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8" name="Group 12"/>
            <p:cNvGrpSpPr/>
            <p:nvPr/>
          </p:nvGrpSpPr>
          <p:grpSpPr>
            <a:xfrm rot="2700000">
              <a:off x="2554789" y="4583412"/>
              <a:ext cx="204979" cy="177992"/>
              <a:chOff x="883920" y="396240"/>
              <a:chExt cx="929640" cy="929640"/>
            </a:xfrm>
          </p:grpSpPr>
          <p:sp>
            <p:nvSpPr>
              <p:cNvPr id="72" name="Rectangle 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3" name="Rectangle 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9" name="Group 15"/>
            <p:cNvGrpSpPr/>
            <p:nvPr/>
          </p:nvGrpSpPr>
          <p:grpSpPr>
            <a:xfrm rot="2700000">
              <a:off x="3313799" y="1719356"/>
              <a:ext cx="204979" cy="177992"/>
              <a:chOff x="883920" y="396240"/>
              <a:chExt cx="929640" cy="929640"/>
            </a:xfrm>
          </p:grpSpPr>
          <p:sp>
            <p:nvSpPr>
              <p:cNvPr id="70" name="Rectangle 16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1" name="Rectangle 17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0" name="Group 18"/>
            <p:cNvGrpSpPr/>
            <p:nvPr/>
          </p:nvGrpSpPr>
          <p:grpSpPr>
            <a:xfrm rot="2700000">
              <a:off x="3313799" y="2657996"/>
              <a:ext cx="204979" cy="177992"/>
              <a:chOff x="883920" y="396240"/>
              <a:chExt cx="929640" cy="929640"/>
            </a:xfrm>
          </p:grpSpPr>
          <p:sp>
            <p:nvSpPr>
              <p:cNvPr id="68" name="Rectangle 1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69" name="Rectangle 2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1" name="Group 21"/>
            <p:cNvGrpSpPr/>
            <p:nvPr/>
          </p:nvGrpSpPr>
          <p:grpSpPr>
            <a:xfrm rot="2700000">
              <a:off x="3307367" y="3628727"/>
              <a:ext cx="204979" cy="177992"/>
              <a:chOff x="883920" y="396240"/>
              <a:chExt cx="929640" cy="929640"/>
            </a:xfrm>
          </p:grpSpPr>
          <p:sp>
            <p:nvSpPr>
              <p:cNvPr id="66" name="Rectangle 22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67" name="Rectangle 23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2" name="Group 24"/>
            <p:cNvGrpSpPr/>
            <p:nvPr/>
          </p:nvGrpSpPr>
          <p:grpSpPr>
            <a:xfrm rot="2700000">
              <a:off x="3307367" y="4583412"/>
              <a:ext cx="204979" cy="177992"/>
              <a:chOff x="883920" y="396240"/>
              <a:chExt cx="929640" cy="92964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65" name="Rectangle 6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3" name="Group 27"/>
            <p:cNvGrpSpPr/>
            <p:nvPr/>
          </p:nvGrpSpPr>
          <p:grpSpPr>
            <a:xfrm rot="2700000">
              <a:off x="4104971" y="1719356"/>
              <a:ext cx="204979" cy="177992"/>
              <a:chOff x="883920" y="396240"/>
              <a:chExt cx="929640" cy="929640"/>
            </a:xfrm>
          </p:grpSpPr>
          <p:sp>
            <p:nvSpPr>
              <p:cNvPr id="62" name="Rectangle 6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63" name="Rectangle 6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4" name="Group 30"/>
            <p:cNvGrpSpPr/>
            <p:nvPr/>
          </p:nvGrpSpPr>
          <p:grpSpPr>
            <a:xfrm rot="2700000">
              <a:off x="4104971" y="2657996"/>
              <a:ext cx="204979" cy="177992"/>
              <a:chOff x="883920" y="396240"/>
              <a:chExt cx="929640" cy="929640"/>
            </a:xfrm>
          </p:grpSpPr>
          <p:sp>
            <p:nvSpPr>
              <p:cNvPr id="60" name="Rectangle 5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61" name="Rectangle 6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5" name="Group 33"/>
            <p:cNvGrpSpPr/>
            <p:nvPr/>
          </p:nvGrpSpPr>
          <p:grpSpPr>
            <a:xfrm rot="2700000">
              <a:off x="4098539" y="3628727"/>
              <a:ext cx="204979" cy="177992"/>
              <a:chOff x="883920" y="396240"/>
              <a:chExt cx="929640" cy="929640"/>
            </a:xfrm>
          </p:grpSpPr>
          <p:sp>
            <p:nvSpPr>
              <p:cNvPr id="58" name="Rectangle 5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9" name="Rectangle 5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6" name="Group 36"/>
            <p:cNvGrpSpPr/>
            <p:nvPr/>
          </p:nvGrpSpPr>
          <p:grpSpPr>
            <a:xfrm rot="2700000">
              <a:off x="4098539" y="4583412"/>
              <a:ext cx="204979" cy="177992"/>
              <a:chOff x="883920" y="396240"/>
              <a:chExt cx="929640" cy="929640"/>
            </a:xfrm>
          </p:grpSpPr>
          <p:sp>
            <p:nvSpPr>
              <p:cNvPr id="56" name="Rectangle 5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7" name="Rectangle 5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7" name="Group 39"/>
            <p:cNvGrpSpPr/>
            <p:nvPr/>
          </p:nvGrpSpPr>
          <p:grpSpPr>
            <a:xfrm rot="2700000">
              <a:off x="4870415" y="1719356"/>
              <a:ext cx="204979" cy="177992"/>
              <a:chOff x="883920" y="396240"/>
              <a:chExt cx="929640" cy="929640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5" name="Rectangle 5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8" name="Group 42"/>
            <p:cNvGrpSpPr/>
            <p:nvPr/>
          </p:nvGrpSpPr>
          <p:grpSpPr>
            <a:xfrm rot="2700000">
              <a:off x="4870414" y="2657996"/>
              <a:ext cx="204979" cy="177992"/>
              <a:chOff x="883920" y="396240"/>
              <a:chExt cx="929640" cy="92964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3" name="Rectangle 5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9" name="Group 45"/>
            <p:cNvGrpSpPr/>
            <p:nvPr/>
          </p:nvGrpSpPr>
          <p:grpSpPr>
            <a:xfrm rot="2700000">
              <a:off x="4863982" y="3628727"/>
              <a:ext cx="204979" cy="177992"/>
              <a:chOff x="883920" y="396240"/>
              <a:chExt cx="929640" cy="929640"/>
            </a:xfrm>
          </p:grpSpPr>
          <p:sp>
            <p:nvSpPr>
              <p:cNvPr id="50" name="Rectangle 4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1" name="Rectangle 5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0" name="Group 48"/>
            <p:cNvGrpSpPr/>
            <p:nvPr/>
          </p:nvGrpSpPr>
          <p:grpSpPr>
            <a:xfrm rot="2700000">
              <a:off x="4863982" y="4583412"/>
              <a:ext cx="204979" cy="177992"/>
              <a:chOff x="883920" y="396240"/>
              <a:chExt cx="929640" cy="929640"/>
            </a:xfrm>
          </p:grpSpPr>
          <p:sp>
            <p:nvSpPr>
              <p:cNvPr id="48" name="Rectangle 4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49" name="Rectangle 4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1" name="Group 51"/>
            <p:cNvGrpSpPr/>
            <p:nvPr/>
          </p:nvGrpSpPr>
          <p:grpSpPr>
            <a:xfrm rot="2700000">
              <a:off x="5629425" y="1719356"/>
              <a:ext cx="204979" cy="177992"/>
              <a:chOff x="883920" y="396240"/>
              <a:chExt cx="929640" cy="929640"/>
            </a:xfrm>
          </p:grpSpPr>
          <p:sp>
            <p:nvSpPr>
              <p:cNvPr id="46" name="Rectangle 4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47" name="Rectangle 4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2" name="Group 54"/>
            <p:cNvGrpSpPr/>
            <p:nvPr/>
          </p:nvGrpSpPr>
          <p:grpSpPr>
            <a:xfrm rot="2700000">
              <a:off x="5629425" y="2657996"/>
              <a:ext cx="204979" cy="177992"/>
              <a:chOff x="883920" y="396240"/>
              <a:chExt cx="929640" cy="929640"/>
            </a:xfrm>
          </p:grpSpPr>
          <p:sp>
            <p:nvSpPr>
              <p:cNvPr id="44" name="Rectangle 4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45" name="Rectangle 4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3" name="Group 57"/>
            <p:cNvGrpSpPr/>
            <p:nvPr/>
          </p:nvGrpSpPr>
          <p:grpSpPr>
            <a:xfrm rot="2700000">
              <a:off x="5622993" y="3628727"/>
              <a:ext cx="204979" cy="177992"/>
              <a:chOff x="883920" y="396240"/>
              <a:chExt cx="929640" cy="929640"/>
            </a:xfrm>
          </p:grpSpPr>
          <p:sp>
            <p:nvSpPr>
              <p:cNvPr id="42" name="Rectangle 4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43" name="Rectangle 4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4" name="Group 60"/>
            <p:cNvGrpSpPr/>
            <p:nvPr/>
          </p:nvGrpSpPr>
          <p:grpSpPr>
            <a:xfrm rot="2700000">
              <a:off x="5622993" y="4583412"/>
              <a:ext cx="204979" cy="177992"/>
              <a:chOff x="883920" y="396240"/>
              <a:chExt cx="929640" cy="929640"/>
            </a:xfrm>
          </p:grpSpPr>
          <p:sp>
            <p:nvSpPr>
              <p:cNvPr id="40" name="Rectangle 3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41" name="Rectangle 4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5" name="Group 5"/>
            <p:cNvGrpSpPr/>
            <p:nvPr/>
          </p:nvGrpSpPr>
          <p:grpSpPr>
            <a:xfrm rot="2700000">
              <a:off x="1922037" y="1721628"/>
              <a:ext cx="204979" cy="177992"/>
              <a:chOff x="883920" y="396240"/>
              <a:chExt cx="929640" cy="929640"/>
            </a:xfrm>
          </p:grpSpPr>
          <p:sp>
            <p:nvSpPr>
              <p:cNvPr id="38" name="Rectangle 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39" name="Rectangle 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6" name="Group 6"/>
            <p:cNvGrpSpPr/>
            <p:nvPr/>
          </p:nvGrpSpPr>
          <p:grpSpPr>
            <a:xfrm rot="2700000">
              <a:off x="1922037" y="2660268"/>
              <a:ext cx="204979" cy="177992"/>
              <a:chOff x="883920" y="396240"/>
              <a:chExt cx="929640" cy="929640"/>
            </a:xfrm>
          </p:grpSpPr>
          <p:sp>
            <p:nvSpPr>
              <p:cNvPr id="36" name="Rectangle 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37" name="Rectangle 8"/>
              <p:cNvSpPr/>
              <p:nvPr/>
            </p:nvSpPr>
            <p:spPr>
              <a:xfrm rot="16200000">
                <a:off x="883921" y="822959"/>
                <a:ext cx="929640" cy="7620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7" name="Group 9"/>
            <p:cNvGrpSpPr/>
            <p:nvPr/>
          </p:nvGrpSpPr>
          <p:grpSpPr>
            <a:xfrm rot="2700000">
              <a:off x="1915605" y="3630999"/>
              <a:ext cx="204979" cy="177992"/>
              <a:chOff x="883920" y="396240"/>
              <a:chExt cx="929640" cy="929640"/>
            </a:xfrm>
          </p:grpSpPr>
          <p:sp>
            <p:nvSpPr>
              <p:cNvPr id="34" name="Rectangle 1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35" name="Rectangle 1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8" name="Group 12"/>
            <p:cNvGrpSpPr/>
            <p:nvPr/>
          </p:nvGrpSpPr>
          <p:grpSpPr>
            <a:xfrm rot="2700000">
              <a:off x="1915605" y="4585684"/>
              <a:ext cx="204979" cy="177992"/>
              <a:chOff x="883920" y="396240"/>
              <a:chExt cx="929640" cy="929640"/>
            </a:xfrm>
          </p:grpSpPr>
          <p:sp>
            <p:nvSpPr>
              <p:cNvPr id="32" name="Rectangle 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33" name="Rectangle 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</p:grpSp>
      <p:sp>
        <p:nvSpPr>
          <p:cNvPr id="80" name="Right Arrow 79"/>
          <p:cNvSpPr/>
          <p:nvPr/>
        </p:nvSpPr>
        <p:spPr>
          <a:xfrm>
            <a:off x="4235931" y="1224001"/>
            <a:ext cx="500005" cy="413994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3" name="Group 40"/>
          <p:cNvGrpSpPr/>
          <p:nvPr/>
        </p:nvGrpSpPr>
        <p:grpSpPr>
          <a:xfrm>
            <a:off x="3801903" y="1381126"/>
            <a:ext cx="208122" cy="209550"/>
            <a:chOff x="7117080" y="2259330"/>
            <a:chExt cx="289560" cy="304800"/>
          </a:xfrm>
        </p:grpSpPr>
        <p:sp>
          <p:nvSpPr>
            <p:cNvPr id="238" name="Oval 237"/>
            <p:cNvSpPr/>
            <p:nvPr/>
          </p:nvSpPr>
          <p:spPr>
            <a:xfrm>
              <a:off x="7117080" y="2259330"/>
              <a:ext cx="289560" cy="304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Cross 238"/>
            <p:cNvSpPr/>
            <p:nvPr/>
          </p:nvSpPr>
          <p:spPr>
            <a:xfrm>
              <a:off x="7157323" y="2298859"/>
              <a:ext cx="209074" cy="225742"/>
            </a:xfrm>
            <a:prstGeom prst="plus">
              <a:avLst>
                <a:gd name="adj" fmla="val 3640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0" name="TextBox 239"/>
          <p:cNvSpPr txBox="1"/>
          <p:nvPr/>
        </p:nvSpPr>
        <p:spPr>
          <a:xfrm>
            <a:off x="4657725" y="952500"/>
            <a:ext cx="367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50000"/>
                  </a:schemeClr>
                </a:solidFill>
              </a:rPr>
              <a:t>V</a:t>
            </a:r>
          </a:p>
        </p:txBody>
      </p:sp>
      <p:sp>
        <p:nvSpPr>
          <p:cNvPr id="244" name="Down Arrow 243"/>
          <p:cNvSpPr/>
          <p:nvPr/>
        </p:nvSpPr>
        <p:spPr>
          <a:xfrm flipV="1">
            <a:off x="3819525" y="838199"/>
            <a:ext cx="171450" cy="523876"/>
          </a:xfrm>
          <a:prstGeom prst="downArrow">
            <a:avLst>
              <a:gd name="adj1" fmla="val 28571"/>
              <a:gd name="adj2" fmla="val 11201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TextBox 244"/>
          <p:cNvSpPr txBox="1"/>
          <p:nvPr/>
        </p:nvSpPr>
        <p:spPr>
          <a:xfrm>
            <a:off x="4187364" y="460486"/>
            <a:ext cx="14866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F</a:t>
            </a:r>
            <a:r>
              <a:rPr lang="en-US" sz="2400" b="1" i="1" dirty="0">
                <a:solidFill>
                  <a:srgbClr val="00B050"/>
                </a:solidFill>
              </a:rPr>
              <a:t>=</a:t>
            </a:r>
            <a:r>
              <a:rPr lang="en-US" sz="2400" b="1" i="1" dirty="0" err="1">
                <a:solidFill>
                  <a:srgbClr val="00B050"/>
                </a:solidFill>
              </a:rPr>
              <a:t>q</a:t>
            </a:r>
            <a:r>
              <a:rPr lang="en-US" sz="2400" b="1" dirty="0" err="1">
                <a:solidFill>
                  <a:srgbClr val="00B050"/>
                </a:solidFill>
              </a:rPr>
              <a:t>V</a:t>
            </a:r>
            <a:r>
              <a:rPr lang="en-US" sz="2400" b="1" baseline="-25000" dirty="0" err="1">
                <a:solidFill>
                  <a:srgbClr val="00B050"/>
                </a:solidFill>
              </a:rPr>
              <a:t>S’S</a:t>
            </a:r>
            <a:r>
              <a:rPr lang="en-US" sz="2400" b="1" dirty="0">
                <a:solidFill>
                  <a:srgbClr val="00B050"/>
                </a:solidFill>
                <a:sym typeface="Symbol"/>
              </a:rPr>
              <a:t></a:t>
            </a:r>
            <a:r>
              <a:rPr lang="en-US" sz="2400" b="1" dirty="0">
                <a:solidFill>
                  <a:srgbClr val="00B050"/>
                </a:solidFill>
              </a:rPr>
              <a:t>B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872477" y="248602"/>
            <a:ext cx="32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1"/>
                </a:solidFill>
              </a:rPr>
              <a:t>B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Rounded Rectangle 241"/>
          <p:cNvSpPr/>
          <p:nvPr/>
        </p:nvSpPr>
        <p:spPr>
          <a:xfrm>
            <a:off x="2234566" y="3848420"/>
            <a:ext cx="1804366" cy="141629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3" name="Rounded Rectangle 242"/>
          <p:cNvSpPr/>
          <p:nvPr/>
        </p:nvSpPr>
        <p:spPr>
          <a:xfrm>
            <a:off x="2479406" y="4036826"/>
            <a:ext cx="1294399" cy="101332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6"/>
          <p:cNvGrpSpPr/>
          <p:nvPr/>
        </p:nvGrpSpPr>
        <p:grpSpPr>
          <a:xfrm>
            <a:off x="3533591" y="3443223"/>
            <a:ext cx="2775770" cy="2195578"/>
            <a:chOff x="1929099" y="1705862"/>
            <a:chExt cx="3891812" cy="3071307"/>
          </a:xfrm>
        </p:grpSpPr>
        <p:grpSp>
          <p:nvGrpSpPr>
            <p:cNvPr id="30" name="Group 161"/>
            <p:cNvGrpSpPr/>
            <p:nvPr/>
          </p:nvGrpSpPr>
          <p:grpSpPr>
            <a:xfrm rot="2700000">
              <a:off x="2561221" y="1719356"/>
              <a:ext cx="204979" cy="177992"/>
              <a:chOff x="883920" y="396240"/>
              <a:chExt cx="929640" cy="929640"/>
            </a:xfrm>
          </p:grpSpPr>
          <p:sp>
            <p:nvSpPr>
              <p:cNvPr id="232" name="Rectangle 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33" name="Rectangle 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31" name="Group 162"/>
            <p:cNvGrpSpPr/>
            <p:nvPr/>
          </p:nvGrpSpPr>
          <p:grpSpPr>
            <a:xfrm rot="2700000">
              <a:off x="2561221" y="2657996"/>
              <a:ext cx="204979" cy="177992"/>
              <a:chOff x="883920" y="396240"/>
              <a:chExt cx="929640" cy="929640"/>
            </a:xfrm>
          </p:grpSpPr>
          <p:sp>
            <p:nvSpPr>
              <p:cNvPr id="230" name="Rectangle 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31" name="Rectangle 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34" name="Group 9"/>
            <p:cNvGrpSpPr/>
            <p:nvPr/>
          </p:nvGrpSpPr>
          <p:grpSpPr>
            <a:xfrm rot="2700000">
              <a:off x="2554789" y="3628727"/>
              <a:ext cx="204979" cy="177992"/>
              <a:chOff x="883920" y="396240"/>
              <a:chExt cx="929640" cy="929640"/>
            </a:xfrm>
          </p:grpSpPr>
          <p:sp>
            <p:nvSpPr>
              <p:cNvPr id="228" name="Rectangle 1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29" name="Rectangle 1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35" name="Group 12"/>
            <p:cNvGrpSpPr/>
            <p:nvPr/>
          </p:nvGrpSpPr>
          <p:grpSpPr>
            <a:xfrm rot="2700000">
              <a:off x="2554789" y="4583412"/>
              <a:ext cx="204979" cy="177992"/>
              <a:chOff x="883920" y="396240"/>
              <a:chExt cx="929640" cy="929640"/>
            </a:xfrm>
          </p:grpSpPr>
          <p:sp>
            <p:nvSpPr>
              <p:cNvPr id="226" name="Rectangle 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27" name="Rectangle 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36" name="Group 15"/>
            <p:cNvGrpSpPr/>
            <p:nvPr/>
          </p:nvGrpSpPr>
          <p:grpSpPr>
            <a:xfrm rot="2700000">
              <a:off x="3313799" y="1719356"/>
              <a:ext cx="204979" cy="177992"/>
              <a:chOff x="883920" y="396240"/>
              <a:chExt cx="929640" cy="929640"/>
            </a:xfrm>
          </p:grpSpPr>
          <p:sp>
            <p:nvSpPr>
              <p:cNvPr id="224" name="Rectangle 16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25" name="Rectangle 17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37" name="Group 18"/>
            <p:cNvGrpSpPr/>
            <p:nvPr/>
          </p:nvGrpSpPr>
          <p:grpSpPr>
            <a:xfrm rot="2700000">
              <a:off x="3313799" y="2657996"/>
              <a:ext cx="204979" cy="177992"/>
              <a:chOff x="883920" y="396240"/>
              <a:chExt cx="929640" cy="929640"/>
            </a:xfrm>
          </p:grpSpPr>
          <p:sp>
            <p:nvSpPr>
              <p:cNvPr id="222" name="Rectangle 1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23" name="Rectangle 2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48" name="Group 21"/>
            <p:cNvGrpSpPr/>
            <p:nvPr/>
          </p:nvGrpSpPr>
          <p:grpSpPr>
            <a:xfrm rot="2700000">
              <a:off x="3307367" y="3628727"/>
              <a:ext cx="204979" cy="177992"/>
              <a:chOff x="883920" y="396240"/>
              <a:chExt cx="929640" cy="929640"/>
            </a:xfrm>
          </p:grpSpPr>
          <p:sp>
            <p:nvSpPr>
              <p:cNvPr id="220" name="Rectangle 22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21" name="Rectangle 23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51" name="Group 24"/>
            <p:cNvGrpSpPr/>
            <p:nvPr/>
          </p:nvGrpSpPr>
          <p:grpSpPr>
            <a:xfrm rot="2700000">
              <a:off x="3307367" y="4583412"/>
              <a:ext cx="204979" cy="177992"/>
              <a:chOff x="883920" y="396240"/>
              <a:chExt cx="929640" cy="929640"/>
            </a:xfrm>
          </p:grpSpPr>
          <p:sp>
            <p:nvSpPr>
              <p:cNvPr id="218" name="Rectangle 21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19" name="Rectangle 21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56" name="Group 27"/>
            <p:cNvGrpSpPr/>
            <p:nvPr/>
          </p:nvGrpSpPr>
          <p:grpSpPr>
            <a:xfrm rot="2700000">
              <a:off x="4104971" y="1719356"/>
              <a:ext cx="204979" cy="177992"/>
              <a:chOff x="883920" y="396240"/>
              <a:chExt cx="929640" cy="929640"/>
            </a:xfrm>
          </p:grpSpPr>
          <p:sp>
            <p:nvSpPr>
              <p:cNvPr id="216" name="Rectangle 21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17" name="Rectangle 21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57" name="Group 30"/>
            <p:cNvGrpSpPr/>
            <p:nvPr/>
          </p:nvGrpSpPr>
          <p:grpSpPr>
            <a:xfrm rot="2700000">
              <a:off x="4104971" y="2657996"/>
              <a:ext cx="204979" cy="177992"/>
              <a:chOff x="883920" y="396240"/>
              <a:chExt cx="929640" cy="929640"/>
            </a:xfrm>
          </p:grpSpPr>
          <p:sp>
            <p:nvSpPr>
              <p:cNvPr id="214" name="Rectangle 2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15" name="Rectangle 2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58" name="Group 33"/>
            <p:cNvGrpSpPr/>
            <p:nvPr/>
          </p:nvGrpSpPr>
          <p:grpSpPr>
            <a:xfrm rot="2700000">
              <a:off x="4098539" y="3628727"/>
              <a:ext cx="204979" cy="177992"/>
              <a:chOff x="883920" y="396240"/>
              <a:chExt cx="929640" cy="929640"/>
            </a:xfrm>
          </p:grpSpPr>
          <p:sp>
            <p:nvSpPr>
              <p:cNvPr id="212" name="Rectangle 21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13" name="Rectangle 21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59" name="Group 36"/>
            <p:cNvGrpSpPr/>
            <p:nvPr/>
          </p:nvGrpSpPr>
          <p:grpSpPr>
            <a:xfrm rot="2700000">
              <a:off x="4098539" y="4583412"/>
              <a:ext cx="204979" cy="177992"/>
              <a:chOff x="883920" y="396240"/>
              <a:chExt cx="929640" cy="929640"/>
            </a:xfrm>
          </p:grpSpPr>
          <p:sp>
            <p:nvSpPr>
              <p:cNvPr id="210" name="Rectangle 20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11" name="Rectangle 21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60" name="Group 39"/>
            <p:cNvGrpSpPr/>
            <p:nvPr/>
          </p:nvGrpSpPr>
          <p:grpSpPr>
            <a:xfrm rot="2700000">
              <a:off x="4870415" y="1719356"/>
              <a:ext cx="204979" cy="177992"/>
              <a:chOff x="883920" y="396240"/>
              <a:chExt cx="929640" cy="929640"/>
            </a:xfrm>
          </p:grpSpPr>
          <p:sp>
            <p:nvSpPr>
              <p:cNvPr id="208" name="Rectangle 20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09" name="Rectangle 20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62" name="Group 42"/>
            <p:cNvGrpSpPr/>
            <p:nvPr/>
          </p:nvGrpSpPr>
          <p:grpSpPr>
            <a:xfrm rot="2700000">
              <a:off x="4870414" y="2657996"/>
              <a:ext cx="204979" cy="177992"/>
              <a:chOff x="883920" y="396240"/>
              <a:chExt cx="929640" cy="929640"/>
            </a:xfrm>
          </p:grpSpPr>
          <p:sp>
            <p:nvSpPr>
              <p:cNvPr id="206" name="Rectangle 20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07" name="Rectangle 20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63" name="Group 45"/>
            <p:cNvGrpSpPr/>
            <p:nvPr/>
          </p:nvGrpSpPr>
          <p:grpSpPr>
            <a:xfrm rot="2700000">
              <a:off x="4863982" y="3628727"/>
              <a:ext cx="204979" cy="177992"/>
              <a:chOff x="883920" y="396240"/>
              <a:chExt cx="929640" cy="929640"/>
            </a:xfrm>
          </p:grpSpPr>
          <p:sp>
            <p:nvSpPr>
              <p:cNvPr id="204" name="Rectangle 20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05" name="Rectangle 20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64" name="Group 48"/>
            <p:cNvGrpSpPr/>
            <p:nvPr/>
          </p:nvGrpSpPr>
          <p:grpSpPr>
            <a:xfrm rot="2700000">
              <a:off x="4863982" y="4583412"/>
              <a:ext cx="204979" cy="177992"/>
              <a:chOff x="883920" y="396240"/>
              <a:chExt cx="929640" cy="929640"/>
            </a:xfrm>
          </p:grpSpPr>
          <p:sp>
            <p:nvSpPr>
              <p:cNvPr id="202" name="Rectangle 20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03" name="Rectangle 20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65" name="Group 51"/>
            <p:cNvGrpSpPr/>
            <p:nvPr/>
          </p:nvGrpSpPr>
          <p:grpSpPr>
            <a:xfrm rot="2700000">
              <a:off x="5629425" y="1719356"/>
              <a:ext cx="204979" cy="177992"/>
              <a:chOff x="883920" y="396240"/>
              <a:chExt cx="929640" cy="929640"/>
            </a:xfrm>
          </p:grpSpPr>
          <p:sp>
            <p:nvSpPr>
              <p:cNvPr id="200" name="Rectangle 19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01" name="Rectangle 20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66" name="Group 54"/>
            <p:cNvGrpSpPr/>
            <p:nvPr/>
          </p:nvGrpSpPr>
          <p:grpSpPr>
            <a:xfrm rot="2700000">
              <a:off x="5629425" y="2657996"/>
              <a:ext cx="204979" cy="177992"/>
              <a:chOff x="883920" y="396240"/>
              <a:chExt cx="929640" cy="929640"/>
            </a:xfrm>
          </p:grpSpPr>
          <p:sp>
            <p:nvSpPr>
              <p:cNvPr id="198" name="Rectangle 19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99" name="Rectangle 19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67" name="Group 57"/>
            <p:cNvGrpSpPr/>
            <p:nvPr/>
          </p:nvGrpSpPr>
          <p:grpSpPr>
            <a:xfrm rot="2700000">
              <a:off x="5622993" y="3628727"/>
              <a:ext cx="204979" cy="177992"/>
              <a:chOff x="883920" y="396240"/>
              <a:chExt cx="929640" cy="929640"/>
            </a:xfrm>
          </p:grpSpPr>
          <p:sp>
            <p:nvSpPr>
              <p:cNvPr id="196" name="Rectangle 19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97" name="Rectangle 19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68" name="Group 60"/>
            <p:cNvGrpSpPr/>
            <p:nvPr/>
          </p:nvGrpSpPr>
          <p:grpSpPr>
            <a:xfrm rot="2700000">
              <a:off x="5622993" y="4583412"/>
              <a:ext cx="204979" cy="177992"/>
              <a:chOff x="883920" y="396240"/>
              <a:chExt cx="929640" cy="929640"/>
            </a:xfrm>
          </p:grpSpPr>
          <p:sp>
            <p:nvSpPr>
              <p:cNvPr id="194" name="Rectangle 19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95" name="Rectangle 19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69" name="Group 5"/>
            <p:cNvGrpSpPr/>
            <p:nvPr/>
          </p:nvGrpSpPr>
          <p:grpSpPr>
            <a:xfrm rot="2700000">
              <a:off x="1922037" y="1721628"/>
              <a:ext cx="204979" cy="177992"/>
              <a:chOff x="883920" y="396240"/>
              <a:chExt cx="929640" cy="929640"/>
            </a:xfrm>
          </p:grpSpPr>
          <p:sp>
            <p:nvSpPr>
              <p:cNvPr id="192" name="Rectangle 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93" name="Rectangle 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70" name="Group 6"/>
            <p:cNvGrpSpPr/>
            <p:nvPr/>
          </p:nvGrpSpPr>
          <p:grpSpPr>
            <a:xfrm rot="2700000">
              <a:off x="1922037" y="2660268"/>
              <a:ext cx="204979" cy="177992"/>
              <a:chOff x="883920" y="396240"/>
              <a:chExt cx="929640" cy="929640"/>
            </a:xfrm>
          </p:grpSpPr>
          <p:sp>
            <p:nvSpPr>
              <p:cNvPr id="190" name="Rectangle 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91" name="Rectangle 8"/>
              <p:cNvSpPr/>
              <p:nvPr/>
            </p:nvSpPr>
            <p:spPr>
              <a:xfrm rot="16200000">
                <a:off x="883921" y="822959"/>
                <a:ext cx="929640" cy="7620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71" name="Group 9"/>
            <p:cNvGrpSpPr/>
            <p:nvPr/>
          </p:nvGrpSpPr>
          <p:grpSpPr>
            <a:xfrm rot="2700000">
              <a:off x="1915605" y="3630999"/>
              <a:ext cx="204979" cy="177992"/>
              <a:chOff x="883920" y="396240"/>
              <a:chExt cx="929640" cy="929640"/>
            </a:xfrm>
          </p:grpSpPr>
          <p:sp>
            <p:nvSpPr>
              <p:cNvPr id="188" name="Rectangle 1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89" name="Rectangle 1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72" name="Group 12"/>
            <p:cNvGrpSpPr/>
            <p:nvPr/>
          </p:nvGrpSpPr>
          <p:grpSpPr>
            <a:xfrm rot="2700000">
              <a:off x="1915605" y="4585684"/>
              <a:ext cx="204979" cy="177992"/>
              <a:chOff x="883920" y="396240"/>
              <a:chExt cx="929640" cy="929640"/>
            </a:xfrm>
          </p:grpSpPr>
          <p:sp>
            <p:nvSpPr>
              <p:cNvPr id="186" name="Rectangle 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87" name="Rectangle 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</p:grpSp>
      <p:sp>
        <p:nvSpPr>
          <p:cNvPr id="161" name="Right Arrow 160"/>
          <p:cNvSpPr/>
          <p:nvPr/>
        </p:nvSpPr>
        <p:spPr>
          <a:xfrm flipH="1">
            <a:off x="3013816" y="4393921"/>
            <a:ext cx="476144" cy="413994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1" name="TextBox 240"/>
          <p:cNvSpPr txBox="1"/>
          <p:nvPr/>
        </p:nvSpPr>
        <p:spPr>
          <a:xfrm>
            <a:off x="2686050" y="4133850"/>
            <a:ext cx="367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V</a:t>
            </a:r>
          </a:p>
        </p:txBody>
      </p:sp>
      <p:sp>
        <p:nvSpPr>
          <p:cNvPr id="246" name="Down Arrow 245"/>
          <p:cNvSpPr/>
          <p:nvPr/>
        </p:nvSpPr>
        <p:spPr>
          <a:xfrm flipV="1">
            <a:off x="3824288" y="3943335"/>
            <a:ext cx="171450" cy="523876"/>
          </a:xfrm>
          <a:prstGeom prst="downArrow">
            <a:avLst>
              <a:gd name="adj1" fmla="val 28571"/>
              <a:gd name="adj2" fmla="val 11201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TextBox 246"/>
          <p:cNvSpPr txBox="1"/>
          <p:nvPr/>
        </p:nvSpPr>
        <p:spPr>
          <a:xfrm>
            <a:off x="3990975" y="3719498"/>
            <a:ext cx="79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F</a:t>
            </a:r>
            <a:r>
              <a:rPr lang="en-US" sz="2400" b="1" i="1" dirty="0">
                <a:solidFill>
                  <a:srgbClr val="00B050"/>
                </a:solidFill>
              </a:rPr>
              <a:t>=</a:t>
            </a:r>
            <a:r>
              <a:rPr lang="en-US" sz="2400" b="1" i="1" dirty="0" err="1">
                <a:solidFill>
                  <a:srgbClr val="00B050"/>
                </a:solidFill>
              </a:rPr>
              <a:t>q</a:t>
            </a:r>
            <a:r>
              <a:rPr lang="en-US" sz="2400" b="1" dirty="0" err="1">
                <a:solidFill>
                  <a:srgbClr val="00B050"/>
                </a:solidFill>
                <a:sym typeface="Symbol"/>
              </a:rPr>
              <a:t>E</a:t>
            </a:r>
            <a:endParaRPr lang="en-US" sz="2400" b="1" dirty="0">
              <a:solidFill>
                <a:srgbClr val="00B050"/>
              </a:solidFill>
            </a:endParaRPr>
          </a:p>
        </p:txBody>
      </p:sp>
      <p:grpSp>
        <p:nvGrpSpPr>
          <p:cNvPr id="274" name="Group 40"/>
          <p:cNvGrpSpPr/>
          <p:nvPr/>
        </p:nvGrpSpPr>
        <p:grpSpPr>
          <a:xfrm>
            <a:off x="3806665" y="4462463"/>
            <a:ext cx="208122" cy="209550"/>
            <a:chOff x="7117080" y="2259330"/>
            <a:chExt cx="289560" cy="304800"/>
          </a:xfrm>
        </p:grpSpPr>
        <p:sp>
          <p:nvSpPr>
            <p:cNvPr id="249" name="Oval 248"/>
            <p:cNvSpPr/>
            <p:nvPr/>
          </p:nvSpPr>
          <p:spPr>
            <a:xfrm>
              <a:off x="7117080" y="2259330"/>
              <a:ext cx="289560" cy="304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0" name="Cross 249"/>
            <p:cNvSpPr/>
            <p:nvPr/>
          </p:nvSpPr>
          <p:spPr>
            <a:xfrm>
              <a:off x="7157323" y="2298859"/>
              <a:ext cx="209074" cy="225742"/>
            </a:xfrm>
            <a:prstGeom prst="plus">
              <a:avLst>
                <a:gd name="adj" fmla="val 3640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5" name="Group 259"/>
          <p:cNvGrpSpPr/>
          <p:nvPr/>
        </p:nvGrpSpPr>
        <p:grpSpPr>
          <a:xfrm>
            <a:off x="3581400" y="3352800"/>
            <a:ext cx="2758440" cy="1813560"/>
            <a:chOff x="1813560" y="655320"/>
            <a:chExt cx="5486400" cy="4511040"/>
          </a:xfrm>
        </p:grpSpPr>
        <p:cxnSp>
          <p:nvCxnSpPr>
            <p:cNvPr id="252" name="Straight Arrow Connector 251"/>
            <p:cNvCxnSpPr/>
            <p:nvPr/>
          </p:nvCxnSpPr>
          <p:spPr>
            <a:xfrm flipV="1">
              <a:off x="1813560" y="670560"/>
              <a:ext cx="0" cy="4495800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Arrow Connector 252"/>
            <p:cNvCxnSpPr/>
            <p:nvPr/>
          </p:nvCxnSpPr>
          <p:spPr>
            <a:xfrm flipV="1">
              <a:off x="5471160" y="655320"/>
              <a:ext cx="0" cy="4495800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Arrow Connector 253"/>
            <p:cNvCxnSpPr/>
            <p:nvPr/>
          </p:nvCxnSpPr>
          <p:spPr>
            <a:xfrm flipV="1">
              <a:off x="3642360" y="670560"/>
              <a:ext cx="0" cy="4495800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Arrow Connector 254"/>
            <p:cNvCxnSpPr/>
            <p:nvPr/>
          </p:nvCxnSpPr>
          <p:spPr>
            <a:xfrm flipV="1">
              <a:off x="7299960" y="655320"/>
              <a:ext cx="0" cy="4495800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1" name="TextBox 260"/>
          <p:cNvSpPr txBox="1"/>
          <p:nvPr/>
        </p:nvSpPr>
        <p:spPr>
          <a:xfrm>
            <a:off x="6485572" y="3479482"/>
            <a:ext cx="13311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E</a:t>
            </a:r>
            <a:r>
              <a:rPr lang="en-US" sz="2400" b="1" i="1" dirty="0">
                <a:solidFill>
                  <a:srgbClr val="FF0000"/>
                </a:solidFill>
              </a:rPr>
              <a:t>=V</a:t>
            </a:r>
            <a:r>
              <a:rPr lang="en-US" sz="2400" b="1" i="1" baseline="-25000" dirty="0">
                <a:solidFill>
                  <a:srgbClr val="FF0000"/>
                </a:solidFill>
              </a:rPr>
              <a:t>S’S</a:t>
            </a:r>
            <a:r>
              <a:rPr lang="en-US" sz="2400" b="1" dirty="0">
                <a:solidFill>
                  <a:srgbClr val="FF0000"/>
                </a:solidFill>
                <a:sym typeface="Symbol"/>
              </a:rPr>
              <a:t></a:t>
            </a:r>
            <a:r>
              <a:rPr lang="en-US" sz="2400" b="1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845181" y="3401235"/>
            <a:ext cx="32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1"/>
                </a:solidFill>
              </a:rPr>
              <a:t>B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Rounded Rectangle 241"/>
          <p:cNvSpPr/>
          <p:nvPr/>
        </p:nvSpPr>
        <p:spPr>
          <a:xfrm>
            <a:off x="2234566" y="3848420"/>
            <a:ext cx="1804366" cy="141629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3" name="Rounded Rectangle 242"/>
          <p:cNvSpPr/>
          <p:nvPr/>
        </p:nvSpPr>
        <p:spPr>
          <a:xfrm>
            <a:off x="2479406" y="4036826"/>
            <a:ext cx="1294399" cy="101332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/>
          <p:cNvSpPr/>
          <p:nvPr/>
        </p:nvSpPr>
        <p:spPr>
          <a:xfrm>
            <a:off x="2225041" y="733745"/>
            <a:ext cx="1804366" cy="141629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469881" y="922151"/>
            <a:ext cx="1294399" cy="101332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3503111" y="319023"/>
            <a:ext cx="2775770" cy="2195578"/>
            <a:chOff x="1929099" y="1705862"/>
            <a:chExt cx="3891812" cy="3071307"/>
          </a:xfrm>
        </p:grpSpPr>
        <p:grpSp>
          <p:nvGrpSpPr>
            <p:cNvPr id="8" name="Group 5"/>
            <p:cNvGrpSpPr/>
            <p:nvPr/>
          </p:nvGrpSpPr>
          <p:grpSpPr>
            <a:xfrm rot="2700000">
              <a:off x="2561221" y="1719356"/>
              <a:ext cx="204979" cy="177992"/>
              <a:chOff x="883920" y="396240"/>
              <a:chExt cx="929640" cy="929640"/>
            </a:xfrm>
          </p:grpSpPr>
          <p:sp>
            <p:nvSpPr>
              <p:cNvPr id="78" name="Rectangle 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9" name="Rectangle 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9" name="Group 6"/>
            <p:cNvGrpSpPr/>
            <p:nvPr/>
          </p:nvGrpSpPr>
          <p:grpSpPr>
            <a:xfrm rot="2700000">
              <a:off x="2561221" y="2657996"/>
              <a:ext cx="204979" cy="177992"/>
              <a:chOff x="883920" y="396240"/>
              <a:chExt cx="929640" cy="929640"/>
            </a:xfrm>
          </p:grpSpPr>
          <p:sp>
            <p:nvSpPr>
              <p:cNvPr id="76" name="Rectangle 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7" name="Rectangle 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 rot="2700000">
              <a:off x="2554789" y="3628727"/>
              <a:ext cx="204979" cy="177992"/>
              <a:chOff x="883920" y="396240"/>
              <a:chExt cx="929640" cy="929640"/>
            </a:xfrm>
          </p:grpSpPr>
          <p:sp>
            <p:nvSpPr>
              <p:cNvPr id="74" name="Rectangle 1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5" name="Rectangle 1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1" name="Group 12"/>
            <p:cNvGrpSpPr/>
            <p:nvPr/>
          </p:nvGrpSpPr>
          <p:grpSpPr>
            <a:xfrm rot="2700000">
              <a:off x="2554789" y="4583412"/>
              <a:ext cx="204979" cy="177992"/>
              <a:chOff x="883920" y="396240"/>
              <a:chExt cx="929640" cy="929640"/>
            </a:xfrm>
          </p:grpSpPr>
          <p:sp>
            <p:nvSpPr>
              <p:cNvPr id="72" name="Rectangle 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3" name="Rectangle 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2" name="Group 15"/>
            <p:cNvGrpSpPr/>
            <p:nvPr/>
          </p:nvGrpSpPr>
          <p:grpSpPr>
            <a:xfrm rot="2700000">
              <a:off x="3313799" y="1719356"/>
              <a:ext cx="204979" cy="177992"/>
              <a:chOff x="883920" y="396240"/>
              <a:chExt cx="929640" cy="929640"/>
            </a:xfrm>
          </p:grpSpPr>
          <p:sp>
            <p:nvSpPr>
              <p:cNvPr id="70" name="Rectangle 16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71" name="Rectangle 17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3" name="Group 18"/>
            <p:cNvGrpSpPr/>
            <p:nvPr/>
          </p:nvGrpSpPr>
          <p:grpSpPr>
            <a:xfrm rot="2700000">
              <a:off x="3313799" y="2657996"/>
              <a:ext cx="204979" cy="177992"/>
              <a:chOff x="883920" y="396240"/>
              <a:chExt cx="929640" cy="929640"/>
            </a:xfrm>
          </p:grpSpPr>
          <p:sp>
            <p:nvSpPr>
              <p:cNvPr id="68" name="Rectangle 1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69" name="Rectangle 2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4" name="Group 21"/>
            <p:cNvGrpSpPr/>
            <p:nvPr/>
          </p:nvGrpSpPr>
          <p:grpSpPr>
            <a:xfrm rot="2700000">
              <a:off x="3307367" y="3628727"/>
              <a:ext cx="204979" cy="177992"/>
              <a:chOff x="883920" y="396240"/>
              <a:chExt cx="929640" cy="929640"/>
            </a:xfrm>
          </p:grpSpPr>
          <p:sp>
            <p:nvSpPr>
              <p:cNvPr id="66" name="Rectangle 22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67" name="Rectangle 23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5" name="Group 24"/>
            <p:cNvGrpSpPr/>
            <p:nvPr/>
          </p:nvGrpSpPr>
          <p:grpSpPr>
            <a:xfrm rot="2700000">
              <a:off x="3307367" y="4583412"/>
              <a:ext cx="204979" cy="177992"/>
              <a:chOff x="883920" y="396240"/>
              <a:chExt cx="929640" cy="92964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65" name="Rectangle 6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6" name="Group 27"/>
            <p:cNvGrpSpPr/>
            <p:nvPr/>
          </p:nvGrpSpPr>
          <p:grpSpPr>
            <a:xfrm rot="2700000">
              <a:off x="4104971" y="1719356"/>
              <a:ext cx="204979" cy="177992"/>
              <a:chOff x="883920" y="396240"/>
              <a:chExt cx="929640" cy="929640"/>
            </a:xfrm>
          </p:grpSpPr>
          <p:sp>
            <p:nvSpPr>
              <p:cNvPr id="62" name="Rectangle 6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63" name="Rectangle 6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7" name="Group 30"/>
            <p:cNvGrpSpPr/>
            <p:nvPr/>
          </p:nvGrpSpPr>
          <p:grpSpPr>
            <a:xfrm rot="2700000">
              <a:off x="4104971" y="2657996"/>
              <a:ext cx="204979" cy="177992"/>
              <a:chOff x="883920" y="396240"/>
              <a:chExt cx="929640" cy="929640"/>
            </a:xfrm>
          </p:grpSpPr>
          <p:sp>
            <p:nvSpPr>
              <p:cNvPr id="60" name="Rectangle 5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61" name="Rectangle 6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8" name="Group 33"/>
            <p:cNvGrpSpPr/>
            <p:nvPr/>
          </p:nvGrpSpPr>
          <p:grpSpPr>
            <a:xfrm rot="2700000">
              <a:off x="4098539" y="3628727"/>
              <a:ext cx="204979" cy="177992"/>
              <a:chOff x="883920" y="396240"/>
              <a:chExt cx="929640" cy="929640"/>
            </a:xfrm>
          </p:grpSpPr>
          <p:sp>
            <p:nvSpPr>
              <p:cNvPr id="58" name="Rectangle 5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9" name="Rectangle 5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9" name="Group 36"/>
            <p:cNvGrpSpPr/>
            <p:nvPr/>
          </p:nvGrpSpPr>
          <p:grpSpPr>
            <a:xfrm rot="2700000">
              <a:off x="4098539" y="4583412"/>
              <a:ext cx="204979" cy="177992"/>
              <a:chOff x="883920" y="396240"/>
              <a:chExt cx="929640" cy="929640"/>
            </a:xfrm>
          </p:grpSpPr>
          <p:sp>
            <p:nvSpPr>
              <p:cNvPr id="56" name="Rectangle 5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7" name="Rectangle 5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0" name="Group 39"/>
            <p:cNvGrpSpPr/>
            <p:nvPr/>
          </p:nvGrpSpPr>
          <p:grpSpPr>
            <a:xfrm rot="2700000">
              <a:off x="4870415" y="1719356"/>
              <a:ext cx="204979" cy="177992"/>
              <a:chOff x="883920" y="396240"/>
              <a:chExt cx="929640" cy="929640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5" name="Rectangle 5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1" name="Group 42"/>
            <p:cNvGrpSpPr/>
            <p:nvPr/>
          </p:nvGrpSpPr>
          <p:grpSpPr>
            <a:xfrm rot="2700000">
              <a:off x="4870414" y="2657996"/>
              <a:ext cx="204979" cy="177992"/>
              <a:chOff x="883920" y="396240"/>
              <a:chExt cx="929640" cy="92964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3" name="Rectangle 5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2" name="Group 45"/>
            <p:cNvGrpSpPr/>
            <p:nvPr/>
          </p:nvGrpSpPr>
          <p:grpSpPr>
            <a:xfrm rot="2700000">
              <a:off x="4863982" y="3628727"/>
              <a:ext cx="204979" cy="177992"/>
              <a:chOff x="883920" y="396240"/>
              <a:chExt cx="929640" cy="929640"/>
            </a:xfrm>
          </p:grpSpPr>
          <p:sp>
            <p:nvSpPr>
              <p:cNvPr id="50" name="Rectangle 4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51" name="Rectangle 5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3" name="Group 48"/>
            <p:cNvGrpSpPr/>
            <p:nvPr/>
          </p:nvGrpSpPr>
          <p:grpSpPr>
            <a:xfrm rot="2700000">
              <a:off x="4863982" y="4583412"/>
              <a:ext cx="204979" cy="177992"/>
              <a:chOff x="883920" y="396240"/>
              <a:chExt cx="929640" cy="929640"/>
            </a:xfrm>
          </p:grpSpPr>
          <p:sp>
            <p:nvSpPr>
              <p:cNvPr id="48" name="Rectangle 4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49" name="Rectangle 4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4" name="Group 51"/>
            <p:cNvGrpSpPr/>
            <p:nvPr/>
          </p:nvGrpSpPr>
          <p:grpSpPr>
            <a:xfrm rot="2700000">
              <a:off x="5629425" y="1719356"/>
              <a:ext cx="204979" cy="177992"/>
              <a:chOff x="883920" y="396240"/>
              <a:chExt cx="929640" cy="929640"/>
            </a:xfrm>
          </p:grpSpPr>
          <p:sp>
            <p:nvSpPr>
              <p:cNvPr id="46" name="Rectangle 4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47" name="Rectangle 4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5" name="Group 54"/>
            <p:cNvGrpSpPr/>
            <p:nvPr/>
          </p:nvGrpSpPr>
          <p:grpSpPr>
            <a:xfrm rot="2700000">
              <a:off x="5629425" y="2657996"/>
              <a:ext cx="204979" cy="177992"/>
              <a:chOff x="883920" y="396240"/>
              <a:chExt cx="929640" cy="929640"/>
            </a:xfrm>
          </p:grpSpPr>
          <p:sp>
            <p:nvSpPr>
              <p:cNvPr id="44" name="Rectangle 4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45" name="Rectangle 4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6" name="Group 57"/>
            <p:cNvGrpSpPr/>
            <p:nvPr/>
          </p:nvGrpSpPr>
          <p:grpSpPr>
            <a:xfrm rot="2700000">
              <a:off x="5622993" y="3628727"/>
              <a:ext cx="204979" cy="177992"/>
              <a:chOff x="883920" y="396240"/>
              <a:chExt cx="929640" cy="929640"/>
            </a:xfrm>
          </p:grpSpPr>
          <p:sp>
            <p:nvSpPr>
              <p:cNvPr id="42" name="Rectangle 4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43" name="Rectangle 4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7" name="Group 60"/>
            <p:cNvGrpSpPr/>
            <p:nvPr/>
          </p:nvGrpSpPr>
          <p:grpSpPr>
            <a:xfrm rot="2700000">
              <a:off x="5622993" y="4583412"/>
              <a:ext cx="204979" cy="177992"/>
              <a:chOff x="883920" y="396240"/>
              <a:chExt cx="929640" cy="929640"/>
            </a:xfrm>
          </p:grpSpPr>
          <p:sp>
            <p:nvSpPr>
              <p:cNvPr id="40" name="Rectangle 3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41" name="Rectangle 4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8" name="Group 5"/>
            <p:cNvGrpSpPr/>
            <p:nvPr/>
          </p:nvGrpSpPr>
          <p:grpSpPr>
            <a:xfrm rot="2700000">
              <a:off x="1922037" y="1721628"/>
              <a:ext cx="204979" cy="177992"/>
              <a:chOff x="883920" y="396240"/>
              <a:chExt cx="929640" cy="929640"/>
            </a:xfrm>
          </p:grpSpPr>
          <p:sp>
            <p:nvSpPr>
              <p:cNvPr id="38" name="Rectangle 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39" name="Rectangle 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29" name="Group 6"/>
            <p:cNvGrpSpPr/>
            <p:nvPr/>
          </p:nvGrpSpPr>
          <p:grpSpPr>
            <a:xfrm rot="2700000">
              <a:off x="1922037" y="2660268"/>
              <a:ext cx="204979" cy="177992"/>
              <a:chOff x="883920" y="396240"/>
              <a:chExt cx="929640" cy="929640"/>
            </a:xfrm>
          </p:grpSpPr>
          <p:sp>
            <p:nvSpPr>
              <p:cNvPr id="36" name="Rectangle 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37" name="Rectangle 8"/>
              <p:cNvSpPr/>
              <p:nvPr/>
            </p:nvSpPr>
            <p:spPr>
              <a:xfrm rot="16200000">
                <a:off x="883921" y="822959"/>
                <a:ext cx="929640" cy="7620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30" name="Group 9"/>
            <p:cNvGrpSpPr/>
            <p:nvPr/>
          </p:nvGrpSpPr>
          <p:grpSpPr>
            <a:xfrm rot="2700000">
              <a:off x="1915605" y="3630999"/>
              <a:ext cx="204979" cy="177992"/>
              <a:chOff x="883920" y="396240"/>
              <a:chExt cx="929640" cy="929640"/>
            </a:xfrm>
          </p:grpSpPr>
          <p:sp>
            <p:nvSpPr>
              <p:cNvPr id="34" name="Rectangle 1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35" name="Rectangle 1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31" name="Group 12"/>
            <p:cNvGrpSpPr/>
            <p:nvPr/>
          </p:nvGrpSpPr>
          <p:grpSpPr>
            <a:xfrm rot="2700000">
              <a:off x="1915605" y="4585684"/>
              <a:ext cx="204979" cy="177992"/>
              <a:chOff x="883920" y="396240"/>
              <a:chExt cx="929640" cy="929640"/>
            </a:xfrm>
          </p:grpSpPr>
          <p:sp>
            <p:nvSpPr>
              <p:cNvPr id="32" name="Rectangle 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33" name="Rectangle 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</p:grpSp>
      <p:sp>
        <p:nvSpPr>
          <p:cNvPr id="80" name="Right Arrow 79"/>
          <p:cNvSpPr/>
          <p:nvPr/>
        </p:nvSpPr>
        <p:spPr>
          <a:xfrm>
            <a:off x="4235931" y="1224001"/>
            <a:ext cx="500005" cy="413994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0" name="Group 6"/>
          <p:cNvGrpSpPr/>
          <p:nvPr/>
        </p:nvGrpSpPr>
        <p:grpSpPr>
          <a:xfrm>
            <a:off x="3533591" y="3443223"/>
            <a:ext cx="2775770" cy="2195578"/>
            <a:chOff x="1929099" y="1705862"/>
            <a:chExt cx="3891812" cy="3071307"/>
          </a:xfrm>
        </p:grpSpPr>
        <p:grpSp>
          <p:nvGrpSpPr>
            <p:cNvPr id="162" name="Group 161"/>
            <p:cNvGrpSpPr/>
            <p:nvPr/>
          </p:nvGrpSpPr>
          <p:grpSpPr>
            <a:xfrm rot="2700000">
              <a:off x="2561221" y="1719356"/>
              <a:ext cx="204979" cy="177992"/>
              <a:chOff x="883920" y="396240"/>
              <a:chExt cx="929640" cy="929640"/>
            </a:xfrm>
          </p:grpSpPr>
          <p:sp>
            <p:nvSpPr>
              <p:cNvPr id="232" name="Rectangle 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33" name="Rectangle 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63" name="Group 162"/>
            <p:cNvGrpSpPr/>
            <p:nvPr/>
          </p:nvGrpSpPr>
          <p:grpSpPr>
            <a:xfrm rot="2700000">
              <a:off x="2561221" y="2657996"/>
              <a:ext cx="204979" cy="177992"/>
              <a:chOff x="883920" y="396240"/>
              <a:chExt cx="929640" cy="929640"/>
            </a:xfrm>
          </p:grpSpPr>
          <p:sp>
            <p:nvSpPr>
              <p:cNvPr id="230" name="Rectangle 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31" name="Rectangle 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64" name="Group 9"/>
            <p:cNvGrpSpPr/>
            <p:nvPr/>
          </p:nvGrpSpPr>
          <p:grpSpPr>
            <a:xfrm rot="2700000">
              <a:off x="2554789" y="3628727"/>
              <a:ext cx="204979" cy="177992"/>
              <a:chOff x="883920" y="396240"/>
              <a:chExt cx="929640" cy="929640"/>
            </a:xfrm>
          </p:grpSpPr>
          <p:sp>
            <p:nvSpPr>
              <p:cNvPr id="228" name="Rectangle 1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29" name="Rectangle 1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65" name="Group 12"/>
            <p:cNvGrpSpPr/>
            <p:nvPr/>
          </p:nvGrpSpPr>
          <p:grpSpPr>
            <a:xfrm rot="2700000">
              <a:off x="2554789" y="4583412"/>
              <a:ext cx="204979" cy="177992"/>
              <a:chOff x="883920" y="396240"/>
              <a:chExt cx="929640" cy="929640"/>
            </a:xfrm>
          </p:grpSpPr>
          <p:sp>
            <p:nvSpPr>
              <p:cNvPr id="226" name="Rectangle 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27" name="Rectangle 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66" name="Group 15"/>
            <p:cNvGrpSpPr/>
            <p:nvPr/>
          </p:nvGrpSpPr>
          <p:grpSpPr>
            <a:xfrm rot="2700000">
              <a:off x="3313799" y="1719356"/>
              <a:ext cx="204979" cy="177992"/>
              <a:chOff x="883920" y="396240"/>
              <a:chExt cx="929640" cy="929640"/>
            </a:xfrm>
          </p:grpSpPr>
          <p:sp>
            <p:nvSpPr>
              <p:cNvPr id="224" name="Rectangle 16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25" name="Rectangle 17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67" name="Group 18"/>
            <p:cNvGrpSpPr/>
            <p:nvPr/>
          </p:nvGrpSpPr>
          <p:grpSpPr>
            <a:xfrm rot="2700000">
              <a:off x="3313799" y="2657996"/>
              <a:ext cx="204979" cy="177992"/>
              <a:chOff x="883920" y="396240"/>
              <a:chExt cx="929640" cy="929640"/>
            </a:xfrm>
          </p:grpSpPr>
          <p:sp>
            <p:nvSpPr>
              <p:cNvPr id="222" name="Rectangle 1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23" name="Rectangle 2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68" name="Group 21"/>
            <p:cNvGrpSpPr/>
            <p:nvPr/>
          </p:nvGrpSpPr>
          <p:grpSpPr>
            <a:xfrm rot="2700000">
              <a:off x="3307367" y="3628727"/>
              <a:ext cx="204979" cy="177992"/>
              <a:chOff x="883920" y="396240"/>
              <a:chExt cx="929640" cy="929640"/>
            </a:xfrm>
          </p:grpSpPr>
          <p:sp>
            <p:nvSpPr>
              <p:cNvPr id="220" name="Rectangle 22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21" name="Rectangle 23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69" name="Group 24"/>
            <p:cNvGrpSpPr/>
            <p:nvPr/>
          </p:nvGrpSpPr>
          <p:grpSpPr>
            <a:xfrm rot="2700000">
              <a:off x="3307367" y="4583412"/>
              <a:ext cx="204979" cy="177992"/>
              <a:chOff x="883920" y="396240"/>
              <a:chExt cx="929640" cy="929640"/>
            </a:xfrm>
          </p:grpSpPr>
          <p:sp>
            <p:nvSpPr>
              <p:cNvPr id="218" name="Rectangle 21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19" name="Rectangle 21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70" name="Group 27"/>
            <p:cNvGrpSpPr/>
            <p:nvPr/>
          </p:nvGrpSpPr>
          <p:grpSpPr>
            <a:xfrm rot="2700000">
              <a:off x="4104971" y="1719356"/>
              <a:ext cx="204979" cy="177992"/>
              <a:chOff x="883920" y="396240"/>
              <a:chExt cx="929640" cy="929640"/>
            </a:xfrm>
          </p:grpSpPr>
          <p:sp>
            <p:nvSpPr>
              <p:cNvPr id="216" name="Rectangle 21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17" name="Rectangle 21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71" name="Group 30"/>
            <p:cNvGrpSpPr/>
            <p:nvPr/>
          </p:nvGrpSpPr>
          <p:grpSpPr>
            <a:xfrm rot="2700000">
              <a:off x="4104971" y="2657996"/>
              <a:ext cx="204979" cy="177992"/>
              <a:chOff x="883920" y="396240"/>
              <a:chExt cx="929640" cy="929640"/>
            </a:xfrm>
          </p:grpSpPr>
          <p:sp>
            <p:nvSpPr>
              <p:cNvPr id="214" name="Rectangle 2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15" name="Rectangle 2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72" name="Group 33"/>
            <p:cNvGrpSpPr/>
            <p:nvPr/>
          </p:nvGrpSpPr>
          <p:grpSpPr>
            <a:xfrm rot="2700000">
              <a:off x="4098539" y="3628727"/>
              <a:ext cx="204979" cy="177992"/>
              <a:chOff x="883920" y="396240"/>
              <a:chExt cx="929640" cy="929640"/>
            </a:xfrm>
          </p:grpSpPr>
          <p:sp>
            <p:nvSpPr>
              <p:cNvPr id="212" name="Rectangle 21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13" name="Rectangle 21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73" name="Group 36"/>
            <p:cNvGrpSpPr/>
            <p:nvPr/>
          </p:nvGrpSpPr>
          <p:grpSpPr>
            <a:xfrm rot="2700000">
              <a:off x="4098539" y="4583412"/>
              <a:ext cx="204979" cy="177992"/>
              <a:chOff x="883920" y="396240"/>
              <a:chExt cx="929640" cy="929640"/>
            </a:xfrm>
          </p:grpSpPr>
          <p:sp>
            <p:nvSpPr>
              <p:cNvPr id="210" name="Rectangle 20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11" name="Rectangle 21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74" name="Group 39"/>
            <p:cNvGrpSpPr/>
            <p:nvPr/>
          </p:nvGrpSpPr>
          <p:grpSpPr>
            <a:xfrm rot="2700000">
              <a:off x="4870415" y="1719356"/>
              <a:ext cx="204979" cy="177992"/>
              <a:chOff x="883920" y="396240"/>
              <a:chExt cx="929640" cy="929640"/>
            </a:xfrm>
          </p:grpSpPr>
          <p:sp>
            <p:nvSpPr>
              <p:cNvPr id="208" name="Rectangle 20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09" name="Rectangle 20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75" name="Group 42"/>
            <p:cNvGrpSpPr/>
            <p:nvPr/>
          </p:nvGrpSpPr>
          <p:grpSpPr>
            <a:xfrm rot="2700000">
              <a:off x="4870414" y="2657996"/>
              <a:ext cx="204979" cy="177992"/>
              <a:chOff x="883920" y="396240"/>
              <a:chExt cx="929640" cy="929640"/>
            </a:xfrm>
          </p:grpSpPr>
          <p:sp>
            <p:nvSpPr>
              <p:cNvPr id="206" name="Rectangle 20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07" name="Rectangle 20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76" name="Group 45"/>
            <p:cNvGrpSpPr/>
            <p:nvPr/>
          </p:nvGrpSpPr>
          <p:grpSpPr>
            <a:xfrm rot="2700000">
              <a:off x="4863982" y="3628727"/>
              <a:ext cx="204979" cy="177992"/>
              <a:chOff x="883920" y="396240"/>
              <a:chExt cx="929640" cy="929640"/>
            </a:xfrm>
          </p:grpSpPr>
          <p:sp>
            <p:nvSpPr>
              <p:cNvPr id="204" name="Rectangle 20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05" name="Rectangle 20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77" name="Group 48"/>
            <p:cNvGrpSpPr/>
            <p:nvPr/>
          </p:nvGrpSpPr>
          <p:grpSpPr>
            <a:xfrm rot="2700000">
              <a:off x="4863982" y="4583412"/>
              <a:ext cx="204979" cy="177992"/>
              <a:chOff x="883920" y="396240"/>
              <a:chExt cx="929640" cy="929640"/>
            </a:xfrm>
          </p:grpSpPr>
          <p:sp>
            <p:nvSpPr>
              <p:cNvPr id="202" name="Rectangle 201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03" name="Rectangle 202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78" name="Group 51"/>
            <p:cNvGrpSpPr/>
            <p:nvPr/>
          </p:nvGrpSpPr>
          <p:grpSpPr>
            <a:xfrm rot="2700000">
              <a:off x="5629425" y="1719356"/>
              <a:ext cx="204979" cy="177992"/>
              <a:chOff x="883920" y="396240"/>
              <a:chExt cx="929640" cy="929640"/>
            </a:xfrm>
          </p:grpSpPr>
          <p:sp>
            <p:nvSpPr>
              <p:cNvPr id="200" name="Rectangle 199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201" name="Rectangle 200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79" name="Group 54"/>
            <p:cNvGrpSpPr/>
            <p:nvPr/>
          </p:nvGrpSpPr>
          <p:grpSpPr>
            <a:xfrm rot="2700000">
              <a:off x="5629425" y="2657996"/>
              <a:ext cx="204979" cy="177992"/>
              <a:chOff x="883920" y="396240"/>
              <a:chExt cx="929640" cy="929640"/>
            </a:xfrm>
          </p:grpSpPr>
          <p:sp>
            <p:nvSpPr>
              <p:cNvPr id="198" name="Rectangle 19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99" name="Rectangle 198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80" name="Group 57"/>
            <p:cNvGrpSpPr/>
            <p:nvPr/>
          </p:nvGrpSpPr>
          <p:grpSpPr>
            <a:xfrm rot="2700000">
              <a:off x="5622993" y="3628727"/>
              <a:ext cx="204979" cy="177992"/>
              <a:chOff x="883920" y="396240"/>
              <a:chExt cx="929640" cy="929640"/>
            </a:xfrm>
          </p:grpSpPr>
          <p:sp>
            <p:nvSpPr>
              <p:cNvPr id="196" name="Rectangle 195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97" name="Rectangle 196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81" name="Group 60"/>
            <p:cNvGrpSpPr/>
            <p:nvPr/>
          </p:nvGrpSpPr>
          <p:grpSpPr>
            <a:xfrm rot="2700000">
              <a:off x="5622993" y="4583412"/>
              <a:ext cx="204979" cy="177992"/>
              <a:chOff x="883920" y="396240"/>
              <a:chExt cx="929640" cy="929640"/>
            </a:xfrm>
          </p:grpSpPr>
          <p:sp>
            <p:nvSpPr>
              <p:cNvPr id="194" name="Rectangle 19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95" name="Rectangle 19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82" name="Group 5"/>
            <p:cNvGrpSpPr/>
            <p:nvPr/>
          </p:nvGrpSpPr>
          <p:grpSpPr>
            <a:xfrm rot="2700000">
              <a:off x="1922037" y="1721628"/>
              <a:ext cx="204979" cy="177992"/>
              <a:chOff x="883920" y="396240"/>
              <a:chExt cx="929640" cy="929640"/>
            </a:xfrm>
          </p:grpSpPr>
          <p:sp>
            <p:nvSpPr>
              <p:cNvPr id="192" name="Rectangle 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93" name="Rectangle 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83" name="Group 6"/>
            <p:cNvGrpSpPr/>
            <p:nvPr/>
          </p:nvGrpSpPr>
          <p:grpSpPr>
            <a:xfrm rot="2700000">
              <a:off x="1922037" y="2660268"/>
              <a:ext cx="204979" cy="177992"/>
              <a:chOff x="883920" y="396240"/>
              <a:chExt cx="929640" cy="929640"/>
            </a:xfrm>
          </p:grpSpPr>
          <p:sp>
            <p:nvSpPr>
              <p:cNvPr id="190" name="Rectangle 7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91" name="Rectangle 8"/>
              <p:cNvSpPr/>
              <p:nvPr/>
            </p:nvSpPr>
            <p:spPr>
              <a:xfrm rot="16200000">
                <a:off x="883921" y="822959"/>
                <a:ext cx="929640" cy="7620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84" name="Group 9"/>
            <p:cNvGrpSpPr/>
            <p:nvPr/>
          </p:nvGrpSpPr>
          <p:grpSpPr>
            <a:xfrm rot="2700000">
              <a:off x="1915605" y="3630999"/>
              <a:ext cx="204979" cy="177992"/>
              <a:chOff x="883920" y="396240"/>
              <a:chExt cx="929640" cy="929640"/>
            </a:xfrm>
          </p:grpSpPr>
          <p:sp>
            <p:nvSpPr>
              <p:cNvPr id="188" name="Rectangle 10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89" name="Rectangle 11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  <p:grpSp>
          <p:nvGrpSpPr>
            <p:cNvPr id="185" name="Group 12"/>
            <p:cNvGrpSpPr/>
            <p:nvPr/>
          </p:nvGrpSpPr>
          <p:grpSpPr>
            <a:xfrm rot="2700000">
              <a:off x="1915605" y="4585684"/>
              <a:ext cx="204979" cy="177992"/>
              <a:chOff x="883920" y="396240"/>
              <a:chExt cx="929640" cy="929640"/>
            </a:xfrm>
          </p:grpSpPr>
          <p:sp>
            <p:nvSpPr>
              <p:cNvPr id="186" name="Rectangle 13"/>
              <p:cNvSpPr/>
              <p:nvPr/>
            </p:nvSpPr>
            <p:spPr>
              <a:xfrm>
                <a:off x="883920" y="822959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  <p:sp>
            <p:nvSpPr>
              <p:cNvPr id="187" name="Rectangle 14"/>
              <p:cNvSpPr/>
              <p:nvPr/>
            </p:nvSpPr>
            <p:spPr>
              <a:xfrm rot="16200000">
                <a:off x="883920" y="822960"/>
                <a:ext cx="929640" cy="762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900"/>
              </a:p>
            </p:txBody>
          </p:sp>
        </p:grpSp>
      </p:grpSp>
      <p:sp>
        <p:nvSpPr>
          <p:cNvPr id="161" name="Right Arrow 160"/>
          <p:cNvSpPr/>
          <p:nvPr/>
        </p:nvSpPr>
        <p:spPr>
          <a:xfrm flipH="1">
            <a:off x="3013816" y="4393921"/>
            <a:ext cx="476144" cy="413994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7" name="Group 40"/>
          <p:cNvGrpSpPr/>
          <p:nvPr/>
        </p:nvGrpSpPr>
        <p:grpSpPr>
          <a:xfrm>
            <a:off x="3801903" y="1381126"/>
            <a:ext cx="208122" cy="209550"/>
            <a:chOff x="7117080" y="2259330"/>
            <a:chExt cx="289560" cy="304800"/>
          </a:xfrm>
        </p:grpSpPr>
        <p:sp>
          <p:nvSpPr>
            <p:cNvPr id="238" name="Oval 237"/>
            <p:cNvSpPr/>
            <p:nvPr/>
          </p:nvSpPr>
          <p:spPr>
            <a:xfrm>
              <a:off x="7117080" y="2259330"/>
              <a:ext cx="289560" cy="304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Cross 238"/>
            <p:cNvSpPr/>
            <p:nvPr/>
          </p:nvSpPr>
          <p:spPr>
            <a:xfrm>
              <a:off x="7157323" y="2298859"/>
              <a:ext cx="209074" cy="225742"/>
            </a:xfrm>
            <a:prstGeom prst="plus">
              <a:avLst>
                <a:gd name="adj" fmla="val 3640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0" name="TextBox 239"/>
          <p:cNvSpPr txBox="1"/>
          <p:nvPr/>
        </p:nvSpPr>
        <p:spPr>
          <a:xfrm>
            <a:off x="4657725" y="952500"/>
            <a:ext cx="367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50000"/>
                  </a:schemeClr>
                </a:solidFill>
              </a:rPr>
              <a:t>V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2686050" y="4133850"/>
            <a:ext cx="367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V</a:t>
            </a:r>
          </a:p>
        </p:txBody>
      </p:sp>
      <p:sp>
        <p:nvSpPr>
          <p:cNvPr id="244" name="Down Arrow 243"/>
          <p:cNvSpPr/>
          <p:nvPr/>
        </p:nvSpPr>
        <p:spPr>
          <a:xfrm flipV="1">
            <a:off x="3819525" y="838199"/>
            <a:ext cx="171450" cy="523876"/>
          </a:xfrm>
          <a:prstGeom prst="downArrow">
            <a:avLst>
              <a:gd name="adj1" fmla="val 28571"/>
              <a:gd name="adj2" fmla="val 11201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TextBox 244"/>
          <p:cNvSpPr txBox="1"/>
          <p:nvPr/>
        </p:nvSpPr>
        <p:spPr>
          <a:xfrm>
            <a:off x="3986212" y="614362"/>
            <a:ext cx="12426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F</a:t>
            </a:r>
            <a:r>
              <a:rPr lang="en-US" sz="2400" b="1" i="1" dirty="0">
                <a:solidFill>
                  <a:srgbClr val="00B050"/>
                </a:solidFill>
              </a:rPr>
              <a:t>=</a:t>
            </a:r>
            <a:r>
              <a:rPr lang="en-US" sz="2400" b="1" i="1" dirty="0" err="1">
                <a:solidFill>
                  <a:srgbClr val="00B050"/>
                </a:solidFill>
              </a:rPr>
              <a:t>q</a:t>
            </a:r>
            <a:r>
              <a:rPr lang="en-US" sz="2400" b="1" dirty="0" err="1">
                <a:solidFill>
                  <a:srgbClr val="00B050"/>
                </a:solidFill>
              </a:rPr>
              <a:t>V</a:t>
            </a:r>
            <a:r>
              <a:rPr lang="en-US" sz="2400" b="1" dirty="0">
                <a:solidFill>
                  <a:srgbClr val="00B050"/>
                </a:solidFill>
                <a:sym typeface="Symbol"/>
              </a:rPr>
              <a:t></a:t>
            </a:r>
            <a:r>
              <a:rPr lang="en-US" sz="2400" b="1" dirty="0">
                <a:solidFill>
                  <a:srgbClr val="00B050"/>
                </a:solidFill>
              </a:rPr>
              <a:t>B</a:t>
            </a:r>
          </a:p>
        </p:txBody>
      </p:sp>
      <p:sp>
        <p:nvSpPr>
          <p:cNvPr id="246" name="Down Arrow 245"/>
          <p:cNvSpPr/>
          <p:nvPr/>
        </p:nvSpPr>
        <p:spPr>
          <a:xfrm flipV="1">
            <a:off x="3824288" y="3943335"/>
            <a:ext cx="171450" cy="523876"/>
          </a:xfrm>
          <a:prstGeom prst="downArrow">
            <a:avLst>
              <a:gd name="adj1" fmla="val 28571"/>
              <a:gd name="adj2" fmla="val 11201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TextBox 246"/>
          <p:cNvSpPr txBox="1"/>
          <p:nvPr/>
        </p:nvSpPr>
        <p:spPr>
          <a:xfrm>
            <a:off x="3990975" y="3719498"/>
            <a:ext cx="79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F</a:t>
            </a:r>
            <a:r>
              <a:rPr lang="en-US" sz="2400" b="1" i="1" dirty="0">
                <a:solidFill>
                  <a:srgbClr val="00B050"/>
                </a:solidFill>
              </a:rPr>
              <a:t>=</a:t>
            </a:r>
            <a:r>
              <a:rPr lang="en-US" sz="2400" b="1" i="1" dirty="0" err="1">
                <a:solidFill>
                  <a:srgbClr val="00B050"/>
                </a:solidFill>
              </a:rPr>
              <a:t>q</a:t>
            </a:r>
            <a:r>
              <a:rPr lang="en-US" sz="2400" b="1" dirty="0" err="1">
                <a:solidFill>
                  <a:srgbClr val="00B050"/>
                </a:solidFill>
                <a:sym typeface="Symbol"/>
              </a:rPr>
              <a:t>E</a:t>
            </a:r>
            <a:endParaRPr lang="en-US" sz="2400" b="1" dirty="0">
              <a:solidFill>
                <a:srgbClr val="00B050"/>
              </a:solidFill>
            </a:endParaRPr>
          </a:p>
        </p:txBody>
      </p:sp>
      <p:grpSp>
        <p:nvGrpSpPr>
          <p:cNvPr id="248" name="Group 40"/>
          <p:cNvGrpSpPr/>
          <p:nvPr/>
        </p:nvGrpSpPr>
        <p:grpSpPr>
          <a:xfrm>
            <a:off x="3806665" y="4462463"/>
            <a:ext cx="208122" cy="209550"/>
            <a:chOff x="7117080" y="2259330"/>
            <a:chExt cx="289560" cy="304800"/>
          </a:xfrm>
        </p:grpSpPr>
        <p:sp>
          <p:nvSpPr>
            <p:cNvPr id="249" name="Oval 248"/>
            <p:cNvSpPr/>
            <p:nvPr/>
          </p:nvSpPr>
          <p:spPr>
            <a:xfrm>
              <a:off x="7117080" y="2259330"/>
              <a:ext cx="289560" cy="304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0" name="Cross 249"/>
            <p:cNvSpPr/>
            <p:nvPr/>
          </p:nvSpPr>
          <p:spPr>
            <a:xfrm>
              <a:off x="7157323" y="2298859"/>
              <a:ext cx="209074" cy="225742"/>
            </a:xfrm>
            <a:prstGeom prst="plus">
              <a:avLst>
                <a:gd name="adj" fmla="val 3640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0" name="Group 259"/>
          <p:cNvGrpSpPr/>
          <p:nvPr/>
        </p:nvGrpSpPr>
        <p:grpSpPr>
          <a:xfrm>
            <a:off x="3581400" y="3352800"/>
            <a:ext cx="2758440" cy="1813560"/>
            <a:chOff x="1813560" y="655320"/>
            <a:chExt cx="5486400" cy="4511040"/>
          </a:xfrm>
        </p:grpSpPr>
        <p:cxnSp>
          <p:nvCxnSpPr>
            <p:cNvPr id="252" name="Straight Arrow Connector 251"/>
            <p:cNvCxnSpPr/>
            <p:nvPr/>
          </p:nvCxnSpPr>
          <p:spPr>
            <a:xfrm flipV="1">
              <a:off x="1813560" y="670560"/>
              <a:ext cx="0" cy="4495800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Arrow Connector 252"/>
            <p:cNvCxnSpPr/>
            <p:nvPr/>
          </p:nvCxnSpPr>
          <p:spPr>
            <a:xfrm flipV="1">
              <a:off x="5471160" y="655320"/>
              <a:ext cx="0" cy="4495800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Arrow Connector 253"/>
            <p:cNvCxnSpPr/>
            <p:nvPr/>
          </p:nvCxnSpPr>
          <p:spPr>
            <a:xfrm flipV="1">
              <a:off x="3642360" y="670560"/>
              <a:ext cx="0" cy="4495800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Arrow Connector 254"/>
            <p:cNvCxnSpPr/>
            <p:nvPr/>
          </p:nvCxnSpPr>
          <p:spPr>
            <a:xfrm flipV="1">
              <a:off x="7299960" y="655320"/>
              <a:ext cx="0" cy="4495800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1" name="TextBox 260"/>
          <p:cNvSpPr txBox="1"/>
          <p:nvPr/>
        </p:nvSpPr>
        <p:spPr>
          <a:xfrm>
            <a:off x="6485572" y="3479482"/>
            <a:ext cx="1090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E</a:t>
            </a:r>
            <a:r>
              <a:rPr lang="en-US" sz="2400" b="1" i="1" dirty="0">
                <a:solidFill>
                  <a:srgbClr val="FF0000"/>
                </a:solidFill>
              </a:rPr>
              <a:t>=V</a:t>
            </a:r>
            <a:r>
              <a:rPr lang="en-US" sz="2400" b="1" dirty="0">
                <a:solidFill>
                  <a:srgbClr val="FF0000"/>
                </a:solidFill>
                <a:sym typeface="Symbol"/>
              </a:rPr>
              <a:t></a:t>
            </a:r>
            <a:r>
              <a:rPr lang="en-US" sz="2400" b="1" dirty="0">
                <a:solidFill>
                  <a:srgbClr val="FF0000"/>
                </a:solidFill>
              </a:rPr>
              <a:t>B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6BF4D-529A-6EE5-1942-F9DD4E686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 descr="A diagram of a variety of electrical formulas&#10;&#10;AI-generated content may be incorrect.">
            <a:extLst>
              <a:ext uri="{FF2B5EF4-FFF2-40B4-BE49-F238E27FC236}">
                <a16:creationId xmlns:a16="http://schemas.microsoft.com/office/drawing/2014/main" id="{2CB2567B-E43E-AD3D-CD37-AAC51C0571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791" y="1417638"/>
            <a:ext cx="6171768" cy="4525963"/>
          </a:xfrm>
        </p:spPr>
      </p:pic>
    </p:spTree>
    <p:extLst>
      <p:ext uri="{BB962C8B-B14F-4D97-AF65-F5344CB8AC3E}">
        <p14:creationId xmlns:p14="http://schemas.microsoft.com/office/powerpoint/2010/main" val="23659327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9EFE9F8-5292-43F5-2BD4-224460CC3A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BF7A89C-4CC0-1D2F-56A9-44CEFD548B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6667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/>
          <p:cNvGrpSpPr/>
          <p:nvPr/>
        </p:nvGrpSpPr>
        <p:grpSpPr>
          <a:xfrm>
            <a:off x="718820" y="411480"/>
            <a:ext cx="6762831" cy="5789930"/>
            <a:chOff x="718820" y="411480"/>
            <a:chExt cx="6762831" cy="5789930"/>
          </a:xfrm>
        </p:grpSpPr>
        <p:sp>
          <p:nvSpPr>
            <p:cNvPr id="4" name="Oval 4"/>
            <p:cNvSpPr>
              <a:spLocks noChangeArrowheads="1"/>
            </p:cNvSpPr>
            <p:nvPr/>
          </p:nvSpPr>
          <p:spPr bwMode="auto">
            <a:xfrm>
              <a:off x="2946400" y="1770063"/>
              <a:ext cx="3395663" cy="3106737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" name="Freeform 5"/>
            <p:cNvSpPr>
              <a:spLocks/>
            </p:cNvSpPr>
            <p:nvPr/>
          </p:nvSpPr>
          <p:spPr bwMode="auto">
            <a:xfrm>
              <a:off x="2235200" y="2220913"/>
              <a:ext cx="885825" cy="361950"/>
            </a:xfrm>
            <a:custGeom>
              <a:avLst/>
              <a:gdLst/>
              <a:ahLst/>
              <a:cxnLst>
                <a:cxn ang="0">
                  <a:pos x="558" y="228"/>
                </a:cxn>
                <a:cxn ang="0">
                  <a:pos x="329" y="73"/>
                </a:cxn>
                <a:cxn ang="0">
                  <a:pos x="338" y="201"/>
                </a:cxn>
                <a:cxn ang="0">
                  <a:pos x="0" y="0"/>
                </a:cxn>
              </a:cxnLst>
              <a:rect l="0" t="0" r="r" b="b"/>
              <a:pathLst>
                <a:path w="558" h="228">
                  <a:moveTo>
                    <a:pt x="558" y="228"/>
                  </a:moveTo>
                  <a:cubicBezTo>
                    <a:pt x="462" y="152"/>
                    <a:pt x="366" y="77"/>
                    <a:pt x="329" y="73"/>
                  </a:cubicBezTo>
                  <a:cubicBezTo>
                    <a:pt x="292" y="69"/>
                    <a:pt x="393" y="213"/>
                    <a:pt x="338" y="201"/>
                  </a:cubicBezTo>
                  <a:cubicBezTo>
                    <a:pt x="283" y="189"/>
                    <a:pt x="141" y="94"/>
                    <a:pt x="0" y="0"/>
                  </a:cubicBez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miter lim="800000"/>
              <a:headEnd type="triangle" w="med" len="med"/>
              <a:tailEnd type="non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" name="Text Box 6"/>
            <p:cNvSpPr txBox="1">
              <a:spLocks noChangeArrowheads="1"/>
            </p:cNvSpPr>
            <p:nvPr/>
          </p:nvSpPr>
          <p:spPr bwMode="auto">
            <a:xfrm>
              <a:off x="718820" y="1842453"/>
              <a:ext cx="156036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dirty="0"/>
                <a:t>Closed Surface</a:t>
              </a:r>
            </a:p>
          </p:txBody>
        </p:sp>
        <p:sp>
          <p:nvSpPr>
            <p:cNvPr id="7" name="Text Box 8"/>
            <p:cNvSpPr txBox="1">
              <a:spLocks noChangeArrowheads="1"/>
            </p:cNvSpPr>
            <p:nvPr/>
          </p:nvSpPr>
          <p:spPr bwMode="auto">
            <a:xfrm>
              <a:off x="4538663" y="3587750"/>
              <a:ext cx="342900" cy="3365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Q</a:t>
              </a:r>
            </a:p>
          </p:txBody>
        </p:sp>
        <p:sp>
          <p:nvSpPr>
            <p:cNvPr id="8" name="Line 9"/>
            <p:cNvSpPr>
              <a:spLocks noChangeShapeType="1"/>
            </p:cNvSpPr>
            <p:nvPr/>
          </p:nvSpPr>
          <p:spPr bwMode="auto">
            <a:xfrm flipH="1" flipV="1">
              <a:off x="3482975" y="2220913"/>
              <a:ext cx="1117600" cy="11033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9" name="Oval 7"/>
            <p:cNvSpPr>
              <a:spLocks noChangeArrowheads="1"/>
            </p:cNvSpPr>
            <p:nvPr/>
          </p:nvSpPr>
          <p:spPr bwMode="auto">
            <a:xfrm>
              <a:off x="4354513" y="3092450"/>
              <a:ext cx="493712" cy="434975"/>
            </a:xfrm>
            <a:prstGeom prst="ellipse">
              <a:avLst/>
            </a:prstGeom>
            <a:gradFill rotWithShape="1">
              <a:gsLst>
                <a:gs pos="0">
                  <a:srgbClr val="FFCC99">
                    <a:gamma/>
                    <a:shade val="46275"/>
                    <a:invGamma/>
                  </a:srgbClr>
                </a:gs>
                <a:gs pos="50000">
                  <a:srgbClr val="FFCC99"/>
                </a:gs>
                <a:gs pos="100000">
                  <a:srgbClr val="FFCC99">
                    <a:gamma/>
                    <a:shade val="46275"/>
                    <a:invGamma/>
                  </a:srgbClr>
                </a:gs>
              </a:gsLst>
              <a:lin ang="1890000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/>
                <a:t>+</a:t>
              </a:r>
            </a:p>
          </p:txBody>
        </p:sp>
        <p:sp>
          <p:nvSpPr>
            <p:cNvPr id="10" name="Text Box 10"/>
            <p:cNvSpPr txBox="1">
              <a:spLocks noChangeArrowheads="1"/>
            </p:cNvSpPr>
            <p:nvPr/>
          </p:nvSpPr>
          <p:spPr bwMode="auto">
            <a:xfrm>
              <a:off x="3854450" y="2541588"/>
              <a:ext cx="252413" cy="336550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r</a:t>
              </a:r>
            </a:p>
          </p:txBody>
        </p:sp>
        <p:grpSp>
          <p:nvGrpSpPr>
            <p:cNvPr id="18" name="Group 17"/>
            <p:cNvGrpSpPr/>
            <p:nvPr/>
          </p:nvGrpSpPr>
          <p:grpSpPr>
            <a:xfrm>
              <a:off x="1706961" y="411480"/>
              <a:ext cx="5774690" cy="5774690"/>
              <a:chOff x="1706961" y="411480"/>
              <a:chExt cx="5774690" cy="5774690"/>
            </a:xfrm>
          </p:grpSpPr>
          <p:cxnSp>
            <p:nvCxnSpPr>
              <p:cNvPr id="11" name="Straight Arrow Connector 10"/>
              <p:cNvCxnSpPr>
                <a:stCxn id="9" idx="0"/>
              </p:cNvCxnSpPr>
              <p:nvPr/>
            </p:nvCxnSpPr>
            <p:spPr>
              <a:xfrm flipH="1" flipV="1">
                <a:off x="4572000" y="411480"/>
                <a:ext cx="29369" cy="2680970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/>
              <p:cNvCxnSpPr/>
              <p:nvPr/>
            </p:nvCxnSpPr>
            <p:spPr>
              <a:xfrm flipH="1">
                <a:off x="4556760" y="3505200"/>
                <a:ext cx="29369" cy="2680970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7" name="Group 16"/>
              <p:cNvGrpSpPr/>
              <p:nvPr/>
            </p:nvGrpSpPr>
            <p:grpSpPr>
              <a:xfrm rot="16200000">
                <a:off x="4572001" y="441960"/>
                <a:ext cx="44609" cy="5774690"/>
                <a:chOff x="4709160" y="563880"/>
                <a:chExt cx="44609" cy="5774690"/>
              </a:xfrm>
            </p:grpSpPr>
            <p:cxnSp>
              <p:nvCxnSpPr>
                <p:cNvPr id="15" name="Straight Arrow Connector 14"/>
                <p:cNvCxnSpPr/>
                <p:nvPr/>
              </p:nvCxnSpPr>
              <p:spPr>
                <a:xfrm flipH="1" flipV="1">
                  <a:off x="4724400" y="563880"/>
                  <a:ext cx="29369" cy="2680970"/>
                </a:xfrm>
                <a:prstGeom prst="straightConnector1">
                  <a:avLst/>
                </a:prstGeom>
                <a:ln>
                  <a:solidFill>
                    <a:srgbClr val="FF0000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Arrow Connector 15"/>
                <p:cNvCxnSpPr/>
                <p:nvPr/>
              </p:nvCxnSpPr>
              <p:spPr>
                <a:xfrm flipH="1">
                  <a:off x="4709160" y="3657600"/>
                  <a:ext cx="29369" cy="2680970"/>
                </a:xfrm>
                <a:prstGeom prst="straightConnector1">
                  <a:avLst/>
                </a:prstGeom>
                <a:ln>
                  <a:solidFill>
                    <a:srgbClr val="FF0000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9" name="Group 18"/>
            <p:cNvGrpSpPr/>
            <p:nvPr/>
          </p:nvGrpSpPr>
          <p:grpSpPr>
            <a:xfrm rot="2700000">
              <a:off x="1706961" y="426720"/>
              <a:ext cx="5774690" cy="5774690"/>
              <a:chOff x="1706961" y="411480"/>
              <a:chExt cx="5774690" cy="5774690"/>
            </a:xfrm>
          </p:grpSpPr>
          <p:cxnSp>
            <p:nvCxnSpPr>
              <p:cNvPr id="20" name="Straight Arrow Connector 19"/>
              <p:cNvCxnSpPr/>
              <p:nvPr/>
            </p:nvCxnSpPr>
            <p:spPr>
              <a:xfrm flipH="1" flipV="1">
                <a:off x="4572000" y="411480"/>
                <a:ext cx="29369" cy="2680970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/>
              <p:cNvCxnSpPr/>
              <p:nvPr/>
            </p:nvCxnSpPr>
            <p:spPr>
              <a:xfrm flipH="1">
                <a:off x="4556760" y="3505200"/>
                <a:ext cx="29369" cy="2680970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2" name="Group 16"/>
              <p:cNvGrpSpPr/>
              <p:nvPr/>
            </p:nvGrpSpPr>
            <p:grpSpPr>
              <a:xfrm rot="16200000">
                <a:off x="4572001" y="441960"/>
                <a:ext cx="44609" cy="5774690"/>
                <a:chOff x="4709160" y="563880"/>
                <a:chExt cx="44609" cy="5774690"/>
              </a:xfrm>
            </p:grpSpPr>
            <p:cxnSp>
              <p:nvCxnSpPr>
                <p:cNvPr id="23" name="Straight Arrow Connector 22"/>
                <p:cNvCxnSpPr/>
                <p:nvPr/>
              </p:nvCxnSpPr>
              <p:spPr>
                <a:xfrm flipH="1" flipV="1">
                  <a:off x="4724400" y="563880"/>
                  <a:ext cx="29369" cy="2680970"/>
                </a:xfrm>
                <a:prstGeom prst="straightConnector1">
                  <a:avLst/>
                </a:prstGeom>
                <a:ln>
                  <a:solidFill>
                    <a:srgbClr val="FF0000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/>
                <p:cNvCxnSpPr/>
                <p:nvPr/>
              </p:nvCxnSpPr>
              <p:spPr>
                <a:xfrm flipH="1">
                  <a:off x="4709160" y="3657600"/>
                  <a:ext cx="29369" cy="2680970"/>
                </a:xfrm>
                <a:prstGeom prst="straightConnector1">
                  <a:avLst/>
                </a:prstGeom>
                <a:ln>
                  <a:solidFill>
                    <a:srgbClr val="FF0000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6" name="TextBox 25"/>
          <p:cNvSpPr txBox="1"/>
          <p:nvPr/>
        </p:nvSpPr>
        <p:spPr>
          <a:xfrm>
            <a:off x="6546532" y="1361122"/>
            <a:ext cx="3353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223.47.8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We developed Gauss’ law for electric field flux, but we now know there is magnetic field flux. What is Gauss’ law for magnetic fields?</a:t>
            </a:r>
          </a:p>
          <a:p>
            <a:pPr>
              <a:buNone/>
            </a:pPr>
            <a:r>
              <a:rPr lang="en-US" dirty="0"/>
              <a:t>a)  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b)  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c)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1559859" y="3280334"/>
          <a:ext cx="1539294" cy="72688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14400" imgH="431640" progId="Equation.3">
                  <p:embed/>
                </p:oleObj>
              </mc:Choice>
              <mc:Fallback>
                <p:oleObj name="Equation" r:id="rId2" imgW="914400" imgH="4316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59859" y="3280334"/>
                        <a:ext cx="1539294" cy="726889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86211" name="Object 3"/>
          <p:cNvGraphicFramePr>
            <a:graphicFrameLocks noChangeAspect="1"/>
          </p:cNvGraphicFramePr>
          <p:nvPr/>
        </p:nvGraphicFramePr>
        <p:xfrm>
          <a:off x="1679575" y="4292600"/>
          <a:ext cx="1495425" cy="727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88840" imgH="431640" progId="Equation.3">
                  <p:embed/>
                </p:oleObj>
              </mc:Choice>
              <mc:Fallback>
                <p:oleObj name="Equation" r:id="rId4" imgW="888840" imgH="431640" progId="Equation.3">
                  <p:embed/>
                  <p:pic>
                    <p:nvPicPr>
                      <p:cNvPr id="5086211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79575" y="4292600"/>
                        <a:ext cx="1495425" cy="727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86212" name="Object 4"/>
          <p:cNvGraphicFramePr>
            <a:graphicFrameLocks noChangeAspect="1"/>
          </p:cNvGraphicFramePr>
          <p:nvPr/>
        </p:nvGraphicFramePr>
        <p:xfrm>
          <a:off x="1685551" y="5635159"/>
          <a:ext cx="1303338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74360" imgH="279360" progId="Equation.3">
                  <p:embed/>
                </p:oleObj>
              </mc:Choice>
              <mc:Fallback>
                <p:oleObj name="Equation" r:id="rId6" imgW="774360" imgH="279360" progId="Equation.3">
                  <p:embed/>
                  <p:pic>
                    <p:nvPicPr>
                      <p:cNvPr id="508621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85551" y="5635159"/>
                        <a:ext cx="1303338" cy="469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 r="55319"/>
          <a:stretch>
            <a:fillRect/>
          </a:stretch>
        </p:blipFill>
        <p:spPr bwMode="auto">
          <a:xfrm>
            <a:off x="2547938" y="769620"/>
            <a:ext cx="4538662" cy="4727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2" name="Group 24"/>
          <p:cNvGrpSpPr/>
          <p:nvPr/>
        </p:nvGrpSpPr>
        <p:grpSpPr>
          <a:xfrm>
            <a:off x="703580" y="1754823"/>
            <a:ext cx="5623243" cy="3106737"/>
            <a:chOff x="718820" y="1770063"/>
            <a:chExt cx="5623243" cy="3106737"/>
          </a:xfrm>
        </p:grpSpPr>
        <p:sp>
          <p:nvSpPr>
            <p:cNvPr id="4" name="Oval 4"/>
            <p:cNvSpPr>
              <a:spLocks noChangeArrowheads="1"/>
            </p:cNvSpPr>
            <p:nvPr/>
          </p:nvSpPr>
          <p:spPr bwMode="auto">
            <a:xfrm>
              <a:off x="2946400" y="1770063"/>
              <a:ext cx="3395663" cy="3106737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" name="Freeform 5"/>
            <p:cNvSpPr>
              <a:spLocks/>
            </p:cNvSpPr>
            <p:nvPr/>
          </p:nvSpPr>
          <p:spPr bwMode="auto">
            <a:xfrm>
              <a:off x="2235200" y="2220913"/>
              <a:ext cx="885825" cy="361950"/>
            </a:xfrm>
            <a:custGeom>
              <a:avLst/>
              <a:gdLst/>
              <a:ahLst/>
              <a:cxnLst>
                <a:cxn ang="0">
                  <a:pos x="558" y="228"/>
                </a:cxn>
                <a:cxn ang="0">
                  <a:pos x="329" y="73"/>
                </a:cxn>
                <a:cxn ang="0">
                  <a:pos x="338" y="201"/>
                </a:cxn>
                <a:cxn ang="0">
                  <a:pos x="0" y="0"/>
                </a:cxn>
              </a:cxnLst>
              <a:rect l="0" t="0" r="r" b="b"/>
              <a:pathLst>
                <a:path w="558" h="228">
                  <a:moveTo>
                    <a:pt x="558" y="228"/>
                  </a:moveTo>
                  <a:cubicBezTo>
                    <a:pt x="462" y="152"/>
                    <a:pt x="366" y="77"/>
                    <a:pt x="329" y="73"/>
                  </a:cubicBezTo>
                  <a:cubicBezTo>
                    <a:pt x="292" y="69"/>
                    <a:pt x="393" y="213"/>
                    <a:pt x="338" y="201"/>
                  </a:cubicBezTo>
                  <a:cubicBezTo>
                    <a:pt x="283" y="189"/>
                    <a:pt x="141" y="94"/>
                    <a:pt x="0" y="0"/>
                  </a:cubicBez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miter lim="800000"/>
              <a:headEnd type="triangle" w="med" len="med"/>
              <a:tailEnd type="non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" name="Text Box 6"/>
            <p:cNvSpPr txBox="1">
              <a:spLocks noChangeArrowheads="1"/>
            </p:cNvSpPr>
            <p:nvPr/>
          </p:nvSpPr>
          <p:spPr bwMode="auto">
            <a:xfrm>
              <a:off x="718820" y="1842453"/>
              <a:ext cx="156036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dirty="0"/>
                <a:t>Closed Surface</a:t>
              </a:r>
            </a:p>
          </p:txBody>
        </p:sp>
        <p:sp>
          <p:nvSpPr>
            <p:cNvPr id="8" name="Line 9"/>
            <p:cNvSpPr>
              <a:spLocks noChangeShapeType="1"/>
            </p:cNvSpPr>
            <p:nvPr/>
          </p:nvSpPr>
          <p:spPr bwMode="auto">
            <a:xfrm flipH="1" flipV="1">
              <a:off x="3482975" y="2220913"/>
              <a:ext cx="1117600" cy="11033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" name="Text Box 10"/>
            <p:cNvSpPr txBox="1">
              <a:spLocks noChangeArrowheads="1"/>
            </p:cNvSpPr>
            <p:nvPr/>
          </p:nvSpPr>
          <p:spPr bwMode="auto">
            <a:xfrm>
              <a:off x="3854450" y="2541588"/>
              <a:ext cx="252413" cy="336550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r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3600" y="1227236"/>
            <a:ext cx="4632960" cy="37921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</TotalTime>
  <Words>770</Words>
  <Application>Microsoft Office PowerPoint</Application>
  <PresentationFormat>On-screen Show (4:3)</PresentationFormat>
  <Paragraphs>213</Paragraphs>
  <Slides>38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Symbol</vt:lpstr>
      <vt:lpstr>Times New Roman</vt:lpstr>
      <vt:lpstr>Office Theme</vt:lpstr>
      <vt:lpstr>Equation</vt:lpstr>
      <vt:lpstr>Induced E-fields</vt:lpstr>
      <vt:lpstr>Induced E-fields</vt:lpstr>
      <vt:lpstr>Induced E-fields</vt:lpstr>
      <vt:lpstr>Question 223.45.6</vt:lpstr>
      <vt:lpstr>Question 223.45.7</vt:lpstr>
      <vt:lpstr>Question 223.45.8</vt:lpstr>
      <vt:lpstr>PowerPoint Presentation</vt:lpstr>
      <vt:lpstr>Question 223.45.9</vt:lpstr>
      <vt:lpstr>PowerPoint Presentation</vt:lpstr>
      <vt:lpstr>PowerPoint Presentation</vt:lpstr>
      <vt:lpstr>PowerPoint Presentation</vt:lpstr>
      <vt:lpstr>PowerPoint Presentation</vt:lpstr>
      <vt:lpstr>Question 223.47.1</vt:lpstr>
      <vt:lpstr>Question 223.47.1.5</vt:lpstr>
      <vt:lpstr>Question 223.47.1.6</vt:lpstr>
      <vt:lpstr>Question 223.47.2</vt:lpstr>
      <vt:lpstr>Question 223.47.3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 223.47.4</vt:lpstr>
      <vt:lpstr>Question 223.47.5</vt:lpstr>
      <vt:lpstr>PowerPoint Presentation</vt:lpstr>
      <vt:lpstr>Question 223.47.6</vt:lpstr>
      <vt:lpstr>PowerPoint Presentation</vt:lpstr>
      <vt:lpstr>Question 223.47.7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End</vt:lpstr>
      <vt:lpstr>PowerPoint Presentation</vt:lpstr>
      <vt:lpstr>Question 223.47.8</vt:lpstr>
      <vt:lpstr>PowerPoint Presentation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9</cp:revision>
  <dcterms:created xsi:type="dcterms:W3CDTF">2011-12-03T18:37:24Z</dcterms:created>
  <dcterms:modified xsi:type="dcterms:W3CDTF">2025-10-30T20:58:23Z</dcterms:modified>
</cp:coreProperties>
</file>