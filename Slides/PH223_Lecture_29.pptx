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1211" r:id="rId3"/>
    <p:sldId id="1212" r:id="rId4"/>
    <p:sldId id="1213" r:id="rId5"/>
    <p:sldId id="1214" r:id="rId6"/>
    <p:sldId id="1215" r:id="rId7"/>
    <p:sldId id="257" r:id="rId8"/>
    <p:sldId id="258" r:id="rId9"/>
    <p:sldId id="259" r:id="rId10"/>
    <p:sldId id="1210" r:id="rId11"/>
    <p:sldId id="274" r:id="rId12"/>
    <p:sldId id="1207" r:id="rId13"/>
    <p:sldId id="1208" r:id="rId14"/>
    <p:sldId id="120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2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0599A9-B3F4-49A7-9C44-9F19238FA8A2}" v="236" dt="2025-10-31T22:11:50.1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19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nes, Todd" userId="afaf7c3a-e8aa-4568-882a-02ad8f9e19b0" providerId="ADAL" clId="{EF1EAB14-1FCF-4B8C-9841-3BB061C23849}"/>
    <pc:docChg chg="custSel addSld delSld modSld sldOrd">
      <pc:chgData name="Lines, Todd" userId="afaf7c3a-e8aa-4568-882a-02ad8f9e19b0" providerId="ADAL" clId="{EF1EAB14-1FCF-4B8C-9841-3BB061C23849}" dt="2023-12-02T00:03:40.861" v="208" actId="20577"/>
      <pc:docMkLst>
        <pc:docMk/>
      </pc:docMkLst>
      <pc:sldChg chg="add ord">
        <pc:chgData name="Lines, Todd" userId="afaf7c3a-e8aa-4568-882a-02ad8f9e19b0" providerId="ADAL" clId="{EF1EAB14-1FCF-4B8C-9841-3BB061C23849}" dt="2023-12-01T23:07:55.631" v="4"/>
        <pc:sldMkLst>
          <pc:docMk/>
          <pc:sldMk cId="0" sldId="1207"/>
        </pc:sldMkLst>
      </pc:sldChg>
      <pc:sldChg chg="add ord">
        <pc:chgData name="Lines, Todd" userId="afaf7c3a-e8aa-4568-882a-02ad8f9e19b0" providerId="ADAL" clId="{EF1EAB14-1FCF-4B8C-9841-3BB061C23849}" dt="2023-12-01T23:08:29.690" v="6"/>
        <pc:sldMkLst>
          <pc:docMk/>
          <pc:sldMk cId="0" sldId="1208"/>
        </pc:sldMkLst>
      </pc:sldChg>
      <pc:sldChg chg="add ord">
        <pc:chgData name="Lines, Todd" userId="afaf7c3a-e8aa-4568-882a-02ad8f9e19b0" providerId="ADAL" clId="{EF1EAB14-1FCF-4B8C-9841-3BB061C23849}" dt="2023-12-01T23:08:29.690" v="6"/>
        <pc:sldMkLst>
          <pc:docMk/>
          <pc:sldMk cId="0" sldId="1209"/>
        </pc:sldMkLst>
      </pc:sldChg>
      <pc:sldChg chg="add del">
        <pc:chgData name="Lines, Todd" userId="afaf7c3a-e8aa-4568-882a-02ad8f9e19b0" providerId="ADAL" clId="{EF1EAB14-1FCF-4B8C-9841-3BB061C23849}" dt="2023-12-02T00:01:45.531" v="8"/>
        <pc:sldMkLst>
          <pc:docMk/>
          <pc:sldMk cId="212831154" sldId="1210"/>
        </pc:sldMkLst>
      </pc:sldChg>
      <pc:sldChg chg="addSp modSp add mod chgLayout">
        <pc:chgData name="Lines, Todd" userId="afaf7c3a-e8aa-4568-882a-02ad8f9e19b0" providerId="ADAL" clId="{EF1EAB14-1FCF-4B8C-9841-3BB061C23849}" dt="2023-12-02T00:03:40.861" v="208" actId="20577"/>
        <pc:sldMkLst>
          <pc:docMk/>
          <pc:sldMk cId="662985452" sldId="1210"/>
        </pc:sldMkLst>
      </pc:sldChg>
      <pc:sldChg chg="add del">
        <pc:chgData name="Lines, Todd" userId="afaf7c3a-e8aa-4568-882a-02ad8f9e19b0" providerId="ADAL" clId="{EF1EAB14-1FCF-4B8C-9841-3BB061C23849}" dt="2023-12-02T00:01:45.531" v="8"/>
        <pc:sldMkLst>
          <pc:docMk/>
          <pc:sldMk cId="2718704599" sldId="1211"/>
        </pc:sldMkLst>
      </pc:sldChg>
    </pc:docChg>
  </pc:docChgLst>
  <pc:docChgLst>
    <pc:chgData name="Lines, Todd" userId="afaf7c3a-e8aa-4568-882a-02ad8f9e19b0" providerId="ADAL" clId="{5FF5AC1B-ABA9-43D7-A1E3-2D92732CD6E2}"/>
    <pc:docChg chg="undo custSel addSld modSld">
      <pc:chgData name="Lines, Todd" userId="afaf7c3a-e8aa-4568-882a-02ad8f9e19b0" providerId="ADAL" clId="{5FF5AC1B-ABA9-43D7-A1E3-2D92732CD6E2}" dt="2025-10-31T22:11:57.393" v="735" actId="1076"/>
      <pc:docMkLst>
        <pc:docMk/>
      </pc:docMkLst>
      <pc:sldChg chg="addSp delSp modSp new mod">
        <pc:chgData name="Lines, Todd" userId="afaf7c3a-e8aa-4568-882a-02ad8f9e19b0" providerId="ADAL" clId="{5FF5AC1B-ABA9-43D7-A1E3-2D92732CD6E2}" dt="2025-10-31T21:53:35.133" v="394" actId="164"/>
        <pc:sldMkLst>
          <pc:docMk/>
          <pc:sldMk cId="120903187" sldId="1211"/>
        </pc:sldMkLst>
        <pc:spChg chg="mod">
          <ac:chgData name="Lines, Todd" userId="afaf7c3a-e8aa-4568-882a-02ad8f9e19b0" providerId="ADAL" clId="{5FF5AC1B-ABA9-43D7-A1E3-2D92732CD6E2}" dt="2025-10-31T21:40:17.903" v="8" actId="20577"/>
          <ac:spMkLst>
            <pc:docMk/>
            <pc:sldMk cId="120903187" sldId="1211"/>
            <ac:spMk id="2" creationId="{7D01E3AF-2BA8-63E3-73AB-1E9DC3C96B0B}"/>
          </ac:spMkLst>
        </pc:spChg>
        <pc:spChg chg="mod">
          <ac:chgData name="Lines, Todd" userId="afaf7c3a-e8aa-4568-882a-02ad8f9e19b0" providerId="ADAL" clId="{5FF5AC1B-ABA9-43D7-A1E3-2D92732CD6E2}" dt="2025-10-31T21:47:48.273" v="147" actId="20577"/>
          <ac:spMkLst>
            <pc:docMk/>
            <pc:sldMk cId="120903187" sldId="1211"/>
            <ac:spMk id="3" creationId="{4AAC8DCF-9359-234F-8B1F-51B3BA1C2DB9}"/>
          </ac:spMkLst>
        </pc:spChg>
        <pc:spChg chg="add mod ord">
          <ac:chgData name="Lines, Todd" userId="afaf7c3a-e8aa-4568-882a-02ad8f9e19b0" providerId="ADAL" clId="{5FF5AC1B-ABA9-43D7-A1E3-2D92732CD6E2}" dt="2025-10-31T21:53:35.133" v="394" actId="164"/>
          <ac:spMkLst>
            <pc:docMk/>
            <pc:sldMk cId="120903187" sldId="1211"/>
            <ac:spMk id="4" creationId="{B6AB4D59-905F-658B-17A0-5A6C819CE7B5}"/>
          </ac:spMkLst>
        </pc:spChg>
        <pc:spChg chg="add mod">
          <ac:chgData name="Lines, Todd" userId="afaf7c3a-e8aa-4568-882a-02ad8f9e19b0" providerId="ADAL" clId="{5FF5AC1B-ABA9-43D7-A1E3-2D92732CD6E2}" dt="2025-10-31T21:53:35.133" v="394" actId="164"/>
          <ac:spMkLst>
            <pc:docMk/>
            <pc:sldMk cId="120903187" sldId="1211"/>
            <ac:spMk id="16" creationId="{79A1427C-E828-BFFD-7E0B-C1F401D7A16D}"/>
          </ac:spMkLst>
        </pc:spChg>
        <pc:spChg chg="add mod">
          <ac:chgData name="Lines, Todd" userId="afaf7c3a-e8aa-4568-882a-02ad8f9e19b0" providerId="ADAL" clId="{5FF5AC1B-ABA9-43D7-A1E3-2D92732CD6E2}" dt="2025-10-31T21:53:35.133" v="394" actId="164"/>
          <ac:spMkLst>
            <pc:docMk/>
            <pc:sldMk cId="120903187" sldId="1211"/>
            <ac:spMk id="17" creationId="{18E4BC7C-7122-F627-6424-B125F65DE02D}"/>
          </ac:spMkLst>
        </pc:spChg>
        <pc:spChg chg="add mod">
          <ac:chgData name="Lines, Todd" userId="afaf7c3a-e8aa-4568-882a-02ad8f9e19b0" providerId="ADAL" clId="{5FF5AC1B-ABA9-43D7-A1E3-2D92732CD6E2}" dt="2025-10-31T21:53:35.133" v="394" actId="164"/>
          <ac:spMkLst>
            <pc:docMk/>
            <pc:sldMk cId="120903187" sldId="1211"/>
            <ac:spMk id="18" creationId="{FBCF3510-CCDD-62BB-57D8-FF58A3D3A5C3}"/>
          </ac:spMkLst>
        </pc:spChg>
        <pc:spChg chg="add mod">
          <ac:chgData name="Lines, Todd" userId="afaf7c3a-e8aa-4568-882a-02ad8f9e19b0" providerId="ADAL" clId="{5FF5AC1B-ABA9-43D7-A1E3-2D92732CD6E2}" dt="2025-10-31T21:52:38.815" v="381" actId="164"/>
          <ac:spMkLst>
            <pc:docMk/>
            <pc:sldMk cId="120903187" sldId="1211"/>
            <ac:spMk id="19" creationId="{8B626920-B4C9-DCB3-251A-EA249B18ED01}"/>
          </ac:spMkLst>
        </pc:spChg>
        <pc:spChg chg="add mod">
          <ac:chgData name="Lines, Todd" userId="afaf7c3a-e8aa-4568-882a-02ad8f9e19b0" providerId="ADAL" clId="{5FF5AC1B-ABA9-43D7-A1E3-2D92732CD6E2}" dt="2025-10-31T21:52:38.815" v="381" actId="164"/>
          <ac:spMkLst>
            <pc:docMk/>
            <pc:sldMk cId="120903187" sldId="1211"/>
            <ac:spMk id="20" creationId="{B551BC23-7BCE-F9BE-98C9-002C09285CC8}"/>
          </ac:spMkLst>
        </pc:spChg>
        <pc:spChg chg="mod">
          <ac:chgData name="Lines, Todd" userId="afaf7c3a-e8aa-4568-882a-02ad8f9e19b0" providerId="ADAL" clId="{5FF5AC1B-ABA9-43D7-A1E3-2D92732CD6E2}" dt="2025-10-31T21:52:40.367" v="382"/>
          <ac:spMkLst>
            <pc:docMk/>
            <pc:sldMk cId="120903187" sldId="1211"/>
            <ac:spMk id="23" creationId="{031BA6F4-EC16-86CB-5CBE-14BDB0359152}"/>
          </ac:spMkLst>
        </pc:spChg>
        <pc:spChg chg="mod">
          <ac:chgData name="Lines, Todd" userId="afaf7c3a-e8aa-4568-882a-02ad8f9e19b0" providerId="ADAL" clId="{5FF5AC1B-ABA9-43D7-A1E3-2D92732CD6E2}" dt="2025-10-31T21:52:40.367" v="382"/>
          <ac:spMkLst>
            <pc:docMk/>
            <pc:sldMk cId="120903187" sldId="1211"/>
            <ac:spMk id="24" creationId="{04A30D48-6AF4-D3B1-7CD8-50688E34F0EB}"/>
          </ac:spMkLst>
        </pc:spChg>
        <pc:spChg chg="mod">
          <ac:chgData name="Lines, Todd" userId="afaf7c3a-e8aa-4568-882a-02ad8f9e19b0" providerId="ADAL" clId="{5FF5AC1B-ABA9-43D7-A1E3-2D92732CD6E2}" dt="2025-10-31T21:52:50.237" v="385"/>
          <ac:spMkLst>
            <pc:docMk/>
            <pc:sldMk cId="120903187" sldId="1211"/>
            <ac:spMk id="26" creationId="{983E2D7E-A008-A3F3-7181-BA0D0E0619B9}"/>
          </ac:spMkLst>
        </pc:spChg>
        <pc:spChg chg="mod">
          <ac:chgData name="Lines, Todd" userId="afaf7c3a-e8aa-4568-882a-02ad8f9e19b0" providerId="ADAL" clId="{5FF5AC1B-ABA9-43D7-A1E3-2D92732CD6E2}" dt="2025-10-31T21:52:50.237" v="385"/>
          <ac:spMkLst>
            <pc:docMk/>
            <pc:sldMk cId="120903187" sldId="1211"/>
            <ac:spMk id="27" creationId="{810B6A9A-8307-C1D8-7CD6-B6DAD398FF09}"/>
          </ac:spMkLst>
        </pc:spChg>
        <pc:spChg chg="mod">
          <ac:chgData name="Lines, Todd" userId="afaf7c3a-e8aa-4568-882a-02ad8f9e19b0" providerId="ADAL" clId="{5FF5AC1B-ABA9-43D7-A1E3-2D92732CD6E2}" dt="2025-10-31T21:53:11.034" v="388"/>
          <ac:spMkLst>
            <pc:docMk/>
            <pc:sldMk cId="120903187" sldId="1211"/>
            <ac:spMk id="29" creationId="{5724800B-0A03-1E3E-33F5-FA191C84FFEE}"/>
          </ac:spMkLst>
        </pc:spChg>
        <pc:spChg chg="mod">
          <ac:chgData name="Lines, Todd" userId="afaf7c3a-e8aa-4568-882a-02ad8f9e19b0" providerId="ADAL" clId="{5FF5AC1B-ABA9-43D7-A1E3-2D92732CD6E2}" dt="2025-10-31T21:53:11.034" v="388"/>
          <ac:spMkLst>
            <pc:docMk/>
            <pc:sldMk cId="120903187" sldId="1211"/>
            <ac:spMk id="30" creationId="{1A8D99E6-6EC9-D4C3-AD8A-40656C4B2F71}"/>
          </ac:spMkLst>
        </pc:spChg>
        <pc:grpChg chg="add mod">
          <ac:chgData name="Lines, Todd" userId="afaf7c3a-e8aa-4568-882a-02ad8f9e19b0" providerId="ADAL" clId="{5FF5AC1B-ABA9-43D7-A1E3-2D92732CD6E2}" dt="2025-10-31T21:53:35.133" v="394" actId="164"/>
          <ac:grpSpMkLst>
            <pc:docMk/>
            <pc:sldMk cId="120903187" sldId="1211"/>
            <ac:grpSpMk id="12" creationId="{3E337C42-AE94-EF23-8F5C-07D96532DE3D}"/>
          </ac:grpSpMkLst>
        </pc:grpChg>
        <pc:grpChg chg="add mod">
          <ac:chgData name="Lines, Todd" userId="afaf7c3a-e8aa-4568-882a-02ad8f9e19b0" providerId="ADAL" clId="{5FF5AC1B-ABA9-43D7-A1E3-2D92732CD6E2}" dt="2025-10-31T21:53:31.989" v="393" actId="1076"/>
          <ac:grpSpMkLst>
            <pc:docMk/>
            <pc:sldMk cId="120903187" sldId="1211"/>
            <ac:grpSpMk id="13" creationId="{99C56749-A824-EF3C-08F0-6FC4505B7C11}"/>
          </ac:grpSpMkLst>
        </pc:grpChg>
        <pc:grpChg chg="add mod">
          <ac:chgData name="Lines, Todd" userId="afaf7c3a-e8aa-4568-882a-02ad8f9e19b0" providerId="ADAL" clId="{5FF5AC1B-ABA9-43D7-A1E3-2D92732CD6E2}" dt="2025-10-31T21:53:35.133" v="394" actId="164"/>
          <ac:grpSpMkLst>
            <pc:docMk/>
            <pc:sldMk cId="120903187" sldId="1211"/>
            <ac:grpSpMk id="21" creationId="{D9BDB40D-4C9A-CE00-B6C8-534B6D4D3566}"/>
          </ac:grpSpMkLst>
        </pc:grpChg>
        <pc:grpChg chg="add mod">
          <ac:chgData name="Lines, Todd" userId="afaf7c3a-e8aa-4568-882a-02ad8f9e19b0" providerId="ADAL" clId="{5FF5AC1B-ABA9-43D7-A1E3-2D92732CD6E2}" dt="2025-10-31T21:53:35.133" v="394" actId="164"/>
          <ac:grpSpMkLst>
            <pc:docMk/>
            <pc:sldMk cId="120903187" sldId="1211"/>
            <ac:grpSpMk id="22" creationId="{61CD5A7B-3DE9-AC24-9B5A-8BCE129B097B}"/>
          </ac:grpSpMkLst>
        </pc:grpChg>
        <pc:grpChg chg="add mod">
          <ac:chgData name="Lines, Todd" userId="afaf7c3a-e8aa-4568-882a-02ad8f9e19b0" providerId="ADAL" clId="{5FF5AC1B-ABA9-43D7-A1E3-2D92732CD6E2}" dt="2025-10-31T21:53:35.133" v="394" actId="164"/>
          <ac:grpSpMkLst>
            <pc:docMk/>
            <pc:sldMk cId="120903187" sldId="1211"/>
            <ac:grpSpMk id="25" creationId="{846EEB31-00F6-8CAD-C1D2-47A2C89BC740}"/>
          </ac:grpSpMkLst>
        </pc:grpChg>
        <pc:grpChg chg="add mod">
          <ac:chgData name="Lines, Todd" userId="afaf7c3a-e8aa-4568-882a-02ad8f9e19b0" providerId="ADAL" clId="{5FF5AC1B-ABA9-43D7-A1E3-2D92732CD6E2}" dt="2025-10-31T21:53:35.133" v="394" actId="164"/>
          <ac:grpSpMkLst>
            <pc:docMk/>
            <pc:sldMk cId="120903187" sldId="1211"/>
            <ac:grpSpMk id="28" creationId="{F7BC2DF8-7E07-9BAF-84ED-671F877A0E84}"/>
          </ac:grpSpMkLst>
        </pc:grpChg>
        <pc:grpChg chg="add mod">
          <ac:chgData name="Lines, Todd" userId="afaf7c3a-e8aa-4568-882a-02ad8f9e19b0" providerId="ADAL" clId="{5FF5AC1B-ABA9-43D7-A1E3-2D92732CD6E2}" dt="2025-10-31T21:53:35.133" v="394" actId="164"/>
          <ac:grpSpMkLst>
            <pc:docMk/>
            <pc:sldMk cId="120903187" sldId="1211"/>
            <ac:grpSpMk id="31" creationId="{3ACA90F5-7065-194C-F85B-753C6806183C}"/>
          </ac:grpSpMkLst>
        </pc:grpChg>
        <pc:cxnChg chg="add mod">
          <ac:chgData name="Lines, Todd" userId="afaf7c3a-e8aa-4568-882a-02ad8f9e19b0" providerId="ADAL" clId="{5FF5AC1B-ABA9-43D7-A1E3-2D92732CD6E2}" dt="2025-10-31T21:49:33.154" v="168" actId="164"/>
          <ac:cxnSpMkLst>
            <pc:docMk/>
            <pc:sldMk cId="120903187" sldId="1211"/>
            <ac:cxnSpMk id="6" creationId="{2D8FAE13-0B0E-059C-3191-B4D47AB95CDB}"/>
          </ac:cxnSpMkLst>
        </pc:cxnChg>
        <pc:cxnChg chg="add mod">
          <ac:chgData name="Lines, Todd" userId="afaf7c3a-e8aa-4568-882a-02ad8f9e19b0" providerId="ADAL" clId="{5FF5AC1B-ABA9-43D7-A1E3-2D92732CD6E2}" dt="2025-10-31T21:49:33.154" v="168" actId="164"/>
          <ac:cxnSpMkLst>
            <pc:docMk/>
            <pc:sldMk cId="120903187" sldId="1211"/>
            <ac:cxnSpMk id="8" creationId="{E2BD7E74-067B-A0B3-8C14-8C590609AB96}"/>
          </ac:cxnSpMkLst>
        </pc:cxnChg>
        <pc:cxnChg chg="add del mod">
          <ac:chgData name="Lines, Todd" userId="afaf7c3a-e8aa-4568-882a-02ad8f9e19b0" providerId="ADAL" clId="{5FF5AC1B-ABA9-43D7-A1E3-2D92732CD6E2}" dt="2025-10-31T21:49:08.546" v="165" actId="478"/>
          <ac:cxnSpMkLst>
            <pc:docMk/>
            <pc:sldMk cId="120903187" sldId="1211"/>
            <ac:cxnSpMk id="10" creationId="{94DD497E-2900-DA99-7673-C52F8DD41A0C}"/>
          </ac:cxnSpMkLst>
        </pc:cxnChg>
        <pc:cxnChg chg="mod">
          <ac:chgData name="Lines, Todd" userId="afaf7c3a-e8aa-4568-882a-02ad8f9e19b0" providerId="ADAL" clId="{5FF5AC1B-ABA9-43D7-A1E3-2D92732CD6E2}" dt="2025-10-31T21:49:34.699" v="169"/>
          <ac:cxnSpMkLst>
            <pc:docMk/>
            <pc:sldMk cId="120903187" sldId="1211"/>
            <ac:cxnSpMk id="14" creationId="{2026664B-9754-32FA-77A3-04A857CA1F99}"/>
          </ac:cxnSpMkLst>
        </pc:cxnChg>
        <pc:cxnChg chg="mod">
          <ac:chgData name="Lines, Todd" userId="afaf7c3a-e8aa-4568-882a-02ad8f9e19b0" providerId="ADAL" clId="{5FF5AC1B-ABA9-43D7-A1E3-2D92732CD6E2}" dt="2025-10-31T21:49:34.699" v="169"/>
          <ac:cxnSpMkLst>
            <pc:docMk/>
            <pc:sldMk cId="120903187" sldId="1211"/>
            <ac:cxnSpMk id="15" creationId="{F94D4250-2D41-5A29-05FA-C4F3EBCF1426}"/>
          </ac:cxnSpMkLst>
        </pc:cxnChg>
      </pc:sldChg>
      <pc:sldChg chg="addSp delSp modSp add mod">
        <pc:chgData name="Lines, Todd" userId="afaf7c3a-e8aa-4568-882a-02ad8f9e19b0" providerId="ADAL" clId="{5FF5AC1B-ABA9-43D7-A1E3-2D92732CD6E2}" dt="2025-10-31T21:58:16.515" v="440" actId="1038"/>
        <pc:sldMkLst>
          <pc:docMk/>
          <pc:sldMk cId="4276956584" sldId="1212"/>
        </pc:sldMkLst>
        <pc:spChg chg="mod">
          <ac:chgData name="Lines, Todd" userId="afaf7c3a-e8aa-4568-882a-02ad8f9e19b0" providerId="ADAL" clId="{5FF5AC1B-ABA9-43D7-A1E3-2D92732CD6E2}" dt="2025-10-31T21:54:07.690" v="397" actId="20577"/>
          <ac:spMkLst>
            <pc:docMk/>
            <pc:sldMk cId="4276956584" sldId="1212"/>
            <ac:spMk id="3" creationId="{87B3D348-2E90-A35F-9ED8-FA8AA048DF3D}"/>
          </ac:spMkLst>
        </pc:spChg>
        <pc:spChg chg="del">
          <ac:chgData name="Lines, Todd" userId="afaf7c3a-e8aa-4568-882a-02ad8f9e19b0" providerId="ADAL" clId="{5FF5AC1B-ABA9-43D7-A1E3-2D92732CD6E2}" dt="2025-10-31T21:56:03.826" v="408" actId="478"/>
          <ac:spMkLst>
            <pc:docMk/>
            <pc:sldMk cId="4276956584" sldId="1212"/>
            <ac:spMk id="4" creationId="{C98D3B0E-6599-AC63-8855-19855A2B9186}"/>
          </ac:spMkLst>
        </pc:spChg>
        <pc:spChg chg="add mod">
          <ac:chgData name="Lines, Todd" userId="afaf7c3a-e8aa-4568-882a-02ad8f9e19b0" providerId="ADAL" clId="{5FF5AC1B-ABA9-43D7-A1E3-2D92732CD6E2}" dt="2025-10-31T21:57:54.157" v="433" actId="14100"/>
          <ac:spMkLst>
            <pc:docMk/>
            <pc:sldMk cId="4276956584" sldId="1212"/>
            <ac:spMk id="7" creationId="{9D8766D3-DE83-4AF2-86EB-42EF4C5C38F8}"/>
          </ac:spMkLst>
        </pc:spChg>
        <pc:spChg chg="add mod">
          <ac:chgData name="Lines, Todd" userId="afaf7c3a-e8aa-4568-882a-02ad8f9e19b0" providerId="ADAL" clId="{5FF5AC1B-ABA9-43D7-A1E3-2D92732CD6E2}" dt="2025-10-31T21:58:16.515" v="440" actId="1038"/>
          <ac:spMkLst>
            <pc:docMk/>
            <pc:sldMk cId="4276956584" sldId="1212"/>
            <ac:spMk id="9" creationId="{3E524588-C624-B54B-F600-9F11D1B199E7}"/>
          </ac:spMkLst>
        </pc:spChg>
        <pc:spChg chg="mod topLvl">
          <ac:chgData name="Lines, Todd" userId="afaf7c3a-e8aa-4568-882a-02ad8f9e19b0" providerId="ADAL" clId="{5FF5AC1B-ABA9-43D7-A1E3-2D92732CD6E2}" dt="2025-10-31T21:55:45.201" v="401" actId="165"/>
          <ac:spMkLst>
            <pc:docMk/>
            <pc:sldMk cId="4276956584" sldId="1212"/>
            <ac:spMk id="16" creationId="{41CB9F2D-D553-133B-2FEF-B9FEC64D6A8B}"/>
          </ac:spMkLst>
        </pc:spChg>
        <pc:spChg chg="mod topLvl">
          <ac:chgData name="Lines, Todd" userId="afaf7c3a-e8aa-4568-882a-02ad8f9e19b0" providerId="ADAL" clId="{5FF5AC1B-ABA9-43D7-A1E3-2D92732CD6E2}" dt="2025-10-31T21:55:45.201" v="401" actId="165"/>
          <ac:spMkLst>
            <pc:docMk/>
            <pc:sldMk cId="4276956584" sldId="1212"/>
            <ac:spMk id="17" creationId="{8E911FBD-9199-339E-11E2-EA396E0850EA}"/>
          </ac:spMkLst>
        </pc:spChg>
        <pc:spChg chg="mod topLvl">
          <ac:chgData name="Lines, Todd" userId="afaf7c3a-e8aa-4568-882a-02ad8f9e19b0" providerId="ADAL" clId="{5FF5AC1B-ABA9-43D7-A1E3-2D92732CD6E2}" dt="2025-10-31T21:55:45.201" v="401" actId="165"/>
          <ac:spMkLst>
            <pc:docMk/>
            <pc:sldMk cId="4276956584" sldId="1212"/>
            <ac:spMk id="18" creationId="{1BB2AC70-BA95-4077-D0D7-1518DBA6F57C}"/>
          </ac:spMkLst>
        </pc:spChg>
        <pc:spChg chg="mod">
          <ac:chgData name="Lines, Todd" userId="afaf7c3a-e8aa-4568-882a-02ad8f9e19b0" providerId="ADAL" clId="{5FF5AC1B-ABA9-43D7-A1E3-2D92732CD6E2}" dt="2025-10-31T21:55:45.201" v="401" actId="165"/>
          <ac:spMkLst>
            <pc:docMk/>
            <pc:sldMk cId="4276956584" sldId="1212"/>
            <ac:spMk id="19" creationId="{0CCA265B-4EC6-7025-92F0-7ED3060B445D}"/>
          </ac:spMkLst>
        </pc:spChg>
        <pc:spChg chg="mod">
          <ac:chgData name="Lines, Todd" userId="afaf7c3a-e8aa-4568-882a-02ad8f9e19b0" providerId="ADAL" clId="{5FF5AC1B-ABA9-43D7-A1E3-2D92732CD6E2}" dt="2025-10-31T21:55:45.201" v="401" actId="165"/>
          <ac:spMkLst>
            <pc:docMk/>
            <pc:sldMk cId="4276956584" sldId="1212"/>
            <ac:spMk id="23" creationId="{62D7B6F7-4BEF-884B-8B23-6D5BA439AAD9}"/>
          </ac:spMkLst>
        </pc:spChg>
        <pc:spChg chg="mod">
          <ac:chgData name="Lines, Todd" userId="afaf7c3a-e8aa-4568-882a-02ad8f9e19b0" providerId="ADAL" clId="{5FF5AC1B-ABA9-43D7-A1E3-2D92732CD6E2}" dt="2025-10-31T21:55:45.201" v="401" actId="165"/>
          <ac:spMkLst>
            <pc:docMk/>
            <pc:sldMk cId="4276956584" sldId="1212"/>
            <ac:spMk id="24" creationId="{0B9FB257-84C7-3BC7-B25E-FE2EEF8898B0}"/>
          </ac:spMkLst>
        </pc:spChg>
        <pc:spChg chg="mod">
          <ac:chgData name="Lines, Todd" userId="afaf7c3a-e8aa-4568-882a-02ad8f9e19b0" providerId="ADAL" clId="{5FF5AC1B-ABA9-43D7-A1E3-2D92732CD6E2}" dt="2025-10-31T21:55:45.201" v="401" actId="165"/>
          <ac:spMkLst>
            <pc:docMk/>
            <pc:sldMk cId="4276956584" sldId="1212"/>
            <ac:spMk id="26" creationId="{A669C85C-28A7-C9BD-E221-0B98049C76C4}"/>
          </ac:spMkLst>
        </pc:spChg>
        <pc:spChg chg="mod">
          <ac:chgData name="Lines, Todd" userId="afaf7c3a-e8aa-4568-882a-02ad8f9e19b0" providerId="ADAL" clId="{5FF5AC1B-ABA9-43D7-A1E3-2D92732CD6E2}" dt="2025-10-31T21:55:45.201" v="401" actId="165"/>
          <ac:spMkLst>
            <pc:docMk/>
            <pc:sldMk cId="4276956584" sldId="1212"/>
            <ac:spMk id="27" creationId="{CFC5DA0B-62BA-8A8C-7371-8031FF0FAD58}"/>
          </ac:spMkLst>
        </pc:spChg>
        <pc:spChg chg="mod">
          <ac:chgData name="Lines, Todd" userId="afaf7c3a-e8aa-4568-882a-02ad8f9e19b0" providerId="ADAL" clId="{5FF5AC1B-ABA9-43D7-A1E3-2D92732CD6E2}" dt="2025-10-31T21:55:45.201" v="401" actId="165"/>
          <ac:spMkLst>
            <pc:docMk/>
            <pc:sldMk cId="4276956584" sldId="1212"/>
            <ac:spMk id="29" creationId="{AB2149A6-E98D-ADE9-8856-01F8BEBD1BFB}"/>
          </ac:spMkLst>
        </pc:spChg>
        <pc:spChg chg="mod">
          <ac:chgData name="Lines, Todd" userId="afaf7c3a-e8aa-4568-882a-02ad8f9e19b0" providerId="ADAL" clId="{5FF5AC1B-ABA9-43D7-A1E3-2D92732CD6E2}" dt="2025-10-31T21:55:45.201" v="401" actId="165"/>
          <ac:spMkLst>
            <pc:docMk/>
            <pc:sldMk cId="4276956584" sldId="1212"/>
            <ac:spMk id="30" creationId="{CAEC7215-3FEB-F815-EE06-83D890C6F512}"/>
          </ac:spMkLst>
        </pc:spChg>
        <pc:grpChg chg="del">
          <ac:chgData name="Lines, Todd" userId="afaf7c3a-e8aa-4568-882a-02ad8f9e19b0" providerId="ADAL" clId="{5FF5AC1B-ABA9-43D7-A1E3-2D92732CD6E2}" dt="2025-10-31T21:55:51.523" v="402" actId="478"/>
          <ac:grpSpMkLst>
            <pc:docMk/>
            <pc:sldMk cId="4276956584" sldId="1212"/>
            <ac:grpSpMk id="12" creationId="{C636FF96-7511-6B02-BD65-A6851D34ECFD}"/>
          </ac:grpSpMkLst>
        </pc:grpChg>
        <pc:grpChg chg="del">
          <ac:chgData name="Lines, Todd" userId="afaf7c3a-e8aa-4568-882a-02ad8f9e19b0" providerId="ADAL" clId="{5FF5AC1B-ABA9-43D7-A1E3-2D92732CD6E2}" dt="2025-10-31T21:55:52.660" v="403" actId="478"/>
          <ac:grpSpMkLst>
            <pc:docMk/>
            <pc:sldMk cId="4276956584" sldId="1212"/>
            <ac:grpSpMk id="13" creationId="{76D7EFD5-2A93-14FD-2C6C-A5EE1B5FA3B1}"/>
          </ac:grpSpMkLst>
        </pc:grpChg>
        <pc:grpChg chg="del">
          <ac:chgData name="Lines, Todd" userId="afaf7c3a-e8aa-4568-882a-02ad8f9e19b0" providerId="ADAL" clId="{5FF5AC1B-ABA9-43D7-A1E3-2D92732CD6E2}" dt="2025-10-31T21:55:56.163" v="406" actId="478"/>
          <ac:grpSpMkLst>
            <pc:docMk/>
            <pc:sldMk cId="4276956584" sldId="1212"/>
            <ac:grpSpMk id="21" creationId="{52D4AC86-0E30-D6BD-0216-CB728C091EA0}"/>
          </ac:grpSpMkLst>
        </pc:grpChg>
        <pc:grpChg chg="del">
          <ac:chgData name="Lines, Todd" userId="afaf7c3a-e8aa-4568-882a-02ad8f9e19b0" providerId="ADAL" clId="{5FF5AC1B-ABA9-43D7-A1E3-2D92732CD6E2}" dt="2025-10-31T21:55:53.828" v="404" actId="478"/>
          <ac:grpSpMkLst>
            <pc:docMk/>
            <pc:sldMk cId="4276956584" sldId="1212"/>
            <ac:grpSpMk id="22" creationId="{2C159B9C-4485-68E0-47C0-F2486329459D}"/>
          </ac:grpSpMkLst>
        </pc:grpChg>
        <pc:grpChg chg="del">
          <ac:chgData name="Lines, Todd" userId="afaf7c3a-e8aa-4568-882a-02ad8f9e19b0" providerId="ADAL" clId="{5FF5AC1B-ABA9-43D7-A1E3-2D92732CD6E2}" dt="2025-10-31T21:55:55.076" v="405" actId="478"/>
          <ac:grpSpMkLst>
            <pc:docMk/>
            <pc:sldMk cId="4276956584" sldId="1212"/>
            <ac:grpSpMk id="25" creationId="{4D4EC379-0C14-58B6-963C-88753DBDE095}"/>
          </ac:grpSpMkLst>
        </pc:grpChg>
        <pc:grpChg chg="del">
          <ac:chgData name="Lines, Todd" userId="afaf7c3a-e8aa-4568-882a-02ad8f9e19b0" providerId="ADAL" clId="{5FF5AC1B-ABA9-43D7-A1E3-2D92732CD6E2}" dt="2025-10-31T21:55:57.476" v="407" actId="478"/>
          <ac:grpSpMkLst>
            <pc:docMk/>
            <pc:sldMk cId="4276956584" sldId="1212"/>
            <ac:grpSpMk id="28" creationId="{AC038176-645E-B990-2FBA-A9B89ACBDB44}"/>
          </ac:grpSpMkLst>
        </pc:grpChg>
        <pc:picChg chg="add mod ord modCrop">
          <ac:chgData name="Lines, Todd" userId="afaf7c3a-e8aa-4568-882a-02ad8f9e19b0" providerId="ADAL" clId="{5FF5AC1B-ABA9-43D7-A1E3-2D92732CD6E2}" dt="2025-10-31T21:56:23.906" v="414" actId="1037"/>
          <ac:picMkLst>
            <pc:docMk/>
            <pc:sldMk cId="4276956584" sldId="1212"/>
            <ac:picMk id="5" creationId="{EBDD7582-554F-2B32-B574-F1A361B4B925}"/>
          </ac:picMkLst>
        </pc:picChg>
      </pc:sldChg>
      <pc:sldChg chg="addSp delSp modSp add mod">
        <pc:chgData name="Lines, Todd" userId="afaf7c3a-e8aa-4568-882a-02ad8f9e19b0" providerId="ADAL" clId="{5FF5AC1B-ABA9-43D7-A1E3-2D92732CD6E2}" dt="2025-10-31T22:05:01.330" v="539" actId="1076"/>
        <pc:sldMkLst>
          <pc:docMk/>
          <pc:sldMk cId="2262698979" sldId="1213"/>
        </pc:sldMkLst>
        <pc:spChg chg="mod">
          <ac:chgData name="Lines, Todd" userId="afaf7c3a-e8aa-4568-882a-02ad8f9e19b0" providerId="ADAL" clId="{5FF5AC1B-ABA9-43D7-A1E3-2D92732CD6E2}" dt="2025-10-31T22:01:23.535" v="483" actId="20577"/>
          <ac:spMkLst>
            <pc:docMk/>
            <pc:sldMk cId="2262698979" sldId="1213"/>
            <ac:spMk id="3" creationId="{9FE6400F-2A56-F85F-F25B-B5C10A86DDCA}"/>
          </ac:spMkLst>
        </pc:spChg>
        <pc:spChg chg="del mod topLvl">
          <ac:chgData name="Lines, Todd" userId="afaf7c3a-e8aa-4568-882a-02ad8f9e19b0" providerId="ADAL" clId="{5FF5AC1B-ABA9-43D7-A1E3-2D92732CD6E2}" dt="2025-10-31T22:01:56.963" v="493" actId="478"/>
          <ac:spMkLst>
            <pc:docMk/>
            <pc:sldMk cId="2262698979" sldId="1213"/>
            <ac:spMk id="4" creationId="{737591A9-C3B5-C510-C286-96DFEDC7F8E0}"/>
          </ac:spMkLst>
        </pc:spChg>
        <pc:spChg chg="add mod">
          <ac:chgData name="Lines, Todd" userId="afaf7c3a-e8aa-4568-882a-02ad8f9e19b0" providerId="ADAL" clId="{5FF5AC1B-ABA9-43D7-A1E3-2D92732CD6E2}" dt="2025-10-31T22:02:48.741" v="500" actId="2085"/>
          <ac:spMkLst>
            <pc:docMk/>
            <pc:sldMk cId="2262698979" sldId="1213"/>
            <ac:spMk id="5" creationId="{D69E2148-ED40-F738-37FD-2A237DC18729}"/>
          </ac:spMkLst>
        </pc:spChg>
        <pc:spChg chg="add mod ord">
          <ac:chgData name="Lines, Todd" userId="afaf7c3a-e8aa-4568-882a-02ad8f9e19b0" providerId="ADAL" clId="{5FF5AC1B-ABA9-43D7-A1E3-2D92732CD6E2}" dt="2025-10-31T22:02:52.802" v="503" actId="1035"/>
          <ac:spMkLst>
            <pc:docMk/>
            <pc:sldMk cId="2262698979" sldId="1213"/>
            <ac:spMk id="7" creationId="{24597438-46D7-C9CC-2C2A-38E9C74794C1}"/>
          </ac:spMkLst>
        </pc:spChg>
        <pc:spChg chg="add mod">
          <ac:chgData name="Lines, Todd" userId="afaf7c3a-e8aa-4568-882a-02ad8f9e19b0" providerId="ADAL" clId="{5FF5AC1B-ABA9-43D7-A1E3-2D92732CD6E2}" dt="2025-10-31T22:03:17.244" v="509" actId="1076"/>
          <ac:spMkLst>
            <pc:docMk/>
            <pc:sldMk cId="2262698979" sldId="1213"/>
            <ac:spMk id="9" creationId="{9C24DC83-5F5D-1D56-4993-3EB16DF09AF1}"/>
          </ac:spMkLst>
        </pc:spChg>
        <pc:spChg chg="mod topLvl">
          <ac:chgData name="Lines, Todd" userId="afaf7c3a-e8aa-4568-882a-02ad8f9e19b0" providerId="ADAL" clId="{5FF5AC1B-ABA9-43D7-A1E3-2D92732CD6E2}" dt="2025-10-31T22:04:11.885" v="523" actId="1582"/>
          <ac:spMkLst>
            <pc:docMk/>
            <pc:sldMk cId="2262698979" sldId="1213"/>
            <ac:spMk id="16" creationId="{B19468E0-F1D2-CC79-8BC3-A532E8D49803}"/>
          </ac:spMkLst>
        </pc:spChg>
        <pc:spChg chg="mod topLvl">
          <ac:chgData name="Lines, Todd" userId="afaf7c3a-e8aa-4568-882a-02ad8f9e19b0" providerId="ADAL" clId="{5FF5AC1B-ABA9-43D7-A1E3-2D92732CD6E2}" dt="2025-10-31T22:01:41.477" v="484" actId="165"/>
          <ac:spMkLst>
            <pc:docMk/>
            <pc:sldMk cId="2262698979" sldId="1213"/>
            <ac:spMk id="18" creationId="{58FE8F1D-35BA-C283-AF91-E14C09D9F76F}"/>
          </ac:spMkLst>
        </pc:spChg>
        <pc:spChg chg="mod">
          <ac:chgData name="Lines, Todd" userId="afaf7c3a-e8aa-4568-882a-02ad8f9e19b0" providerId="ADAL" clId="{5FF5AC1B-ABA9-43D7-A1E3-2D92732CD6E2}" dt="2025-10-31T22:01:41.477" v="484" actId="165"/>
          <ac:spMkLst>
            <pc:docMk/>
            <pc:sldMk cId="2262698979" sldId="1213"/>
            <ac:spMk id="19" creationId="{D8C380E2-0511-2E13-1612-88C8DCBF286C}"/>
          </ac:spMkLst>
        </pc:spChg>
        <pc:spChg chg="mod">
          <ac:chgData name="Lines, Todd" userId="afaf7c3a-e8aa-4568-882a-02ad8f9e19b0" providerId="ADAL" clId="{5FF5AC1B-ABA9-43D7-A1E3-2D92732CD6E2}" dt="2025-10-31T22:01:41.477" v="484" actId="165"/>
          <ac:spMkLst>
            <pc:docMk/>
            <pc:sldMk cId="2262698979" sldId="1213"/>
            <ac:spMk id="20" creationId="{0CB56AF1-6324-1382-2C18-3BA52BF4C992}"/>
          </ac:spMkLst>
        </pc:spChg>
        <pc:spChg chg="mod">
          <ac:chgData name="Lines, Todd" userId="afaf7c3a-e8aa-4568-882a-02ad8f9e19b0" providerId="ADAL" clId="{5FF5AC1B-ABA9-43D7-A1E3-2D92732CD6E2}" dt="2025-10-31T22:01:41.477" v="484" actId="165"/>
          <ac:spMkLst>
            <pc:docMk/>
            <pc:sldMk cId="2262698979" sldId="1213"/>
            <ac:spMk id="24" creationId="{7E00C949-2435-F10E-4902-609B16A7AE7C}"/>
          </ac:spMkLst>
        </pc:spChg>
        <pc:spChg chg="mod">
          <ac:chgData name="Lines, Todd" userId="afaf7c3a-e8aa-4568-882a-02ad8f9e19b0" providerId="ADAL" clId="{5FF5AC1B-ABA9-43D7-A1E3-2D92732CD6E2}" dt="2025-10-31T22:01:41.477" v="484" actId="165"/>
          <ac:spMkLst>
            <pc:docMk/>
            <pc:sldMk cId="2262698979" sldId="1213"/>
            <ac:spMk id="26" creationId="{3289E4AD-A3BC-5A12-A3E4-010BE2E0359F}"/>
          </ac:spMkLst>
        </pc:spChg>
        <pc:spChg chg="mod">
          <ac:chgData name="Lines, Todd" userId="afaf7c3a-e8aa-4568-882a-02ad8f9e19b0" providerId="ADAL" clId="{5FF5AC1B-ABA9-43D7-A1E3-2D92732CD6E2}" dt="2025-10-31T22:01:41.477" v="484" actId="165"/>
          <ac:spMkLst>
            <pc:docMk/>
            <pc:sldMk cId="2262698979" sldId="1213"/>
            <ac:spMk id="27" creationId="{5B3110D3-30AF-9128-10F0-9EAACB13C9B6}"/>
          </ac:spMkLst>
        </pc:spChg>
        <pc:spChg chg="mod">
          <ac:chgData name="Lines, Todd" userId="afaf7c3a-e8aa-4568-882a-02ad8f9e19b0" providerId="ADAL" clId="{5FF5AC1B-ABA9-43D7-A1E3-2D92732CD6E2}" dt="2025-10-31T22:01:41.477" v="484" actId="165"/>
          <ac:spMkLst>
            <pc:docMk/>
            <pc:sldMk cId="2262698979" sldId="1213"/>
            <ac:spMk id="29" creationId="{147011B1-8C07-8942-C62B-DEE87B32A069}"/>
          </ac:spMkLst>
        </pc:spChg>
        <pc:spChg chg="mod">
          <ac:chgData name="Lines, Todd" userId="afaf7c3a-e8aa-4568-882a-02ad8f9e19b0" providerId="ADAL" clId="{5FF5AC1B-ABA9-43D7-A1E3-2D92732CD6E2}" dt="2025-10-31T22:01:41.477" v="484" actId="165"/>
          <ac:spMkLst>
            <pc:docMk/>
            <pc:sldMk cId="2262698979" sldId="1213"/>
            <ac:spMk id="30" creationId="{73A8E200-2962-E21E-86CE-3F11B9C6F254}"/>
          </ac:spMkLst>
        </pc:spChg>
        <pc:spChg chg="add mod">
          <ac:chgData name="Lines, Todd" userId="afaf7c3a-e8aa-4568-882a-02ad8f9e19b0" providerId="ADAL" clId="{5FF5AC1B-ABA9-43D7-A1E3-2D92732CD6E2}" dt="2025-10-31T22:05:01.330" v="539" actId="1076"/>
          <ac:spMkLst>
            <pc:docMk/>
            <pc:sldMk cId="2262698979" sldId="1213"/>
            <ac:spMk id="45" creationId="{0446F087-A8BC-8C0F-05CC-89100609E664}"/>
          </ac:spMkLst>
        </pc:spChg>
        <pc:grpChg chg="del">
          <ac:chgData name="Lines, Todd" userId="afaf7c3a-e8aa-4568-882a-02ad8f9e19b0" providerId="ADAL" clId="{5FF5AC1B-ABA9-43D7-A1E3-2D92732CD6E2}" dt="2025-10-31T22:01:52.228" v="489" actId="478"/>
          <ac:grpSpMkLst>
            <pc:docMk/>
            <pc:sldMk cId="2262698979" sldId="1213"/>
            <ac:grpSpMk id="12" creationId="{7DC4AECA-93E1-E037-631F-92A9068E329C}"/>
          </ac:grpSpMkLst>
        </pc:grpChg>
        <pc:grpChg chg="del">
          <ac:chgData name="Lines, Todd" userId="afaf7c3a-e8aa-4568-882a-02ad8f9e19b0" providerId="ADAL" clId="{5FF5AC1B-ABA9-43D7-A1E3-2D92732CD6E2}" dt="2025-10-31T22:01:50.066" v="487" actId="478"/>
          <ac:grpSpMkLst>
            <pc:docMk/>
            <pc:sldMk cId="2262698979" sldId="1213"/>
            <ac:grpSpMk id="13" creationId="{3A50CC8F-B1B2-B63E-E0EE-97FAB95575E5}"/>
          </ac:grpSpMkLst>
        </pc:grpChg>
        <pc:grpChg chg="del">
          <ac:chgData name="Lines, Todd" userId="afaf7c3a-e8aa-4568-882a-02ad8f9e19b0" providerId="ADAL" clId="{5FF5AC1B-ABA9-43D7-A1E3-2D92732CD6E2}" dt="2025-10-31T22:01:54.322" v="491" actId="478"/>
          <ac:grpSpMkLst>
            <pc:docMk/>
            <pc:sldMk cId="2262698979" sldId="1213"/>
            <ac:grpSpMk id="21" creationId="{DF202149-5BB5-0AE6-47C2-77A5CE7A4CF6}"/>
          </ac:grpSpMkLst>
        </pc:grpChg>
        <pc:grpChg chg="del">
          <ac:chgData name="Lines, Todd" userId="afaf7c3a-e8aa-4568-882a-02ad8f9e19b0" providerId="ADAL" clId="{5FF5AC1B-ABA9-43D7-A1E3-2D92732CD6E2}" dt="2025-10-31T22:01:51.490" v="488" actId="478"/>
          <ac:grpSpMkLst>
            <pc:docMk/>
            <pc:sldMk cId="2262698979" sldId="1213"/>
            <ac:grpSpMk id="22" creationId="{60990AFD-735F-0CE7-E735-7311B903909F}"/>
          </ac:grpSpMkLst>
        </pc:grpChg>
        <pc:grpChg chg="del">
          <ac:chgData name="Lines, Todd" userId="afaf7c3a-e8aa-4568-882a-02ad8f9e19b0" providerId="ADAL" clId="{5FF5AC1B-ABA9-43D7-A1E3-2D92732CD6E2}" dt="2025-10-31T22:01:53.427" v="490" actId="478"/>
          <ac:grpSpMkLst>
            <pc:docMk/>
            <pc:sldMk cId="2262698979" sldId="1213"/>
            <ac:grpSpMk id="25" creationId="{D085E69E-0EA5-03B6-8E2E-2A552E275727}"/>
          </ac:grpSpMkLst>
        </pc:grpChg>
        <pc:grpChg chg="del">
          <ac:chgData name="Lines, Todd" userId="afaf7c3a-e8aa-4568-882a-02ad8f9e19b0" providerId="ADAL" clId="{5FF5AC1B-ABA9-43D7-A1E3-2D92732CD6E2}" dt="2025-10-31T22:01:55.363" v="492" actId="478"/>
          <ac:grpSpMkLst>
            <pc:docMk/>
            <pc:sldMk cId="2262698979" sldId="1213"/>
            <ac:grpSpMk id="28" creationId="{0565807C-B27C-6FDC-6C94-6705C64A1BC7}"/>
          </ac:grpSpMkLst>
        </pc:grpChg>
        <pc:cxnChg chg="add mod">
          <ac:chgData name="Lines, Todd" userId="afaf7c3a-e8aa-4568-882a-02ad8f9e19b0" providerId="ADAL" clId="{5FF5AC1B-ABA9-43D7-A1E3-2D92732CD6E2}" dt="2025-10-31T22:03:24.255" v="512" actId="13822"/>
          <ac:cxnSpMkLst>
            <pc:docMk/>
            <pc:sldMk cId="2262698979" sldId="1213"/>
            <ac:cxnSpMk id="11" creationId="{3E7BB8EE-9C7C-15CD-F8F7-0BDD68996536}"/>
          </ac:cxnSpMkLst>
        </pc:cxnChg>
        <pc:cxnChg chg="add mod">
          <ac:chgData name="Lines, Todd" userId="afaf7c3a-e8aa-4568-882a-02ad8f9e19b0" providerId="ADAL" clId="{5FF5AC1B-ABA9-43D7-A1E3-2D92732CD6E2}" dt="2025-10-31T22:03:55.217" v="520" actId="14100"/>
          <ac:cxnSpMkLst>
            <pc:docMk/>
            <pc:sldMk cId="2262698979" sldId="1213"/>
            <ac:cxnSpMk id="33" creationId="{8101B91F-AC40-2916-FA82-3384F5E5F717}"/>
          </ac:cxnSpMkLst>
        </pc:cxnChg>
        <pc:cxnChg chg="add del mod">
          <ac:chgData name="Lines, Todd" userId="afaf7c3a-e8aa-4568-882a-02ad8f9e19b0" providerId="ADAL" clId="{5FF5AC1B-ABA9-43D7-A1E3-2D92732CD6E2}" dt="2025-10-31T22:04:01.905" v="522" actId="478"/>
          <ac:cxnSpMkLst>
            <pc:docMk/>
            <pc:sldMk cId="2262698979" sldId="1213"/>
            <ac:cxnSpMk id="34" creationId="{18680949-0AA4-A309-3E4D-056E77546D10}"/>
          </ac:cxnSpMkLst>
        </pc:cxnChg>
        <pc:cxnChg chg="add mod">
          <ac:chgData name="Lines, Todd" userId="afaf7c3a-e8aa-4568-882a-02ad8f9e19b0" providerId="ADAL" clId="{5FF5AC1B-ABA9-43D7-A1E3-2D92732CD6E2}" dt="2025-10-31T22:03:52.450" v="519" actId="14100"/>
          <ac:cxnSpMkLst>
            <pc:docMk/>
            <pc:sldMk cId="2262698979" sldId="1213"/>
            <ac:cxnSpMk id="36" creationId="{D47811F9-5E16-75E3-0208-9A40567074F8}"/>
          </ac:cxnSpMkLst>
        </pc:cxnChg>
        <pc:cxnChg chg="add mod">
          <ac:chgData name="Lines, Todd" userId="afaf7c3a-e8aa-4568-882a-02ad8f9e19b0" providerId="ADAL" clId="{5FF5AC1B-ABA9-43D7-A1E3-2D92732CD6E2}" dt="2025-10-31T22:04:19.753" v="526" actId="14100"/>
          <ac:cxnSpMkLst>
            <pc:docMk/>
            <pc:sldMk cId="2262698979" sldId="1213"/>
            <ac:cxnSpMk id="40" creationId="{E2CCAD4C-8D17-816B-306D-F95629585912}"/>
          </ac:cxnSpMkLst>
        </pc:cxnChg>
        <pc:cxnChg chg="add mod">
          <ac:chgData name="Lines, Todd" userId="afaf7c3a-e8aa-4568-882a-02ad8f9e19b0" providerId="ADAL" clId="{5FF5AC1B-ABA9-43D7-A1E3-2D92732CD6E2}" dt="2025-10-31T22:04:36.274" v="530" actId="1076"/>
          <ac:cxnSpMkLst>
            <pc:docMk/>
            <pc:sldMk cId="2262698979" sldId="1213"/>
            <ac:cxnSpMk id="42" creationId="{33627062-B999-60F6-6FF1-B54B59CCD7B4}"/>
          </ac:cxnSpMkLst>
        </pc:cxnChg>
        <pc:cxnChg chg="add mod">
          <ac:chgData name="Lines, Todd" userId="afaf7c3a-e8aa-4568-882a-02ad8f9e19b0" providerId="ADAL" clId="{5FF5AC1B-ABA9-43D7-A1E3-2D92732CD6E2}" dt="2025-10-31T22:04:45.280" v="534" actId="1076"/>
          <ac:cxnSpMkLst>
            <pc:docMk/>
            <pc:sldMk cId="2262698979" sldId="1213"/>
            <ac:cxnSpMk id="43" creationId="{EAC5E67D-1FBB-C49F-83F2-8687BB608270}"/>
          </ac:cxnSpMkLst>
        </pc:cxnChg>
      </pc:sldChg>
      <pc:sldChg chg="addSp delSp modSp add mod">
        <pc:chgData name="Lines, Todd" userId="afaf7c3a-e8aa-4568-882a-02ad8f9e19b0" providerId="ADAL" clId="{5FF5AC1B-ABA9-43D7-A1E3-2D92732CD6E2}" dt="2025-10-31T22:07:08.098" v="561" actId="478"/>
        <pc:sldMkLst>
          <pc:docMk/>
          <pc:sldMk cId="4106481917" sldId="1214"/>
        </pc:sldMkLst>
        <pc:spChg chg="mod">
          <ac:chgData name="Lines, Todd" userId="afaf7c3a-e8aa-4568-882a-02ad8f9e19b0" providerId="ADAL" clId="{5FF5AC1B-ABA9-43D7-A1E3-2D92732CD6E2}" dt="2025-10-31T22:05:30.293" v="549" actId="20577"/>
          <ac:spMkLst>
            <pc:docMk/>
            <pc:sldMk cId="4106481917" sldId="1214"/>
            <ac:spMk id="3" creationId="{27154FE0-90EE-6894-7CCC-0987BC6BB8CD}"/>
          </ac:spMkLst>
        </pc:spChg>
        <pc:spChg chg="mod">
          <ac:chgData name="Lines, Todd" userId="afaf7c3a-e8aa-4568-882a-02ad8f9e19b0" providerId="ADAL" clId="{5FF5AC1B-ABA9-43D7-A1E3-2D92732CD6E2}" dt="2025-10-31T22:06:33.594" v="552" actId="164"/>
          <ac:spMkLst>
            <pc:docMk/>
            <pc:sldMk cId="4106481917" sldId="1214"/>
            <ac:spMk id="4" creationId="{65A54991-94CE-238D-26D6-A2A72012FF96}"/>
          </ac:spMkLst>
        </pc:spChg>
        <pc:spChg chg="del">
          <ac:chgData name="Lines, Todd" userId="afaf7c3a-e8aa-4568-882a-02ad8f9e19b0" providerId="ADAL" clId="{5FF5AC1B-ABA9-43D7-A1E3-2D92732CD6E2}" dt="2025-10-31T22:05:58.177" v="550" actId="478"/>
          <ac:spMkLst>
            <pc:docMk/>
            <pc:sldMk cId="4106481917" sldId="1214"/>
            <ac:spMk id="5" creationId="{FC450F3D-7DF7-A7AB-91B7-842172491AE8}"/>
          </ac:spMkLst>
        </pc:spChg>
        <pc:spChg chg="mod">
          <ac:chgData name="Lines, Todd" userId="afaf7c3a-e8aa-4568-882a-02ad8f9e19b0" providerId="ADAL" clId="{5FF5AC1B-ABA9-43D7-A1E3-2D92732CD6E2}" dt="2025-10-31T22:06:33.594" v="552" actId="164"/>
          <ac:spMkLst>
            <pc:docMk/>
            <pc:sldMk cId="4106481917" sldId="1214"/>
            <ac:spMk id="6" creationId="{642354C2-40D6-4853-E231-5DB698098440}"/>
          </ac:spMkLst>
        </pc:spChg>
        <pc:spChg chg="del">
          <ac:chgData name="Lines, Todd" userId="afaf7c3a-e8aa-4568-882a-02ad8f9e19b0" providerId="ADAL" clId="{5FF5AC1B-ABA9-43D7-A1E3-2D92732CD6E2}" dt="2025-10-31T22:05:58.177" v="550" actId="478"/>
          <ac:spMkLst>
            <pc:docMk/>
            <pc:sldMk cId="4106481917" sldId="1214"/>
            <ac:spMk id="7" creationId="{26B881C5-65E9-E1C9-329B-ABC5B4417FB9}"/>
          </ac:spMkLst>
        </pc:spChg>
        <pc:spChg chg="del mod">
          <ac:chgData name="Lines, Todd" userId="afaf7c3a-e8aa-4568-882a-02ad8f9e19b0" providerId="ADAL" clId="{5FF5AC1B-ABA9-43D7-A1E3-2D92732CD6E2}" dt="2025-10-31T22:07:06.448" v="560" actId="478"/>
          <ac:spMkLst>
            <pc:docMk/>
            <pc:sldMk cId="4106481917" sldId="1214"/>
            <ac:spMk id="8" creationId="{E936D253-EEB7-6E36-FBD7-CAA5A2516A0F}"/>
          </ac:spMkLst>
        </pc:spChg>
        <pc:spChg chg="del">
          <ac:chgData name="Lines, Todd" userId="afaf7c3a-e8aa-4568-882a-02ad8f9e19b0" providerId="ADAL" clId="{5FF5AC1B-ABA9-43D7-A1E3-2D92732CD6E2}" dt="2025-10-31T22:05:58.177" v="550" actId="478"/>
          <ac:spMkLst>
            <pc:docMk/>
            <pc:sldMk cId="4106481917" sldId="1214"/>
            <ac:spMk id="9" creationId="{4FBF3E06-CEAE-A733-F8AC-B4014C881ABB}"/>
          </ac:spMkLst>
        </pc:spChg>
        <pc:spChg chg="add del mod">
          <ac:chgData name="Lines, Todd" userId="afaf7c3a-e8aa-4568-882a-02ad8f9e19b0" providerId="ADAL" clId="{5FF5AC1B-ABA9-43D7-A1E3-2D92732CD6E2}" dt="2025-10-31T22:07:08.098" v="561" actId="478"/>
          <ac:spMkLst>
            <pc:docMk/>
            <pc:sldMk cId="4106481917" sldId="1214"/>
            <ac:spMk id="10" creationId="{B0C0E4F4-4A5B-235F-09C1-C04B1B459862}"/>
          </ac:spMkLst>
        </pc:spChg>
        <pc:spChg chg="del">
          <ac:chgData name="Lines, Todd" userId="afaf7c3a-e8aa-4568-882a-02ad8f9e19b0" providerId="ADAL" clId="{5FF5AC1B-ABA9-43D7-A1E3-2D92732CD6E2}" dt="2025-10-31T22:05:58.177" v="550" actId="478"/>
          <ac:spMkLst>
            <pc:docMk/>
            <pc:sldMk cId="4106481917" sldId="1214"/>
            <ac:spMk id="16" creationId="{FB67B51B-43B6-3195-6930-BED49D851E0C}"/>
          </ac:spMkLst>
        </pc:spChg>
        <pc:spChg chg="del">
          <ac:chgData name="Lines, Todd" userId="afaf7c3a-e8aa-4568-882a-02ad8f9e19b0" providerId="ADAL" clId="{5FF5AC1B-ABA9-43D7-A1E3-2D92732CD6E2}" dt="2025-10-31T22:05:58.177" v="550" actId="478"/>
          <ac:spMkLst>
            <pc:docMk/>
            <pc:sldMk cId="4106481917" sldId="1214"/>
            <ac:spMk id="17" creationId="{7429F389-076D-7142-8B70-3FBF8E5F7A1C}"/>
          </ac:spMkLst>
        </pc:spChg>
        <pc:spChg chg="del">
          <ac:chgData name="Lines, Todd" userId="afaf7c3a-e8aa-4568-882a-02ad8f9e19b0" providerId="ADAL" clId="{5FF5AC1B-ABA9-43D7-A1E3-2D92732CD6E2}" dt="2025-10-31T22:05:58.177" v="550" actId="478"/>
          <ac:spMkLst>
            <pc:docMk/>
            <pc:sldMk cId="4106481917" sldId="1214"/>
            <ac:spMk id="18" creationId="{D688AC50-34D6-C3DE-1D4E-85E267DE9018}"/>
          </ac:spMkLst>
        </pc:spChg>
        <pc:spChg chg="mod">
          <ac:chgData name="Lines, Todd" userId="afaf7c3a-e8aa-4568-882a-02ad8f9e19b0" providerId="ADAL" clId="{5FF5AC1B-ABA9-43D7-A1E3-2D92732CD6E2}" dt="2025-10-31T22:06:28.343" v="551"/>
          <ac:spMkLst>
            <pc:docMk/>
            <pc:sldMk cId="4106481917" sldId="1214"/>
            <ac:spMk id="26" creationId="{EBAF7619-B43B-D3C6-A278-8D8A42D2C044}"/>
          </ac:spMkLst>
        </pc:spChg>
        <pc:spChg chg="mod">
          <ac:chgData name="Lines, Todd" userId="afaf7c3a-e8aa-4568-882a-02ad8f9e19b0" providerId="ADAL" clId="{5FF5AC1B-ABA9-43D7-A1E3-2D92732CD6E2}" dt="2025-10-31T22:06:28.343" v="551"/>
          <ac:spMkLst>
            <pc:docMk/>
            <pc:sldMk cId="4106481917" sldId="1214"/>
            <ac:spMk id="39" creationId="{A0DE6972-525E-637F-699D-7035F307559B}"/>
          </ac:spMkLst>
        </pc:spChg>
        <pc:spChg chg="del">
          <ac:chgData name="Lines, Todd" userId="afaf7c3a-e8aa-4568-882a-02ad8f9e19b0" providerId="ADAL" clId="{5FF5AC1B-ABA9-43D7-A1E3-2D92732CD6E2}" dt="2025-10-31T22:05:58.177" v="550" actId="478"/>
          <ac:spMkLst>
            <pc:docMk/>
            <pc:sldMk cId="4106481917" sldId="1214"/>
            <ac:spMk id="45" creationId="{3F8A10B9-7966-49C6-7345-200FAD253E3B}"/>
          </ac:spMkLst>
        </pc:spChg>
        <pc:spChg chg="mod">
          <ac:chgData name="Lines, Todd" userId="afaf7c3a-e8aa-4568-882a-02ad8f9e19b0" providerId="ADAL" clId="{5FF5AC1B-ABA9-43D7-A1E3-2D92732CD6E2}" dt="2025-10-31T22:06:28.343" v="551"/>
          <ac:spMkLst>
            <pc:docMk/>
            <pc:sldMk cId="4106481917" sldId="1214"/>
            <ac:spMk id="49" creationId="{1A5899E8-677D-32BB-05AD-605BF44654C4}"/>
          </ac:spMkLst>
        </pc:spChg>
        <pc:spChg chg="mod">
          <ac:chgData name="Lines, Todd" userId="afaf7c3a-e8aa-4568-882a-02ad8f9e19b0" providerId="ADAL" clId="{5FF5AC1B-ABA9-43D7-A1E3-2D92732CD6E2}" dt="2025-10-31T22:06:28.343" v="551"/>
          <ac:spMkLst>
            <pc:docMk/>
            <pc:sldMk cId="4106481917" sldId="1214"/>
            <ac:spMk id="56" creationId="{010065E6-4C6B-83CB-1046-820DACAC1FF8}"/>
          </ac:spMkLst>
        </pc:spChg>
        <pc:spChg chg="mod">
          <ac:chgData name="Lines, Todd" userId="afaf7c3a-e8aa-4568-882a-02ad8f9e19b0" providerId="ADAL" clId="{5FF5AC1B-ABA9-43D7-A1E3-2D92732CD6E2}" dt="2025-10-31T22:06:28.343" v="551"/>
          <ac:spMkLst>
            <pc:docMk/>
            <pc:sldMk cId="4106481917" sldId="1214"/>
            <ac:spMk id="67" creationId="{A676515D-F8A7-63EB-262E-D059F6B24C88}"/>
          </ac:spMkLst>
        </pc:spChg>
        <pc:spChg chg="mod">
          <ac:chgData name="Lines, Todd" userId="afaf7c3a-e8aa-4568-882a-02ad8f9e19b0" providerId="ADAL" clId="{5FF5AC1B-ABA9-43D7-A1E3-2D92732CD6E2}" dt="2025-10-31T22:06:28.343" v="551"/>
          <ac:spMkLst>
            <pc:docMk/>
            <pc:sldMk cId="4106481917" sldId="1214"/>
            <ac:spMk id="68" creationId="{EFBB6E24-8362-C6FD-921C-7987FC4FBE07}"/>
          </ac:spMkLst>
        </pc:spChg>
        <pc:spChg chg="mod">
          <ac:chgData name="Lines, Todd" userId="afaf7c3a-e8aa-4568-882a-02ad8f9e19b0" providerId="ADAL" clId="{5FF5AC1B-ABA9-43D7-A1E3-2D92732CD6E2}" dt="2025-10-31T22:06:28.343" v="551"/>
          <ac:spMkLst>
            <pc:docMk/>
            <pc:sldMk cId="4106481917" sldId="1214"/>
            <ac:spMk id="71" creationId="{ED8FC048-51FF-05EF-E969-53EAD6BFBFF2}"/>
          </ac:spMkLst>
        </pc:spChg>
        <pc:spChg chg="mod">
          <ac:chgData name="Lines, Todd" userId="afaf7c3a-e8aa-4568-882a-02ad8f9e19b0" providerId="ADAL" clId="{5FF5AC1B-ABA9-43D7-A1E3-2D92732CD6E2}" dt="2025-10-31T22:06:28.343" v="551"/>
          <ac:spMkLst>
            <pc:docMk/>
            <pc:sldMk cId="4106481917" sldId="1214"/>
            <ac:spMk id="89" creationId="{F076ABF6-8725-4D56-2E59-BA687326F7EA}"/>
          </ac:spMkLst>
        </pc:spChg>
        <pc:spChg chg="mod">
          <ac:chgData name="Lines, Todd" userId="afaf7c3a-e8aa-4568-882a-02ad8f9e19b0" providerId="ADAL" clId="{5FF5AC1B-ABA9-43D7-A1E3-2D92732CD6E2}" dt="2025-10-31T22:06:28.343" v="551"/>
          <ac:spMkLst>
            <pc:docMk/>
            <pc:sldMk cId="4106481917" sldId="1214"/>
            <ac:spMk id="100" creationId="{8FB9FC69-38F6-FE95-4CC6-9199AB8039C0}"/>
          </ac:spMkLst>
        </pc:spChg>
        <pc:spChg chg="mod">
          <ac:chgData name="Lines, Todd" userId="afaf7c3a-e8aa-4568-882a-02ad8f9e19b0" providerId="ADAL" clId="{5FF5AC1B-ABA9-43D7-A1E3-2D92732CD6E2}" dt="2025-10-31T22:06:33.594" v="552" actId="164"/>
          <ac:spMkLst>
            <pc:docMk/>
            <pc:sldMk cId="4106481917" sldId="1214"/>
            <ac:spMk id="114" creationId="{D7EC8D4D-EC5A-083B-75E5-A25774980F05}"/>
          </ac:spMkLst>
        </pc:spChg>
        <pc:spChg chg="mod">
          <ac:chgData name="Lines, Todd" userId="afaf7c3a-e8aa-4568-882a-02ad8f9e19b0" providerId="ADAL" clId="{5FF5AC1B-ABA9-43D7-A1E3-2D92732CD6E2}" dt="2025-10-31T22:06:33.594" v="552" actId="164"/>
          <ac:spMkLst>
            <pc:docMk/>
            <pc:sldMk cId="4106481917" sldId="1214"/>
            <ac:spMk id="115" creationId="{645B6B99-6DF2-1F34-7618-1E8D15887373}"/>
          </ac:spMkLst>
        </pc:spChg>
        <pc:spChg chg="del mod">
          <ac:chgData name="Lines, Todd" userId="afaf7c3a-e8aa-4568-882a-02ad8f9e19b0" providerId="ADAL" clId="{5FF5AC1B-ABA9-43D7-A1E3-2D92732CD6E2}" dt="2025-10-31T22:07:01.712" v="559" actId="478"/>
          <ac:spMkLst>
            <pc:docMk/>
            <pc:sldMk cId="4106481917" sldId="1214"/>
            <ac:spMk id="125" creationId="{A1D0864C-FEEA-0C08-DAB1-47D102A64027}"/>
          </ac:spMkLst>
        </pc:spChg>
        <pc:spChg chg="mod">
          <ac:chgData name="Lines, Todd" userId="afaf7c3a-e8aa-4568-882a-02ad8f9e19b0" providerId="ADAL" clId="{5FF5AC1B-ABA9-43D7-A1E3-2D92732CD6E2}" dt="2025-10-31T22:06:48.582" v="557" actId="404"/>
          <ac:spMkLst>
            <pc:docMk/>
            <pc:sldMk cId="4106481917" sldId="1214"/>
            <ac:spMk id="126" creationId="{4A477A6C-73E6-B3E3-F3E7-B682694F1644}"/>
          </ac:spMkLst>
        </pc:spChg>
        <pc:spChg chg="mod">
          <ac:chgData name="Lines, Todd" userId="afaf7c3a-e8aa-4568-882a-02ad8f9e19b0" providerId="ADAL" clId="{5FF5AC1B-ABA9-43D7-A1E3-2D92732CD6E2}" dt="2025-10-31T22:06:53.978" v="558" actId="1076"/>
          <ac:spMkLst>
            <pc:docMk/>
            <pc:sldMk cId="4106481917" sldId="1214"/>
            <ac:spMk id="127" creationId="{06FDB40D-DEF0-7B1A-3CE8-9E40AD92292A}"/>
          </ac:spMkLst>
        </pc:spChg>
        <pc:grpChg chg="mod">
          <ac:chgData name="Lines, Todd" userId="afaf7c3a-e8aa-4568-882a-02ad8f9e19b0" providerId="ADAL" clId="{5FF5AC1B-ABA9-43D7-A1E3-2D92732CD6E2}" dt="2025-10-31T22:06:33.594" v="552" actId="164"/>
          <ac:grpSpMkLst>
            <pc:docMk/>
            <pc:sldMk cId="4106481917" sldId="1214"/>
            <ac:grpSpMk id="63" creationId="{FDEDBDA0-8AEB-6611-24F2-8BD237F0FFAC}"/>
          </ac:grpSpMkLst>
        </pc:grpChg>
        <pc:grpChg chg="mod">
          <ac:chgData name="Lines, Todd" userId="afaf7c3a-e8aa-4568-882a-02ad8f9e19b0" providerId="ADAL" clId="{5FF5AC1B-ABA9-43D7-A1E3-2D92732CD6E2}" dt="2025-10-31T22:06:42.395" v="555" actId="1076"/>
          <ac:grpSpMkLst>
            <pc:docMk/>
            <pc:sldMk cId="4106481917" sldId="1214"/>
            <ac:grpSpMk id="128" creationId="{936AB8A6-4317-16D9-B82D-B1FE65A1F578}"/>
          </ac:grpSpMkLst>
        </pc:grpChg>
        <pc:cxnChg chg="del mod">
          <ac:chgData name="Lines, Todd" userId="afaf7c3a-e8aa-4568-882a-02ad8f9e19b0" providerId="ADAL" clId="{5FF5AC1B-ABA9-43D7-A1E3-2D92732CD6E2}" dt="2025-10-31T22:05:58.177" v="550" actId="478"/>
          <ac:cxnSpMkLst>
            <pc:docMk/>
            <pc:sldMk cId="4106481917" sldId="1214"/>
            <ac:cxnSpMk id="33" creationId="{CA2E0EFC-0CB4-8F05-5CCE-4698F3A34021}"/>
          </ac:cxnSpMkLst>
        </pc:cxnChg>
        <pc:cxnChg chg="del">
          <ac:chgData name="Lines, Todd" userId="afaf7c3a-e8aa-4568-882a-02ad8f9e19b0" providerId="ADAL" clId="{5FF5AC1B-ABA9-43D7-A1E3-2D92732CD6E2}" dt="2025-10-31T22:05:58.177" v="550" actId="478"/>
          <ac:cxnSpMkLst>
            <pc:docMk/>
            <pc:sldMk cId="4106481917" sldId="1214"/>
            <ac:cxnSpMk id="42" creationId="{B990974D-3A65-980C-CE72-DCC73BABC211}"/>
          </ac:cxnSpMkLst>
        </pc:cxnChg>
        <pc:cxnChg chg="del">
          <ac:chgData name="Lines, Todd" userId="afaf7c3a-e8aa-4568-882a-02ad8f9e19b0" providerId="ADAL" clId="{5FF5AC1B-ABA9-43D7-A1E3-2D92732CD6E2}" dt="2025-10-31T22:05:58.177" v="550" actId="478"/>
          <ac:cxnSpMkLst>
            <pc:docMk/>
            <pc:sldMk cId="4106481917" sldId="1214"/>
            <ac:cxnSpMk id="43" creationId="{8CD71255-8065-CAAD-1524-5AD46EC6BA75}"/>
          </ac:cxnSpMkLst>
        </pc:cxnChg>
      </pc:sldChg>
      <pc:sldChg chg="addSp modSp new mod">
        <pc:chgData name="Lines, Todd" userId="afaf7c3a-e8aa-4568-882a-02ad8f9e19b0" providerId="ADAL" clId="{5FF5AC1B-ABA9-43D7-A1E3-2D92732CD6E2}" dt="2025-10-31T22:11:57.393" v="735" actId="1076"/>
        <pc:sldMkLst>
          <pc:docMk/>
          <pc:sldMk cId="4094394642" sldId="1215"/>
        </pc:sldMkLst>
        <pc:spChg chg="mod">
          <ac:chgData name="Lines, Todd" userId="afaf7c3a-e8aa-4568-882a-02ad8f9e19b0" providerId="ADAL" clId="{5FF5AC1B-ABA9-43D7-A1E3-2D92732CD6E2}" dt="2025-10-31T22:09:07.468" v="583" actId="20577"/>
          <ac:spMkLst>
            <pc:docMk/>
            <pc:sldMk cId="4094394642" sldId="1215"/>
            <ac:spMk id="2" creationId="{F71E1013-2060-7589-948E-32B757B849C0}"/>
          </ac:spMkLst>
        </pc:spChg>
        <pc:spChg chg="mod">
          <ac:chgData name="Lines, Todd" userId="afaf7c3a-e8aa-4568-882a-02ad8f9e19b0" providerId="ADAL" clId="{5FF5AC1B-ABA9-43D7-A1E3-2D92732CD6E2}" dt="2025-10-31T22:11:50.137" v="734" actId="27636"/>
          <ac:spMkLst>
            <pc:docMk/>
            <pc:sldMk cId="4094394642" sldId="1215"/>
            <ac:spMk id="3" creationId="{576551F6-D5CF-6905-8240-F51BFF0EEA33}"/>
          </ac:spMkLst>
        </pc:spChg>
        <pc:spChg chg="add mod">
          <ac:chgData name="Lines, Todd" userId="afaf7c3a-e8aa-4568-882a-02ad8f9e19b0" providerId="ADAL" clId="{5FF5AC1B-ABA9-43D7-A1E3-2D92732CD6E2}" dt="2025-10-31T22:08:44.939" v="570" actId="404"/>
          <ac:spMkLst>
            <pc:docMk/>
            <pc:sldMk cId="4094394642" sldId="1215"/>
            <ac:spMk id="4" creationId="{BEF7184D-15CF-E2BF-79BB-7344AB4A3671}"/>
          </ac:spMkLst>
        </pc:spChg>
        <pc:spChg chg="mod">
          <ac:chgData name="Lines, Todd" userId="afaf7c3a-e8aa-4568-882a-02ad8f9e19b0" providerId="ADAL" clId="{5FF5AC1B-ABA9-43D7-A1E3-2D92732CD6E2}" dt="2025-10-31T22:08:33.796" v="565" actId="164"/>
          <ac:spMkLst>
            <pc:docMk/>
            <pc:sldMk cId="4094394642" sldId="1215"/>
            <ac:spMk id="5" creationId="{AE77DBE3-5B3B-FBDD-21BF-4573FFAA0DBF}"/>
          </ac:spMkLst>
        </pc:spChg>
        <pc:spChg chg="mod">
          <ac:chgData name="Lines, Todd" userId="afaf7c3a-e8aa-4568-882a-02ad8f9e19b0" providerId="ADAL" clId="{5FF5AC1B-ABA9-43D7-A1E3-2D92732CD6E2}" dt="2025-10-31T22:08:44.939" v="570" actId="404"/>
          <ac:spMkLst>
            <pc:docMk/>
            <pc:sldMk cId="4094394642" sldId="1215"/>
            <ac:spMk id="28" creationId="{F7E4DB69-07F6-C082-FDA9-D5AD5DEE3891}"/>
          </ac:spMkLst>
        </pc:spChg>
        <pc:spChg chg="mod">
          <ac:chgData name="Lines, Todd" userId="afaf7c3a-e8aa-4568-882a-02ad8f9e19b0" providerId="ADAL" clId="{5FF5AC1B-ABA9-43D7-A1E3-2D92732CD6E2}" dt="2025-10-31T22:08:44.939" v="570" actId="404"/>
          <ac:spMkLst>
            <pc:docMk/>
            <pc:sldMk cId="4094394642" sldId="1215"/>
            <ac:spMk id="29" creationId="{F1A53FFF-494E-CFFE-6637-244BC4CED776}"/>
          </ac:spMkLst>
        </pc:spChg>
        <pc:spChg chg="mod">
          <ac:chgData name="Lines, Todd" userId="afaf7c3a-e8aa-4568-882a-02ad8f9e19b0" providerId="ADAL" clId="{5FF5AC1B-ABA9-43D7-A1E3-2D92732CD6E2}" dt="2025-10-31T22:08:44.939" v="570" actId="404"/>
          <ac:spMkLst>
            <pc:docMk/>
            <pc:sldMk cId="4094394642" sldId="1215"/>
            <ac:spMk id="31" creationId="{AF13F867-F63B-1D8B-9069-EA2DF3E834DE}"/>
          </ac:spMkLst>
        </pc:spChg>
        <pc:spChg chg="mod">
          <ac:chgData name="Lines, Todd" userId="afaf7c3a-e8aa-4568-882a-02ad8f9e19b0" providerId="ADAL" clId="{5FF5AC1B-ABA9-43D7-A1E3-2D92732CD6E2}" dt="2025-10-31T22:08:44.939" v="570" actId="404"/>
          <ac:spMkLst>
            <pc:docMk/>
            <pc:sldMk cId="4094394642" sldId="1215"/>
            <ac:spMk id="35" creationId="{95159572-4E15-E598-B60C-DA82A8A65E9B}"/>
          </ac:spMkLst>
        </pc:spChg>
        <pc:spChg chg="mod">
          <ac:chgData name="Lines, Todd" userId="afaf7c3a-e8aa-4568-882a-02ad8f9e19b0" providerId="ADAL" clId="{5FF5AC1B-ABA9-43D7-A1E3-2D92732CD6E2}" dt="2025-10-31T22:08:44.939" v="570" actId="404"/>
          <ac:spMkLst>
            <pc:docMk/>
            <pc:sldMk cId="4094394642" sldId="1215"/>
            <ac:spMk id="53" creationId="{8F4F15D7-8000-0154-54AC-8FF3808A491D}"/>
          </ac:spMkLst>
        </pc:spChg>
        <pc:spChg chg="mod">
          <ac:chgData name="Lines, Todd" userId="afaf7c3a-e8aa-4568-882a-02ad8f9e19b0" providerId="ADAL" clId="{5FF5AC1B-ABA9-43D7-A1E3-2D92732CD6E2}" dt="2025-10-31T22:08:44.939" v="570" actId="404"/>
          <ac:spMkLst>
            <pc:docMk/>
            <pc:sldMk cId="4094394642" sldId="1215"/>
            <ac:spMk id="73" creationId="{FA4492EF-5127-7B4A-5EBB-53D7F9CFD605}"/>
          </ac:spMkLst>
        </pc:spChg>
        <pc:spChg chg="mod">
          <ac:chgData name="Lines, Todd" userId="afaf7c3a-e8aa-4568-882a-02ad8f9e19b0" providerId="ADAL" clId="{5FF5AC1B-ABA9-43D7-A1E3-2D92732CD6E2}" dt="2025-10-31T22:08:44.939" v="570" actId="404"/>
          <ac:spMkLst>
            <pc:docMk/>
            <pc:sldMk cId="4094394642" sldId="1215"/>
            <ac:spMk id="76" creationId="{71444319-E26F-574D-356A-02DFD86A1FD2}"/>
          </ac:spMkLst>
        </pc:spChg>
        <pc:spChg chg="mod">
          <ac:chgData name="Lines, Todd" userId="afaf7c3a-e8aa-4568-882a-02ad8f9e19b0" providerId="ADAL" clId="{5FF5AC1B-ABA9-43D7-A1E3-2D92732CD6E2}" dt="2025-10-31T22:08:44.939" v="570" actId="404"/>
          <ac:spMkLst>
            <pc:docMk/>
            <pc:sldMk cId="4094394642" sldId="1215"/>
            <ac:spMk id="77" creationId="{06F7D27C-0C27-FF28-1E98-7D47B86BB974}"/>
          </ac:spMkLst>
        </pc:spChg>
        <pc:spChg chg="mod">
          <ac:chgData name="Lines, Todd" userId="afaf7c3a-e8aa-4568-882a-02ad8f9e19b0" providerId="ADAL" clId="{5FF5AC1B-ABA9-43D7-A1E3-2D92732CD6E2}" dt="2025-10-31T22:08:44.939" v="570" actId="404"/>
          <ac:spMkLst>
            <pc:docMk/>
            <pc:sldMk cId="4094394642" sldId="1215"/>
            <ac:spMk id="83" creationId="{C98D86F9-C9BE-5C0C-C81D-83B7676B7066}"/>
          </ac:spMkLst>
        </pc:spChg>
        <pc:spChg chg="mod">
          <ac:chgData name="Lines, Todd" userId="afaf7c3a-e8aa-4568-882a-02ad8f9e19b0" providerId="ADAL" clId="{5FF5AC1B-ABA9-43D7-A1E3-2D92732CD6E2}" dt="2025-10-31T22:08:33.796" v="565" actId="164"/>
          <ac:spMkLst>
            <pc:docMk/>
            <pc:sldMk cId="4094394642" sldId="1215"/>
            <ac:spMk id="108" creationId="{91C77A36-CCF9-68F8-0909-C3799F0B7E7B}"/>
          </ac:spMkLst>
        </pc:spChg>
        <pc:spChg chg="mod">
          <ac:chgData name="Lines, Todd" userId="afaf7c3a-e8aa-4568-882a-02ad8f9e19b0" providerId="ADAL" clId="{5FF5AC1B-ABA9-43D7-A1E3-2D92732CD6E2}" dt="2025-10-31T22:08:33.796" v="565" actId="164"/>
          <ac:spMkLst>
            <pc:docMk/>
            <pc:sldMk cId="4094394642" sldId="1215"/>
            <ac:spMk id="109" creationId="{19FB59EE-6308-A51E-FBC8-44ADF18AD5D3}"/>
          </ac:spMkLst>
        </pc:spChg>
        <pc:spChg chg="mod">
          <ac:chgData name="Lines, Todd" userId="afaf7c3a-e8aa-4568-882a-02ad8f9e19b0" providerId="ADAL" clId="{5FF5AC1B-ABA9-43D7-A1E3-2D92732CD6E2}" dt="2025-10-31T22:08:56.929" v="573" actId="14100"/>
          <ac:spMkLst>
            <pc:docMk/>
            <pc:sldMk cId="4094394642" sldId="1215"/>
            <ac:spMk id="122" creationId="{65600598-7453-D5F7-E32F-E59C3CF5FC73}"/>
          </ac:spMkLst>
        </pc:spChg>
        <pc:spChg chg="mod">
          <ac:chgData name="Lines, Todd" userId="afaf7c3a-e8aa-4568-882a-02ad8f9e19b0" providerId="ADAL" clId="{5FF5AC1B-ABA9-43D7-A1E3-2D92732CD6E2}" dt="2025-10-31T22:09:02.905" v="575" actId="1076"/>
          <ac:spMkLst>
            <pc:docMk/>
            <pc:sldMk cId="4094394642" sldId="1215"/>
            <ac:spMk id="123" creationId="{B1851D86-F3DF-828E-B700-2321A339064C}"/>
          </ac:spMkLst>
        </pc:spChg>
        <pc:spChg chg="mod">
          <ac:chgData name="Lines, Todd" userId="afaf7c3a-e8aa-4568-882a-02ad8f9e19b0" providerId="ADAL" clId="{5FF5AC1B-ABA9-43D7-A1E3-2D92732CD6E2}" dt="2025-10-31T22:08:33.796" v="565" actId="164"/>
          <ac:spMkLst>
            <pc:docMk/>
            <pc:sldMk cId="4094394642" sldId="1215"/>
            <ac:spMk id="124" creationId="{73F61F17-F327-E2D6-09AE-8748AE164F06}"/>
          </ac:spMkLst>
        </pc:spChg>
        <pc:spChg chg="mod">
          <ac:chgData name="Lines, Todd" userId="afaf7c3a-e8aa-4568-882a-02ad8f9e19b0" providerId="ADAL" clId="{5FF5AC1B-ABA9-43D7-A1E3-2D92732CD6E2}" dt="2025-10-31T22:08:33.796" v="565" actId="164"/>
          <ac:spMkLst>
            <pc:docMk/>
            <pc:sldMk cId="4094394642" sldId="1215"/>
            <ac:spMk id="125" creationId="{4B01A738-2527-8E52-3605-F876A0D28F4B}"/>
          </ac:spMkLst>
        </pc:spChg>
        <pc:grpChg chg="mod">
          <ac:chgData name="Lines, Todd" userId="afaf7c3a-e8aa-4568-882a-02ad8f9e19b0" providerId="ADAL" clId="{5FF5AC1B-ABA9-43D7-A1E3-2D92732CD6E2}" dt="2025-10-31T22:08:33.796" v="565" actId="164"/>
          <ac:grpSpMkLst>
            <pc:docMk/>
            <pc:sldMk cId="4094394642" sldId="1215"/>
            <ac:grpSpMk id="15" creationId="{E6D94FB5-6746-E72A-DC76-083EFAE9EB2E}"/>
          </ac:grpSpMkLst>
        </pc:grpChg>
        <pc:grpChg chg="mod">
          <ac:chgData name="Lines, Todd" userId="afaf7c3a-e8aa-4568-882a-02ad8f9e19b0" providerId="ADAL" clId="{5FF5AC1B-ABA9-43D7-A1E3-2D92732CD6E2}" dt="2025-10-31T22:08:33.796" v="565" actId="164"/>
          <ac:grpSpMkLst>
            <pc:docMk/>
            <pc:sldMk cId="4094394642" sldId="1215"/>
            <ac:grpSpMk id="93" creationId="{EFE55442-A39E-3FC7-07E3-A504A905F57F}"/>
          </ac:grpSpMkLst>
        </pc:grpChg>
        <pc:grpChg chg="mod">
          <ac:chgData name="Lines, Todd" userId="afaf7c3a-e8aa-4568-882a-02ad8f9e19b0" providerId="ADAL" clId="{5FF5AC1B-ABA9-43D7-A1E3-2D92732CD6E2}" dt="2025-10-31T22:11:57.393" v="735" actId="1076"/>
          <ac:grpSpMkLst>
            <pc:docMk/>
            <pc:sldMk cId="4094394642" sldId="1215"/>
            <ac:grpSpMk id="126" creationId="{5C8877D7-EAF1-DD33-039C-B5C8A5DA6BE1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FEEA4-EA5E-494A-BCE5-F0B89785D4DC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AF9D2-9197-4EDA-B895-511B904516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FEEA4-EA5E-494A-BCE5-F0B89785D4DC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AF9D2-9197-4EDA-B895-511B904516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FEEA4-EA5E-494A-BCE5-F0B89785D4DC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AF9D2-9197-4EDA-B895-511B904516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FEEA4-EA5E-494A-BCE5-F0B89785D4DC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AF9D2-9197-4EDA-B895-511B904516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FEEA4-EA5E-494A-BCE5-F0B89785D4DC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AF9D2-9197-4EDA-B895-511B904516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FEEA4-EA5E-494A-BCE5-F0B89785D4DC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AF9D2-9197-4EDA-B895-511B904516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FEEA4-EA5E-494A-BCE5-F0B89785D4DC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AF9D2-9197-4EDA-B895-511B904516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FEEA4-EA5E-494A-BCE5-F0B89785D4DC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AF9D2-9197-4EDA-B895-511B904516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FEEA4-EA5E-494A-BCE5-F0B89785D4DC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AF9D2-9197-4EDA-B895-511B904516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FEEA4-EA5E-494A-BCE5-F0B89785D4DC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AF9D2-9197-4EDA-B895-511B904516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FEEA4-EA5E-494A-BCE5-F0B89785D4DC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AF9D2-9197-4EDA-B895-511B904516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8FEEA4-EA5E-494A-BCE5-F0B89785D4DC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AF9D2-9197-4EDA-B895-511B9045168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1E3AF-2BA8-63E3-73AB-1E9DC3C96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AC8DCF-9359-234F-8B1F-51B3BA1C2D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4506686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In Gauss’ law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subHide m:val="on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acc>
                          <m:accPr>
                            <m:chr m:val="⃗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𝑑𝐴</m:t>
                        </m:r>
                      </m:e>
                    </m:acc>
                  </m:oMath>
                </a14:m>
                <a:r>
                  <a:rPr lang="en-US" dirty="0"/>
                  <a:t> is equal to </a:t>
                </a:r>
              </a:p>
              <a:p>
                <a:pPr marL="514350" indent="-514350">
                  <a:buAutoNum type="alphaLcParenR"/>
                </a:pPr>
                <a:r>
                  <a:rPr lang="en-US" dirty="0"/>
                  <a:t> 0</a:t>
                </a:r>
              </a:p>
              <a:p>
                <a:pPr marL="514350" indent="-514350">
                  <a:buAutoNum type="alphaLcParenR"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𝑖𝑛𝑠𝑖𝑑𝑒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marL="514350" indent="-514350">
                  <a:buAutoNum type="alphaLcParenR"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US" dirty="0"/>
              </a:p>
              <a:p>
                <a:pPr marL="514350" indent="-514350">
                  <a:buAutoNum type="alphaLcParenR"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den>
                    </m:f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num>
                      <m:den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AC8DCF-9359-234F-8B1F-51B3BA1C2D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4506686" cy="4525963"/>
              </a:xfrm>
              <a:blipFill>
                <a:blip r:embed="rId2"/>
                <a:stretch>
                  <a:fillRect l="-3518" b="-5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3ACA90F5-7065-194C-F85B-753C6806183C}"/>
              </a:ext>
            </a:extLst>
          </p:cNvPr>
          <p:cNvGrpSpPr/>
          <p:nvPr/>
        </p:nvGrpSpPr>
        <p:grpSpPr>
          <a:xfrm>
            <a:off x="5419725" y="1990726"/>
            <a:ext cx="2876550" cy="2876550"/>
            <a:chOff x="5419725" y="1990726"/>
            <a:chExt cx="2876550" cy="287655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E337C42-AE94-EF23-8F5C-07D96532DE3D}"/>
                </a:ext>
              </a:extLst>
            </p:cNvPr>
            <p:cNvGrpSpPr/>
            <p:nvPr/>
          </p:nvGrpSpPr>
          <p:grpSpPr>
            <a:xfrm>
              <a:off x="5419725" y="2071689"/>
              <a:ext cx="2876550" cy="2714625"/>
              <a:chOff x="5715000" y="1600200"/>
              <a:chExt cx="2876550" cy="2714625"/>
            </a:xfrm>
          </p:grpSpPr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2D8FAE13-0B0E-059C-3191-B4D47AB95C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53275" y="1600200"/>
                <a:ext cx="0" cy="2714625"/>
              </a:xfrm>
              <a:prstGeom prst="line">
                <a:avLst/>
              </a:prstGeom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E2BD7E74-067B-A0B3-8C14-8C590609AB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15000" y="2957512"/>
                <a:ext cx="2876550" cy="0"/>
              </a:xfrm>
              <a:prstGeom prst="line">
                <a:avLst/>
              </a:prstGeom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99C56749-A824-EF3C-08F0-6FC4505B7C11}"/>
                </a:ext>
              </a:extLst>
            </p:cNvPr>
            <p:cNvGrpSpPr/>
            <p:nvPr/>
          </p:nvGrpSpPr>
          <p:grpSpPr>
            <a:xfrm rot="2700000">
              <a:off x="5419725" y="2071688"/>
              <a:ext cx="2876550" cy="2714625"/>
              <a:chOff x="5715000" y="1600200"/>
              <a:chExt cx="2876550" cy="2714625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2026664B-9754-32FA-77A3-04A857CA1F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53275" y="1600200"/>
                <a:ext cx="0" cy="2714625"/>
              </a:xfrm>
              <a:prstGeom prst="line">
                <a:avLst/>
              </a:prstGeom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F94D4250-2D41-5A29-05FA-C4F3EBCF14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15000" y="2957512"/>
                <a:ext cx="2876550" cy="0"/>
              </a:xfrm>
              <a:prstGeom prst="line">
                <a:avLst/>
              </a:prstGeom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B6AB4D59-905F-658B-17A0-5A6C819CE7B5}"/>
                </a:ext>
              </a:extLst>
            </p:cNvPr>
            <p:cNvSpPr/>
            <p:nvPr/>
          </p:nvSpPr>
          <p:spPr>
            <a:xfrm>
              <a:off x="6710363" y="3271839"/>
              <a:ext cx="295275" cy="314325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+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9A1427C-E828-BFFD-7E0B-C1F401D7A16D}"/>
                </a:ext>
              </a:extLst>
            </p:cNvPr>
            <p:cNvSpPr/>
            <p:nvPr/>
          </p:nvSpPr>
          <p:spPr>
            <a:xfrm>
              <a:off x="6206619" y="2813285"/>
              <a:ext cx="1302762" cy="1231429"/>
            </a:xfrm>
            <a:prstGeom prst="ellipse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8E4BC7C-7122-F627-6424-B125F65DE02D}"/>
                </a:ext>
              </a:extLst>
            </p:cNvPr>
            <p:cNvSpPr/>
            <p:nvPr/>
          </p:nvSpPr>
          <p:spPr>
            <a:xfrm>
              <a:off x="7269736" y="2925094"/>
              <a:ext cx="119504" cy="11814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BCF3510-CCDD-62BB-57D8-FF58A3D3A5C3}"/>
                </a:ext>
              </a:extLst>
            </p:cNvPr>
            <p:cNvSpPr txBox="1"/>
            <p:nvPr/>
          </p:nvSpPr>
          <p:spPr>
            <a:xfrm>
              <a:off x="7417808" y="2798240"/>
              <a:ext cx="3032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9BDB40D-4C9A-CE00-B6C8-534B6D4D3566}"/>
                </a:ext>
              </a:extLst>
            </p:cNvPr>
            <p:cNvGrpSpPr/>
            <p:nvPr/>
          </p:nvGrpSpPr>
          <p:grpSpPr>
            <a:xfrm>
              <a:off x="6791325" y="2411985"/>
              <a:ext cx="147638" cy="2114648"/>
              <a:chOff x="7086600" y="1940496"/>
              <a:chExt cx="147638" cy="2114648"/>
            </a:xfrm>
          </p:grpSpPr>
          <p:sp>
            <p:nvSpPr>
              <p:cNvPr id="19" name="Isosceles Triangle 18">
                <a:extLst>
                  <a:ext uri="{FF2B5EF4-FFF2-40B4-BE49-F238E27FC236}">
                    <a16:creationId xmlns:a16="http://schemas.microsoft.com/office/drawing/2014/main" id="{8B626920-B4C9-DCB3-251A-EA249B18ED01}"/>
                  </a:ext>
                </a:extLst>
              </p:cNvPr>
              <p:cNvSpPr/>
              <p:nvPr/>
            </p:nvSpPr>
            <p:spPr>
              <a:xfrm>
                <a:off x="7086600" y="1940496"/>
                <a:ext cx="147638" cy="57248"/>
              </a:xfrm>
              <a:prstGeom prst="triangl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Isosceles Triangle 19">
                <a:extLst>
                  <a:ext uri="{FF2B5EF4-FFF2-40B4-BE49-F238E27FC236}">
                    <a16:creationId xmlns:a16="http://schemas.microsoft.com/office/drawing/2014/main" id="{B551BC23-7BCE-F9BE-98C9-002C09285CC8}"/>
                  </a:ext>
                </a:extLst>
              </p:cNvPr>
              <p:cNvSpPr/>
              <p:nvPr/>
            </p:nvSpPr>
            <p:spPr>
              <a:xfrm flipV="1">
                <a:off x="7086600" y="3997896"/>
                <a:ext cx="147638" cy="57248"/>
              </a:xfrm>
              <a:prstGeom prst="triangl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1CD5A7B-3DE9-AC24-9B5A-8BCE129B097B}"/>
                </a:ext>
              </a:extLst>
            </p:cNvPr>
            <p:cNvGrpSpPr/>
            <p:nvPr/>
          </p:nvGrpSpPr>
          <p:grpSpPr>
            <a:xfrm rot="16200000">
              <a:off x="6791325" y="2376725"/>
              <a:ext cx="147638" cy="2114648"/>
              <a:chOff x="7086600" y="1940496"/>
              <a:chExt cx="147638" cy="2114648"/>
            </a:xfrm>
          </p:grpSpPr>
          <p:sp>
            <p:nvSpPr>
              <p:cNvPr id="23" name="Isosceles Triangle 22">
                <a:extLst>
                  <a:ext uri="{FF2B5EF4-FFF2-40B4-BE49-F238E27FC236}">
                    <a16:creationId xmlns:a16="http://schemas.microsoft.com/office/drawing/2014/main" id="{031BA6F4-EC16-86CB-5CBE-14BDB0359152}"/>
                  </a:ext>
                </a:extLst>
              </p:cNvPr>
              <p:cNvSpPr/>
              <p:nvPr/>
            </p:nvSpPr>
            <p:spPr>
              <a:xfrm>
                <a:off x="7086600" y="1940496"/>
                <a:ext cx="147638" cy="57248"/>
              </a:xfrm>
              <a:prstGeom prst="triangl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Isosceles Triangle 23">
                <a:extLst>
                  <a:ext uri="{FF2B5EF4-FFF2-40B4-BE49-F238E27FC236}">
                    <a16:creationId xmlns:a16="http://schemas.microsoft.com/office/drawing/2014/main" id="{04A30D48-6AF4-D3B1-7CD8-50688E34F0EB}"/>
                  </a:ext>
                </a:extLst>
              </p:cNvPr>
              <p:cNvSpPr/>
              <p:nvPr/>
            </p:nvSpPr>
            <p:spPr>
              <a:xfrm flipV="1">
                <a:off x="7086600" y="3997896"/>
                <a:ext cx="147638" cy="57248"/>
              </a:xfrm>
              <a:prstGeom prst="triangl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46EEB31-00F6-8CAD-C1D2-47A2C89BC740}"/>
                </a:ext>
              </a:extLst>
            </p:cNvPr>
            <p:cNvGrpSpPr/>
            <p:nvPr/>
          </p:nvGrpSpPr>
          <p:grpSpPr>
            <a:xfrm rot="2700000">
              <a:off x="6757802" y="2394310"/>
              <a:ext cx="147638" cy="2114648"/>
              <a:chOff x="7086600" y="1940496"/>
              <a:chExt cx="147638" cy="2114648"/>
            </a:xfrm>
          </p:grpSpPr>
          <p:sp>
            <p:nvSpPr>
              <p:cNvPr id="26" name="Isosceles Triangle 25">
                <a:extLst>
                  <a:ext uri="{FF2B5EF4-FFF2-40B4-BE49-F238E27FC236}">
                    <a16:creationId xmlns:a16="http://schemas.microsoft.com/office/drawing/2014/main" id="{983E2D7E-A008-A3F3-7181-BA0D0E0619B9}"/>
                  </a:ext>
                </a:extLst>
              </p:cNvPr>
              <p:cNvSpPr/>
              <p:nvPr/>
            </p:nvSpPr>
            <p:spPr>
              <a:xfrm>
                <a:off x="7086600" y="1940496"/>
                <a:ext cx="147638" cy="57248"/>
              </a:xfrm>
              <a:prstGeom prst="triangl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Isosceles Triangle 26">
                <a:extLst>
                  <a:ext uri="{FF2B5EF4-FFF2-40B4-BE49-F238E27FC236}">
                    <a16:creationId xmlns:a16="http://schemas.microsoft.com/office/drawing/2014/main" id="{810B6A9A-8307-C1D8-7CD6-B6DAD398FF09}"/>
                  </a:ext>
                </a:extLst>
              </p:cNvPr>
              <p:cNvSpPr/>
              <p:nvPr/>
            </p:nvSpPr>
            <p:spPr>
              <a:xfrm flipV="1">
                <a:off x="7086600" y="3997896"/>
                <a:ext cx="147638" cy="57248"/>
              </a:xfrm>
              <a:prstGeom prst="triangl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F7BC2DF8-7E07-9BAF-84ED-671F877A0E84}"/>
                </a:ext>
              </a:extLst>
            </p:cNvPr>
            <p:cNvGrpSpPr/>
            <p:nvPr/>
          </p:nvGrpSpPr>
          <p:grpSpPr>
            <a:xfrm rot="18900000">
              <a:off x="6817902" y="2405996"/>
              <a:ext cx="147638" cy="2114648"/>
              <a:chOff x="7086600" y="1940496"/>
              <a:chExt cx="147638" cy="2114648"/>
            </a:xfrm>
          </p:grpSpPr>
          <p:sp>
            <p:nvSpPr>
              <p:cNvPr id="29" name="Isosceles Triangle 28">
                <a:extLst>
                  <a:ext uri="{FF2B5EF4-FFF2-40B4-BE49-F238E27FC236}">
                    <a16:creationId xmlns:a16="http://schemas.microsoft.com/office/drawing/2014/main" id="{5724800B-0A03-1E3E-33F5-FA191C84FFEE}"/>
                  </a:ext>
                </a:extLst>
              </p:cNvPr>
              <p:cNvSpPr/>
              <p:nvPr/>
            </p:nvSpPr>
            <p:spPr>
              <a:xfrm>
                <a:off x="7086600" y="1940496"/>
                <a:ext cx="147638" cy="57248"/>
              </a:xfrm>
              <a:prstGeom prst="triangl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Isosceles Triangle 29">
                <a:extLst>
                  <a:ext uri="{FF2B5EF4-FFF2-40B4-BE49-F238E27FC236}">
                    <a16:creationId xmlns:a16="http://schemas.microsoft.com/office/drawing/2014/main" id="{1A8D99E6-6EC9-D4C3-AD8A-40656C4B2F71}"/>
                  </a:ext>
                </a:extLst>
              </p:cNvPr>
              <p:cNvSpPr/>
              <p:nvPr/>
            </p:nvSpPr>
            <p:spPr>
              <a:xfrm flipV="1">
                <a:off x="7086600" y="3997896"/>
                <a:ext cx="147638" cy="57248"/>
              </a:xfrm>
              <a:prstGeom prst="triangl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0903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87C88-9172-60C1-F015-201D02306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DD7582-554F-2B32-B574-F1A361B4B9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r="53883"/>
          <a:stretch>
            <a:fillRect/>
          </a:stretch>
        </p:blipFill>
        <p:spPr bwMode="auto">
          <a:xfrm>
            <a:off x="6139944" y="2592670"/>
            <a:ext cx="1666504" cy="1672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815CACF-6E48-4EDF-11AA-A62BA4CB0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B3D348-2E90-A35F-9ED8-FA8AA048DF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4506686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In Gauss’ law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subHide m:val="on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acc>
                          <m:accPr>
                            <m:chr m:val="⃗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𝑑𝐴</m:t>
                        </m:r>
                      </m:e>
                    </m:acc>
                  </m:oMath>
                </a14:m>
                <a:r>
                  <a:rPr lang="en-US" dirty="0"/>
                  <a:t> is equal to </a:t>
                </a:r>
              </a:p>
              <a:p>
                <a:pPr marL="514350" indent="-514350">
                  <a:buAutoNum type="alphaLcParenR"/>
                </a:pPr>
                <a:r>
                  <a:rPr lang="en-US" dirty="0"/>
                  <a:t> 0</a:t>
                </a:r>
              </a:p>
              <a:p>
                <a:pPr marL="514350" indent="-514350">
                  <a:buAutoNum type="alphaLcParenR"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𝑖𝑛𝑠𝑖𝑑𝑒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marL="514350" indent="-514350">
                  <a:buAutoNum type="alphaLcParenR"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US" dirty="0"/>
              </a:p>
              <a:p>
                <a:pPr marL="514350" indent="-514350">
                  <a:buAutoNum type="alphaLcParenR"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den>
                    </m:f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num>
                      <m:den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B3D348-2E90-A35F-9ED8-FA8AA048DF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4506686" cy="4525963"/>
              </a:xfrm>
              <a:blipFill>
                <a:blip r:embed="rId3"/>
                <a:stretch>
                  <a:fillRect l="-3518" b="-5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41CB9F2D-D553-133B-2FEF-B9FEC64D6A8B}"/>
              </a:ext>
            </a:extLst>
          </p:cNvPr>
          <p:cNvSpPr/>
          <p:nvPr/>
        </p:nvSpPr>
        <p:spPr>
          <a:xfrm>
            <a:off x="6206619" y="2813285"/>
            <a:ext cx="1302762" cy="1231429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E911FBD-9199-339E-11E2-EA396E0850EA}"/>
              </a:ext>
            </a:extLst>
          </p:cNvPr>
          <p:cNvSpPr/>
          <p:nvPr/>
        </p:nvSpPr>
        <p:spPr>
          <a:xfrm>
            <a:off x="7269736" y="2925094"/>
            <a:ext cx="119504" cy="118146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B2AC70-BA95-4077-D0D7-1518DBA6F57C}"/>
              </a:ext>
            </a:extLst>
          </p:cNvPr>
          <p:cNvSpPr txBox="1"/>
          <p:nvPr/>
        </p:nvSpPr>
        <p:spPr>
          <a:xfrm>
            <a:off x="7417808" y="2798240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9D8766D3-DE83-4AF2-86EB-42EF4C5C38F8}"/>
              </a:ext>
            </a:extLst>
          </p:cNvPr>
          <p:cNvSpPr/>
          <p:nvPr/>
        </p:nvSpPr>
        <p:spPr>
          <a:xfrm>
            <a:off x="7129302" y="2813285"/>
            <a:ext cx="885986" cy="1258379"/>
          </a:xfrm>
          <a:prstGeom prst="arc">
            <a:avLst>
              <a:gd name="adj1" fmla="val 16200000"/>
              <a:gd name="adj2" fmla="val 5389810"/>
            </a:avLst>
          </a:prstGeom>
          <a:ln w="19050">
            <a:solidFill>
              <a:srgbClr val="2C2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3E524588-C624-B54B-F600-9F11D1B199E7}"/>
              </a:ext>
            </a:extLst>
          </p:cNvPr>
          <p:cNvSpPr/>
          <p:nvPr/>
        </p:nvSpPr>
        <p:spPr>
          <a:xfrm flipH="1">
            <a:off x="5706476" y="2837607"/>
            <a:ext cx="885986" cy="1258379"/>
          </a:xfrm>
          <a:prstGeom prst="arc">
            <a:avLst>
              <a:gd name="adj1" fmla="val 16200000"/>
              <a:gd name="adj2" fmla="val 5389810"/>
            </a:avLst>
          </a:prstGeom>
          <a:ln w="19050">
            <a:solidFill>
              <a:srgbClr val="2C2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956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00806-8902-16BE-9DC7-83BD2AA9E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ylinder 6">
            <a:extLst>
              <a:ext uri="{FF2B5EF4-FFF2-40B4-BE49-F238E27FC236}">
                <a16:creationId xmlns:a16="http://schemas.microsoft.com/office/drawing/2014/main" id="{24597438-46D7-C9CC-2C2A-38E9C74794C1}"/>
              </a:ext>
            </a:extLst>
          </p:cNvPr>
          <p:cNvSpPr/>
          <p:nvPr/>
        </p:nvSpPr>
        <p:spPr>
          <a:xfrm>
            <a:off x="6812755" y="3248025"/>
            <a:ext cx="104775" cy="1676400"/>
          </a:xfrm>
          <a:prstGeom prst="ca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F2293F-8BAA-FD82-9BC8-B29064840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E6400F-2A56-F85F-F25B-B5C10A86DD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4506686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In Ampere’s law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subHide m:val="on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acc>
                          <m:accPr>
                            <m:chr m:val="⃗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𝑑𝑠</m:t>
                        </m:r>
                      </m:e>
                    </m:acc>
                  </m:oMath>
                </a14:m>
                <a:r>
                  <a:rPr lang="en-US" dirty="0"/>
                  <a:t> is equal to </a:t>
                </a:r>
              </a:p>
              <a:p>
                <a:pPr marL="514350" indent="-514350">
                  <a:buAutoNum type="alphaLcParenR"/>
                </a:pPr>
                <a:r>
                  <a:rPr lang="en-US" dirty="0"/>
                  <a:t> 0</a:t>
                </a:r>
              </a:p>
              <a:p>
                <a:pPr marL="514350" indent="-514350">
                  <a:buAutoNum type="alphaLcParenR"/>
                </a:pP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b>
                    </m:sSub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𝑡h𝑟𝑜𝑢𝑔h</m:t>
                        </m:r>
                      </m:sub>
                    </m:sSub>
                  </m:oMath>
                </a14:m>
                <a:endParaRPr lang="en-US" dirty="0"/>
              </a:p>
              <a:p>
                <a:pPr marL="514350" indent="-514350">
                  <a:buAutoNum type="alphaLcParenR"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US" dirty="0"/>
              </a:p>
              <a:p>
                <a:pPr marL="514350" indent="-514350">
                  <a:buAutoNum type="alphaLcParenR"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den>
                    </m:f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num>
                      <m:den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E6400F-2A56-F85F-F25B-B5C10A86DD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4506686" cy="4525963"/>
              </a:xfrm>
              <a:blipFill>
                <a:blip r:embed="rId2"/>
                <a:stretch>
                  <a:fillRect l="-35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B19468E0-F1D2-CC79-8BC3-A532E8D49803}"/>
              </a:ext>
            </a:extLst>
          </p:cNvPr>
          <p:cNvSpPr/>
          <p:nvPr/>
        </p:nvSpPr>
        <p:spPr>
          <a:xfrm>
            <a:off x="6213761" y="2925094"/>
            <a:ext cx="1302762" cy="369332"/>
          </a:xfrm>
          <a:prstGeom prst="ellipse">
            <a:avLst/>
          </a:prstGeom>
          <a:noFill/>
          <a:ln w="63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2343973-CE7E-D7B4-9DF5-80A27FE0CCF5}"/>
              </a:ext>
            </a:extLst>
          </p:cNvPr>
          <p:cNvSpPr/>
          <p:nvPr/>
        </p:nvSpPr>
        <p:spPr>
          <a:xfrm>
            <a:off x="7269736" y="2925094"/>
            <a:ext cx="119504" cy="118146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FE8F1D-35BA-C283-AF91-E14C09D9F76F}"/>
              </a:ext>
            </a:extLst>
          </p:cNvPr>
          <p:cNvSpPr txBox="1"/>
          <p:nvPr/>
        </p:nvSpPr>
        <p:spPr>
          <a:xfrm>
            <a:off x="7417808" y="2798240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5" name="Cylinder 4">
            <a:extLst>
              <a:ext uri="{FF2B5EF4-FFF2-40B4-BE49-F238E27FC236}">
                <a16:creationId xmlns:a16="http://schemas.microsoft.com/office/drawing/2014/main" id="{D69E2148-ED40-F738-37FD-2A237DC18729}"/>
              </a:ext>
            </a:extLst>
          </p:cNvPr>
          <p:cNvSpPr/>
          <p:nvPr/>
        </p:nvSpPr>
        <p:spPr>
          <a:xfrm>
            <a:off x="6812756" y="1600200"/>
            <a:ext cx="104775" cy="1676400"/>
          </a:xfrm>
          <a:prstGeom prst="ca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24DC83-5F5D-1D56-4993-3EB16DF09AF1}"/>
              </a:ext>
            </a:extLst>
          </p:cNvPr>
          <p:cNvSpPr txBox="1"/>
          <p:nvPr/>
        </p:nvSpPr>
        <p:spPr>
          <a:xfrm>
            <a:off x="7067878" y="1802034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E7BB8EE-9C7C-15CD-F8F7-0BDD68996536}"/>
              </a:ext>
            </a:extLst>
          </p:cNvPr>
          <p:cNvCxnSpPr/>
          <p:nvPr/>
        </p:nvCxnSpPr>
        <p:spPr>
          <a:xfrm flipV="1">
            <a:off x="7198683" y="1376362"/>
            <a:ext cx="0" cy="447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101B91F-AC40-2916-FA82-3384F5E5F717}"/>
              </a:ext>
            </a:extLst>
          </p:cNvPr>
          <p:cNvCxnSpPr>
            <a:cxnSpLocks/>
            <a:stCxn id="16" idx="4"/>
          </p:cNvCxnSpPr>
          <p:nvPr/>
        </p:nvCxnSpPr>
        <p:spPr>
          <a:xfrm>
            <a:off x="6865142" y="3294426"/>
            <a:ext cx="3335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47811F9-5E16-75E3-0208-9A40567074F8}"/>
              </a:ext>
            </a:extLst>
          </p:cNvPr>
          <p:cNvCxnSpPr>
            <a:cxnSpLocks/>
          </p:cNvCxnSpPr>
          <p:nvPr/>
        </p:nvCxnSpPr>
        <p:spPr>
          <a:xfrm>
            <a:off x="6226967" y="3167572"/>
            <a:ext cx="364333" cy="1268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2CCAD4C-8D17-816B-306D-F95629585912}"/>
              </a:ext>
            </a:extLst>
          </p:cNvPr>
          <p:cNvCxnSpPr>
            <a:cxnSpLocks/>
            <a:endCxn id="18" idx="2"/>
          </p:cNvCxnSpPr>
          <p:nvPr/>
        </p:nvCxnSpPr>
        <p:spPr>
          <a:xfrm flipV="1">
            <a:off x="7269736" y="3167572"/>
            <a:ext cx="299716" cy="804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3627062-B999-60F6-6FF1-B54B59CCD7B4}"/>
              </a:ext>
            </a:extLst>
          </p:cNvPr>
          <p:cNvCxnSpPr>
            <a:cxnSpLocks/>
          </p:cNvCxnSpPr>
          <p:nvPr/>
        </p:nvCxnSpPr>
        <p:spPr>
          <a:xfrm flipH="1" flipV="1">
            <a:off x="7039786" y="2884866"/>
            <a:ext cx="299716" cy="804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AC5E67D-1FBB-C49F-83F2-8687BB608270}"/>
              </a:ext>
            </a:extLst>
          </p:cNvPr>
          <p:cNvCxnSpPr>
            <a:cxnSpLocks/>
          </p:cNvCxnSpPr>
          <p:nvPr/>
        </p:nvCxnSpPr>
        <p:spPr>
          <a:xfrm flipH="1">
            <a:off x="6312479" y="2925092"/>
            <a:ext cx="363086" cy="399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0446F087-A8BC-8C0F-05CC-89100609E664}"/>
              </a:ext>
            </a:extLst>
          </p:cNvPr>
          <p:cNvSpPr txBox="1"/>
          <p:nvPr/>
        </p:nvSpPr>
        <p:spPr>
          <a:xfrm>
            <a:off x="7051974" y="3294426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262698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2BB9C-3CD3-24C1-7837-DD4DA07C0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DDB3E-37AD-D733-3158-D313172C4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154FE0-90EE-6894-7CCC-0987BC6BB8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4506686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In Faraday’s law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subHide m:val="on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acc>
                          <m:accPr>
                            <m:chr m:val="⃗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𝑑𝑠</m:t>
                        </m:r>
                      </m:e>
                    </m:acc>
                  </m:oMath>
                </a14:m>
                <a:r>
                  <a:rPr lang="en-US" dirty="0"/>
                  <a:t> is equal to </a:t>
                </a:r>
              </a:p>
              <a:p>
                <a:pPr marL="514350" indent="-514350">
                  <a:buAutoNum type="alphaLcParenR"/>
                </a:pPr>
                <a:r>
                  <a:rPr lang="en-US" dirty="0"/>
                  <a:t> 0</a:t>
                </a:r>
              </a:p>
              <a:p>
                <a:pPr marL="514350" indent="-514350">
                  <a:buAutoNum type="alphaLcParenR"/>
                </a:pP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b>
                    </m:sSub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𝑡h𝑟𝑜𝑢𝑔h</m:t>
                        </m:r>
                      </m:sub>
                    </m:sSub>
                  </m:oMath>
                </a14:m>
                <a:endParaRPr lang="en-US" dirty="0"/>
              </a:p>
              <a:p>
                <a:pPr marL="514350" indent="-514350">
                  <a:buAutoNum type="alphaLcParenR"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US" dirty="0"/>
              </a:p>
              <a:p>
                <a:pPr marL="514350" indent="-514350">
                  <a:buAutoNum type="alphaLcParenR"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den>
                    </m:f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num>
                      <m:den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154FE0-90EE-6894-7CCC-0987BC6BB8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4506686" cy="4525963"/>
              </a:xfrm>
              <a:blipFill>
                <a:blip r:embed="rId2"/>
                <a:stretch>
                  <a:fillRect l="-35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8" name="Group 127">
            <a:extLst>
              <a:ext uri="{FF2B5EF4-FFF2-40B4-BE49-F238E27FC236}">
                <a16:creationId xmlns:a16="http://schemas.microsoft.com/office/drawing/2014/main" id="{936AB8A6-4317-16D9-B82D-B1FE65A1F578}"/>
              </a:ext>
            </a:extLst>
          </p:cNvPr>
          <p:cNvGrpSpPr/>
          <p:nvPr/>
        </p:nvGrpSpPr>
        <p:grpSpPr>
          <a:xfrm>
            <a:off x="4710894" y="2971800"/>
            <a:ext cx="3242481" cy="2781300"/>
            <a:chOff x="2320119" y="1692323"/>
            <a:chExt cx="5134781" cy="4232227"/>
          </a:xfrm>
        </p:grpSpPr>
        <p:sp>
          <p:nvSpPr>
            <p:cNvPr id="4" name="Oval 101">
              <a:extLst>
                <a:ext uri="{FF2B5EF4-FFF2-40B4-BE49-F238E27FC236}">
                  <a16:creationId xmlns:a16="http://schemas.microsoft.com/office/drawing/2014/main" id="{65A54991-94CE-238D-26D6-A2A72012FF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4650" y="1839913"/>
              <a:ext cx="4059238" cy="408463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Oval 102">
              <a:extLst>
                <a:ext uri="{FF2B5EF4-FFF2-40B4-BE49-F238E27FC236}">
                  <a16:creationId xmlns:a16="http://schemas.microsoft.com/office/drawing/2014/main" id="{642354C2-40D6-4853-E231-5DB6980984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6913" y="2130425"/>
              <a:ext cx="3413125" cy="3463925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2" name="Group 9">
              <a:extLst>
                <a:ext uri="{FF2B5EF4-FFF2-40B4-BE49-F238E27FC236}">
                  <a16:creationId xmlns:a16="http://schemas.microsoft.com/office/drawing/2014/main" id="{3CB3FD0E-3D43-496D-53CC-3143DB9264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2100" y="2743200"/>
              <a:ext cx="203200" cy="203200"/>
              <a:chOff x="1784" y="1736"/>
              <a:chExt cx="128" cy="128"/>
            </a:xfrm>
          </p:grpSpPr>
          <p:sp>
            <p:nvSpPr>
              <p:cNvPr id="13" name="Line 10">
                <a:extLst>
                  <a:ext uri="{FF2B5EF4-FFF2-40B4-BE49-F238E27FC236}">
                    <a16:creationId xmlns:a16="http://schemas.microsoft.com/office/drawing/2014/main" id="{9914E1A3-F8FA-CDDA-9FEA-9C63221CBE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4" name="Line 11">
                <a:extLst>
                  <a:ext uri="{FF2B5EF4-FFF2-40B4-BE49-F238E27FC236}">
                    <a16:creationId xmlns:a16="http://schemas.microsoft.com/office/drawing/2014/main" id="{9AA5E3D4-8B2D-FAF7-47B0-FC199DFBAD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5" name="Group 12">
              <a:extLst>
                <a:ext uri="{FF2B5EF4-FFF2-40B4-BE49-F238E27FC236}">
                  <a16:creationId xmlns:a16="http://schemas.microsoft.com/office/drawing/2014/main" id="{FF0AD556-93BA-CD44-E3E7-2BD19B65C1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44800" y="3721100"/>
              <a:ext cx="203200" cy="203200"/>
              <a:chOff x="1784" y="1736"/>
              <a:chExt cx="128" cy="128"/>
            </a:xfrm>
          </p:grpSpPr>
          <p:sp>
            <p:nvSpPr>
              <p:cNvPr id="19" name="Line 13">
                <a:extLst>
                  <a:ext uri="{FF2B5EF4-FFF2-40B4-BE49-F238E27FC236}">
                    <a16:creationId xmlns:a16="http://schemas.microsoft.com/office/drawing/2014/main" id="{A34C9EF2-BCC6-FC33-5BC1-24B09BF247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0" name="Line 14">
                <a:extLst>
                  <a:ext uri="{FF2B5EF4-FFF2-40B4-BE49-F238E27FC236}">
                    <a16:creationId xmlns:a16="http://schemas.microsoft.com/office/drawing/2014/main" id="{AED84D96-AFFA-FD5C-6D19-506CDFA937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21" name="Group 15">
              <a:extLst>
                <a:ext uri="{FF2B5EF4-FFF2-40B4-BE49-F238E27FC236}">
                  <a16:creationId xmlns:a16="http://schemas.microsoft.com/office/drawing/2014/main" id="{465370BB-6214-7A2F-651B-2454E1928E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2100" y="4533900"/>
              <a:ext cx="203200" cy="203200"/>
              <a:chOff x="1784" y="1736"/>
              <a:chExt cx="128" cy="128"/>
            </a:xfrm>
          </p:grpSpPr>
          <p:sp>
            <p:nvSpPr>
              <p:cNvPr id="22" name="Line 16">
                <a:extLst>
                  <a:ext uri="{FF2B5EF4-FFF2-40B4-BE49-F238E27FC236}">
                    <a16:creationId xmlns:a16="http://schemas.microsoft.com/office/drawing/2014/main" id="{333066EE-9ACB-6BE7-E277-0DED0D94E6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3" name="Line 17">
                <a:extLst>
                  <a:ext uri="{FF2B5EF4-FFF2-40B4-BE49-F238E27FC236}">
                    <a16:creationId xmlns:a16="http://schemas.microsoft.com/office/drawing/2014/main" id="{E9C06334-3419-FC78-1ACB-960EBC52D5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24" name="Group 18">
              <a:extLst>
                <a:ext uri="{FF2B5EF4-FFF2-40B4-BE49-F238E27FC236}">
                  <a16:creationId xmlns:a16="http://schemas.microsoft.com/office/drawing/2014/main" id="{0A91AAE0-5DD2-2A93-60E9-36262537FA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19400" y="5397500"/>
              <a:ext cx="203200" cy="203200"/>
              <a:chOff x="1784" y="1736"/>
              <a:chExt cx="128" cy="128"/>
            </a:xfrm>
          </p:grpSpPr>
          <p:sp>
            <p:nvSpPr>
              <p:cNvPr id="25" name="Line 19">
                <a:extLst>
                  <a:ext uri="{FF2B5EF4-FFF2-40B4-BE49-F238E27FC236}">
                    <a16:creationId xmlns:a16="http://schemas.microsoft.com/office/drawing/2014/main" id="{2C169AF7-C3FB-C3D3-5D71-9C60539FA9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6" name="Line 20">
                <a:extLst>
                  <a:ext uri="{FF2B5EF4-FFF2-40B4-BE49-F238E27FC236}">
                    <a16:creationId xmlns:a16="http://schemas.microsoft.com/office/drawing/2014/main" id="{EBAF7619-B43B-D3C6-A278-8D8A42D2C0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27" name="Group 21">
              <a:extLst>
                <a:ext uri="{FF2B5EF4-FFF2-40B4-BE49-F238E27FC236}">
                  <a16:creationId xmlns:a16="http://schemas.microsoft.com/office/drawing/2014/main" id="{C3311A8B-0D36-B24A-E708-D56646318D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8100" y="2743200"/>
              <a:ext cx="203200" cy="203200"/>
              <a:chOff x="1784" y="1736"/>
              <a:chExt cx="128" cy="128"/>
            </a:xfrm>
          </p:grpSpPr>
          <p:sp>
            <p:nvSpPr>
              <p:cNvPr id="28" name="Line 22">
                <a:extLst>
                  <a:ext uri="{FF2B5EF4-FFF2-40B4-BE49-F238E27FC236}">
                    <a16:creationId xmlns:a16="http://schemas.microsoft.com/office/drawing/2014/main" id="{0D770D3E-E6E2-754D-78DB-333086E008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9" name="Line 23">
                <a:extLst>
                  <a:ext uri="{FF2B5EF4-FFF2-40B4-BE49-F238E27FC236}">
                    <a16:creationId xmlns:a16="http://schemas.microsoft.com/office/drawing/2014/main" id="{79B771C2-0D56-1D8B-75A8-BFB0B2F662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30" name="Group 24">
              <a:extLst>
                <a:ext uri="{FF2B5EF4-FFF2-40B4-BE49-F238E27FC236}">
                  <a16:creationId xmlns:a16="http://schemas.microsoft.com/office/drawing/2014/main" id="{33C25C76-44C1-5F88-432E-C6DC73BF03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60800" y="3721100"/>
              <a:ext cx="203200" cy="203200"/>
              <a:chOff x="1784" y="1736"/>
              <a:chExt cx="128" cy="128"/>
            </a:xfrm>
          </p:grpSpPr>
          <p:sp>
            <p:nvSpPr>
              <p:cNvPr id="31" name="Line 25">
                <a:extLst>
                  <a:ext uri="{FF2B5EF4-FFF2-40B4-BE49-F238E27FC236}">
                    <a16:creationId xmlns:a16="http://schemas.microsoft.com/office/drawing/2014/main" id="{B0DA4700-917C-ADBC-1E41-4D90808BED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2" name="Line 26">
                <a:extLst>
                  <a:ext uri="{FF2B5EF4-FFF2-40B4-BE49-F238E27FC236}">
                    <a16:creationId xmlns:a16="http://schemas.microsoft.com/office/drawing/2014/main" id="{DD7D743F-BB83-F47E-DEA3-2EB4782560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34" name="Group 27">
              <a:extLst>
                <a:ext uri="{FF2B5EF4-FFF2-40B4-BE49-F238E27FC236}">
                  <a16:creationId xmlns:a16="http://schemas.microsoft.com/office/drawing/2014/main" id="{107FD669-DA6F-5F8C-B3C1-BB09737745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8100" y="4533900"/>
              <a:ext cx="203200" cy="203200"/>
              <a:chOff x="1784" y="1736"/>
              <a:chExt cx="128" cy="128"/>
            </a:xfrm>
          </p:grpSpPr>
          <p:sp>
            <p:nvSpPr>
              <p:cNvPr id="35" name="Line 28">
                <a:extLst>
                  <a:ext uri="{FF2B5EF4-FFF2-40B4-BE49-F238E27FC236}">
                    <a16:creationId xmlns:a16="http://schemas.microsoft.com/office/drawing/2014/main" id="{3CF92C91-56B0-2226-5022-7EAC971954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7" name="Line 29">
                <a:extLst>
                  <a:ext uri="{FF2B5EF4-FFF2-40B4-BE49-F238E27FC236}">
                    <a16:creationId xmlns:a16="http://schemas.microsoft.com/office/drawing/2014/main" id="{7A5222CA-FFE2-B553-5278-FCB85A4B24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38" name="Group 30">
              <a:extLst>
                <a:ext uri="{FF2B5EF4-FFF2-40B4-BE49-F238E27FC236}">
                  <a16:creationId xmlns:a16="http://schemas.microsoft.com/office/drawing/2014/main" id="{1C6E7B8D-2C29-5F55-4893-D0E5911597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35400" y="5397500"/>
              <a:ext cx="203200" cy="203200"/>
              <a:chOff x="1784" y="1736"/>
              <a:chExt cx="128" cy="128"/>
            </a:xfrm>
          </p:grpSpPr>
          <p:sp>
            <p:nvSpPr>
              <p:cNvPr id="39" name="Line 31">
                <a:extLst>
                  <a:ext uri="{FF2B5EF4-FFF2-40B4-BE49-F238E27FC236}">
                    <a16:creationId xmlns:a16="http://schemas.microsoft.com/office/drawing/2014/main" id="{A0DE6972-525E-637F-699D-7035F30755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1" name="Line 32">
                <a:extLst>
                  <a:ext uri="{FF2B5EF4-FFF2-40B4-BE49-F238E27FC236}">
                    <a16:creationId xmlns:a16="http://schemas.microsoft.com/office/drawing/2014/main" id="{B7085BAE-6C08-AD16-95AB-8583234A5F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44" name="Group 33">
              <a:extLst>
                <a:ext uri="{FF2B5EF4-FFF2-40B4-BE49-F238E27FC236}">
                  <a16:creationId xmlns:a16="http://schemas.microsoft.com/office/drawing/2014/main" id="{61E03385-B852-39B9-CBAB-0867659B42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73600" y="2743200"/>
              <a:ext cx="203200" cy="203200"/>
              <a:chOff x="1784" y="1736"/>
              <a:chExt cx="128" cy="128"/>
            </a:xfrm>
          </p:grpSpPr>
          <p:sp>
            <p:nvSpPr>
              <p:cNvPr id="46" name="Line 34">
                <a:extLst>
                  <a:ext uri="{FF2B5EF4-FFF2-40B4-BE49-F238E27FC236}">
                    <a16:creationId xmlns:a16="http://schemas.microsoft.com/office/drawing/2014/main" id="{9994E4AE-D5B5-FAEE-3B48-EEB0A42335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7" name="Line 35">
                <a:extLst>
                  <a:ext uri="{FF2B5EF4-FFF2-40B4-BE49-F238E27FC236}">
                    <a16:creationId xmlns:a16="http://schemas.microsoft.com/office/drawing/2014/main" id="{8E36AD20-1F43-FF0C-4F50-C8B7D26A4E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48" name="Group 36">
              <a:extLst>
                <a:ext uri="{FF2B5EF4-FFF2-40B4-BE49-F238E27FC236}">
                  <a16:creationId xmlns:a16="http://schemas.microsoft.com/office/drawing/2014/main" id="{E979EFE0-D448-D9D1-52E9-8D2731A177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86300" y="3721100"/>
              <a:ext cx="203200" cy="203200"/>
              <a:chOff x="1784" y="1736"/>
              <a:chExt cx="128" cy="128"/>
            </a:xfrm>
          </p:grpSpPr>
          <p:sp>
            <p:nvSpPr>
              <p:cNvPr id="49" name="Line 37">
                <a:extLst>
                  <a:ext uri="{FF2B5EF4-FFF2-40B4-BE49-F238E27FC236}">
                    <a16:creationId xmlns:a16="http://schemas.microsoft.com/office/drawing/2014/main" id="{1A5899E8-677D-32BB-05AD-605BF44654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0" name="Line 38">
                <a:extLst>
                  <a:ext uri="{FF2B5EF4-FFF2-40B4-BE49-F238E27FC236}">
                    <a16:creationId xmlns:a16="http://schemas.microsoft.com/office/drawing/2014/main" id="{AD3E5D4B-48AD-513B-D679-0EECC89B94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51" name="Group 39">
              <a:extLst>
                <a:ext uri="{FF2B5EF4-FFF2-40B4-BE49-F238E27FC236}">
                  <a16:creationId xmlns:a16="http://schemas.microsoft.com/office/drawing/2014/main" id="{F8763265-0421-3CB6-0FE1-B51BA2417F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73600" y="4533900"/>
              <a:ext cx="203200" cy="203200"/>
              <a:chOff x="1784" y="1736"/>
              <a:chExt cx="128" cy="128"/>
            </a:xfrm>
          </p:grpSpPr>
          <p:sp>
            <p:nvSpPr>
              <p:cNvPr id="52" name="Line 40">
                <a:extLst>
                  <a:ext uri="{FF2B5EF4-FFF2-40B4-BE49-F238E27FC236}">
                    <a16:creationId xmlns:a16="http://schemas.microsoft.com/office/drawing/2014/main" id="{A7F05A38-DB4A-4F27-E39D-C6805AF4A7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3" name="Line 41">
                <a:extLst>
                  <a:ext uri="{FF2B5EF4-FFF2-40B4-BE49-F238E27FC236}">
                    <a16:creationId xmlns:a16="http://schemas.microsoft.com/office/drawing/2014/main" id="{29615052-7489-43A7-DDF5-71B239C8A2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54" name="Group 42">
              <a:extLst>
                <a:ext uri="{FF2B5EF4-FFF2-40B4-BE49-F238E27FC236}">
                  <a16:creationId xmlns:a16="http://schemas.microsoft.com/office/drawing/2014/main" id="{ECDCDD98-19C6-39EE-7302-81531CA01C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60900" y="5397500"/>
              <a:ext cx="203200" cy="203200"/>
              <a:chOff x="1784" y="1736"/>
              <a:chExt cx="128" cy="128"/>
            </a:xfrm>
          </p:grpSpPr>
          <p:sp>
            <p:nvSpPr>
              <p:cNvPr id="55" name="Line 43">
                <a:extLst>
                  <a:ext uri="{FF2B5EF4-FFF2-40B4-BE49-F238E27FC236}">
                    <a16:creationId xmlns:a16="http://schemas.microsoft.com/office/drawing/2014/main" id="{8586E626-8660-03A8-0D15-D27C063A3F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6" name="Line 44">
                <a:extLst>
                  <a:ext uri="{FF2B5EF4-FFF2-40B4-BE49-F238E27FC236}">
                    <a16:creationId xmlns:a16="http://schemas.microsoft.com/office/drawing/2014/main" id="{010065E6-4C6B-83CB-1046-820DACAC1F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57" name="Group 45">
              <a:extLst>
                <a:ext uri="{FF2B5EF4-FFF2-40B4-BE49-F238E27FC236}">
                  <a16:creationId xmlns:a16="http://schemas.microsoft.com/office/drawing/2014/main" id="{8E7E7F9A-D9C2-82E8-97E4-0E90675EA5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88000" y="2743200"/>
              <a:ext cx="203200" cy="203200"/>
              <a:chOff x="1784" y="1736"/>
              <a:chExt cx="128" cy="128"/>
            </a:xfrm>
          </p:grpSpPr>
          <p:sp>
            <p:nvSpPr>
              <p:cNvPr id="58" name="Line 46">
                <a:extLst>
                  <a:ext uri="{FF2B5EF4-FFF2-40B4-BE49-F238E27FC236}">
                    <a16:creationId xmlns:a16="http://schemas.microsoft.com/office/drawing/2014/main" id="{EC4A61D7-76ED-EDD8-975E-22164B7410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59" name="Line 47">
                <a:extLst>
                  <a:ext uri="{FF2B5EF4-FFF2-40B4-BE49-F238E27FC236}">
                    <a16:creationId xmlns:a16="http://schemas.microsoft.com/office/drawing/2014/main" id="{01A31560-5631-4618-BE68-3548D5FD21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60" name="Group 48">
              <a:extLst>
                <a:ext uri="{FF2B5EF4-FFF2-40B4-BE49-F238E27FC236}">
                  <a16:creationId xmlns:a16="http://schemas.microsoft.com/office/drawing/2014/main" id="{D8BCEFA4-B29B-AC5B-5C97-6381ED34AD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00700" y="3721100"/>
              <a:ext cx="203200" cy="203200"/>
              <a:chOff x="1784" y="1736"/>
              <a:chExt cx="128" cy="128"/>
            </a:xfrm>
          </p:grpSpPr>
          <p:sp>
            <p:nvSpPr>
              <p:cNvPr id="61" name="Line 49">
                <a:extLst>
                  <a:ext uri="{FF2B5EF4-FFF2-40B4-BE49-F238E27FC236}">
                    <a16:creationId xmlns:a16="http://schemas.microsoft.com/office/drawing/2014/main" id="{A8563106-3620-AA36-2EAA-F80DDE2E93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2" name="Line 50">
                <a:extLst>
                  <a:ext uri="{FF2B5EF4-FFF2-40B4-BE49-F238E27FC236}">
                    <a16:creationId xmlns:a16="http://schemas.microsoft.com/office/drawing/2014/main" id="{7B1A26E5-5C96-1B84-A4BE-07C04229AD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63" name="Group 51">
              <a:extLst>
                <a:ext uri="{FF2B5EF4-FFF2-40B4-BE49-F238E27FC236}">
                  <a16:creationId xmlns:a16="http://schemas.microsoft.com/office/drawing/2014/main" id="{FDEDBDA0-8AEB-6611-24F2-8BD237F0FF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88000" y="4533900"/>
              <a:ext cx="203200" cy="203200"/>
              <a:chOff x="1784" y="1736"/>
              <a:chExt cx="128" cy="128"/>
            </a:xfrm>
          </p:grpSpPr>
          <p:sp>
            <p:nvSpPr>
              <p:cNvPr id="64" name="Line 52">
                <a:extLst>
                  <a:ext uri="{FF2B5EF4-FFF2-40B4-BE49-F238E27FC236}">
                    <a16:creationId xmlns:a16="http://schemas.microsoft.com/office/drawing/2014/main" id="{5F80F1E7-4CC1-C558-E2B8-0071FD6B2D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5" name="Line 53">
                <a:extLst>
                  <a:ext uri="{FF2B5EF4-FFF2-40B4-BE49-F238E27FC236}">
                    <a16:creationId xmlns:a16="http://schemas.microsoft.com/office/drawing/2014/main" id="{EF81434C-D980-615C-3DDE-BCDB748C2B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66" name="Group 54">
              <a:extLst>
                <a:ext uri="{FF2B5EF4-FFF2-40B4-BE49-F238E27FC236}">
                  <a16:creationId xmlns:a16="http://schemas.microsoft.com/office/drawing/2014/main" id="{18639EDB-9C6E-F1CD-7A39-C0635E78F9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75300" y="5397500"/>
              <a:ext cx="203200" cy="203200"/>
              <a:chOff x="1784" y="1736"/>
              <a:chExt cx="128" cy="128"/>
            </a:xfrm>
          </p:grpSpPr>
          <p:sp>
            <p:nvSpPr>
              <p:cNvPr id="67" name="Line 55">
                <a:extLst>
                  <a:ext uri="{FF2B5EF4-FFF2-40B4-BE49-F238E27FC236}">
                    <a16:creationId xmlns:a16="http://schemas.microsoft.com/office/drawing/2014/main" id="{A676515D-F8A7-63EB-262E-D059F6B24C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8" name="Line 56">
                <a:extLst>
                  <a:ext uri="{FF2B5EF4-FFF2-40B4-BE49-F238E27FC236}">
                    <a16:creationId xmlns:a16="http://schemas.microsoft.com/office/drawing/2014/main" id="{EFBB6E24-8362-C6FD-921C-7987FC4FBE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69" name="Group 57">
              <a:extLst>
                <a:ext uri="{FF2B5EF4-FFF2-40B4-BE49-F238E27FC236}">
                  <a16:creationId xmlns:a16="http://schemas.microsoft.com/office/drawing/2014/main" id="{8AE09160-9282-3478-C451-5A84D77728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88100" y="2743200"/>
              <a:ext cx="203200" cy="203200"/>
              <a:chOff x="1784" y="1736"/>
              <a:chExt cx="128" cy="128"/>
            </a:xfrm>
          </p:grpSpPr>
          <p:sp>
            <p:nvSpPr>
              <p:cNvPr id="70" name="Line 58">
                <a:extLst>
                  <a:ext uri="{FF2B5EF4-FFF2-40B4-BE49-F238E27FC236}">
                    <a16:creationId xmlns:a16="http://schemas.microsoft.com/office/drawing/2014/main" id="{2B495D8F-1AF1-E60F-7629-C12E5EDF59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71" name="Line 59">
                <a:extLst>
                  <a:ext uri="{FF2B5EF4-FFF2-40B4-BE49-F238E27FC236}">
                    <a16:creationId xmlns:a16="http://schemas.microsoft.com/office/drawing/2014/main" id="{ED8FC048-51FF-05EF-E969-53EAD6BFBF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72" name="Group 60">
              <a:extLst>
                <a:ext uri="{FF2B5EF4-FFF2-40B4-BE49-F238E27FC236}">
                  <a16:creationId xmlns:a16="http://schemas.microsoft.com/office/drawing/2014/main" id="{B363425F-7DA8-7B67-9C07-6A4D722C39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00800" y="3721100"/>
              <a:ext cx="203200" cy="203200"/>
              <a:chOff x="1784" y="1736"/>
              <a:chExt cx="128" cy="128"/>
            </a:xfrm>
          </p:grpSpPr>
          <p:sp>
            <p:nvSpPr>
              <p:cNvPr id="73" name="Line 61">
                <a:extLst>
                  <a:ext uri="{FF2B5EF4-FFF2-40B4-BE49-F238E27FC236}">
                    <a16:creationId xmlns:a16="http://schemas.microsoft.com/office/drawing/2014/main" id="{059B54BE-772E-DDF7-5777-A247ED20CF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74" name="Line 62">
                <a:extLst>
                  <a:ext uri="{FF2B5EF4-FFF2-40B4-BE49-F238E27FC236}">
                    <a16:creationId xmlns:a16="http://schemas.microsoft.com/office/drawing/2014/main" id="{5E7E9B73-128E-CFAD-D235-09F259757F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75" name="Group 63">
              <a:extLst>
                <a:ext uri="{FF2B5EF4-FFF2-40B4-BE49-F238E27FC236}">
                  <a16:creationId xmlns:a16="http://schemas.microsoft.com/office/drawing/2014/main" id="{47F05242-29E4-E3DD-774C-0D57FE51DC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88100" y="4533900"/>
              <a:ext cx="203200" cy="203200"/>
              <a:chOff x="1784" y="1736"/>
              <a:chExt cx="128" cy="128"/>
            </a:xfrm>
          </p:grpSpPr>
          <p:sp>
            <p:nvSpPr>
              <p:cNvPr id="76" name="Line 64">
                <a:extLst>
                  <a:ext uri="{FF2B5EF4-FFF2-40B4-BE49-F238E27FC236}">
                    <a16:creationId xmlns:a16="http://schemas.microsoft.com/office/drawing/2014/main" id="{F3C7AAED-2EDD-832B-2E2A-96440D685A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77" name="Line 65">
                <a:extLst>
                  <a:ext uri="{FF2B5EF4-FFF2-40B4-BE49-F238E27FC236}">
                    <a16:creationId xmlns:a16="http://schemas.microsoft.com/office/drawing/2014/main" id="{DE77024C-857E-4D3B-2C76-2C822EC4FF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D6F4B588-A199-92F4-1887-4CD8168CC462}"/>
                </a:ext>
              </a:extLst>
            </p:cNvPr>
            <p:cNvGrpSpPr/>
            <p:nvPr/>
          </p:nvGrpSpPr>
          <p:grpSpPr>
            <a:xfrm rot="5561759">
              <a:off x="4633411" y="2024413"/>
              <a:ext cx="652817" cy="3753134"/>
              <a:chOff x="4794915" y="2144973"/>
              <a:chExt cx="652817" cy="3753134"/>
            </a:xfrm>
          </p:grpSpPr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1BCF0C19-D135-0CDA-599D-94592632DD75}"/>
                  </a:ext>
                </a:extLst>
              </p:cNvPr>
              <p:cNvCxnSpPr/>
              <p:nvPr/>
            </p:nvCxnSpPr>
            <p:spPr>
              <a:xfrm flipH="1" flipV="1">
                <a:off x="4888173" y="2144973"/>
                <a:ext cx="559559" cy="1365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853698A0-16B7-B956-D59B-BAD7DE909173}"/>
                  </a:ext>
                </a:extLst>
              </p:cNvPr>
              <p:cNvCxnSpPr/>
              <p:nvPr/>
            </p:nvCxnSpPr>
            <p:spPr>
              <a:xfrm>
                <a:off x="4794915" y="5886735"/>
                <a:ext cx="598225" cy="11372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1" name="Group 66">
              <a:extLst>
                <a:ext uri="{FF2B5EF4-FFF2-40B4-BE49-F238E27FC236}">
                  <a16:creationId xmlns:a16="http://schemas.microsoft.com/office/drawing/2014/main" id="{BEF9AB18-D579-A2F1-63A4-442C57B99F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75400" y="5397500"/>
              <a:ext cx="203200" cy="203200"/>
              <a:chOff x="1784" y="1736"/>
              <a:chExt cx="128" cy="128"/>
            </a:xfrm>
          </p:grpSpPr>
          <p:sp>
            <p:nvSpPr>
              <p:cNvPr id="82" name="Line 67">
                <a:extLst>
                  <a:ext uri="{FF2B5EF4-FFF2-40B4-BE49-F238E27FC236}">
                    <a16:creationId xmlns:a16="http://schemas.microsoft.com/office/drawing/2014/main" id="{8142574E-E37D-0DE8-026C-1B3E41CDAC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83" name="Line 68">
                <a:extLst>
                  <a:ext uri="{FF2B5EF4-FFF2-40B4-BE49-F238E27FC236}">
                    <a16:creationId xmlns:a16="http://schemas.microsoft.com/office/drawing/2014/main" id="{9291715F-F282-C9EC-F51A-21CA00821D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84" name="Group 69">
              <a:extLst>
                <a:ext uri="{FF2B5EF4-FFF2-40B4-BE49-F238E27FC236}">
                  <a16:creationId xmlns:a16="http://schemas.microsoft.com/office/drawing/2014/main" id="{22A46C5A-9704-C30A-75AF-DD123BC37C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39000" y="2743200"/>
              <a:ext cx="203200" cy="203200"/>
              <a:chOff x="1784" y="1736"/>
              <a:chExt cx="128" cy="128"/>
            </a:xfrm>
          </p:grpSpPr>
          <p:sp>
            <p:nvSpPr>
              <p:cNvPr id="85" name="Line 70">
                <a:extLst>
                  <a:ext uri="{FF2B5EF4-FFF2-40B4-BE49-F238E27FC236}">
                    <a16:creationId xmlns:a16="http://schemas.microsoft.com/office/drawing/2014/main" id="{C5109119-533B-1A8E-2FFE-166E397E2C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86" name="Line 71">
                <a:extLst>
                  <a:ext uri="{FF2B5EF4-FFF2-40B4-BE49-F238E27FC236}">
                    <a16:creationId xmlns:a16="http://schemas.microsoft.com/office/drawing/2014/main" id="{9B1663A3-EFE7-F6AA-AC10-36A01BFC01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87" name="Group 72">
              <a:extLst>
                <a:ext uri="{FF2B5EF4-FFF2-40B4-BE49-F238E27FC236}">
                  <a16:creationId xmlns:a16="http://schemas.microsoft.com/office/drawing/2014/main" id="{BAC82138-484B-BE2B-DFCD-EB18759340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51700" y="3721100"/>
              <a:ext cx="203200" cy="203200"/>
              <a:chOff x="1784" y="1736"/>
              <a:chExt cx="128" cy="128"/>
            </a:xfrm>
          </p:grpSpPr>
          <p:sp>
            <p:nvSpPr>
              <p:cNvPr id="88" name="Line 73">
                <a:extLst>
                  <a:ext uri="{FF2B5EF4-FFF2-40B4-BE49-F238E27FC236}">
                    <a16:creationId xmlns:a16="http://schemas.microsoft.com/office/drawing/2014/main" id="{C7E1D2CF-F9BA-5BD6-3D83-4D0C1D6E12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89" name="Line 74">
                <a:extLst>
                  <a:ext uri="{FF2B5EF4-FFF2-40B4-BE49-F238E27FC236}">
                    <a16:creationId xmlns:a16="http://schemas.microsoft.com/office/drawing/2014/main" id="{F076ABF6-8725-4D56-2E59-BA687326F7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90" name="Group 75">
              <a:extLst>
                <a:ext uri="{FF2B5EF4-FFF2-40B4-BE49-F238E27FC236}">
                  <a16:creationId xmlns:a16="http://schemas.microsoft.com/office/drawing/2014/main" id="{609D0986-256E-13ED-B35B-A398694D6B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39000" y="4533900"/>
              <a:ext cx="203200" cy="203200"/>
              <a:chOff x="1784" y="1736"/>
              <a:chExt cx="128" cy="128"/>
            </a:xfrm>
          </p:grpSpPr>
          <p:sp>
            <p:nvSpPr>
              <p:cNvPr id="91" name="Line 76">
                <a:extLst>
                  <a:ext uri="{FF2B5EF4-FFF2-40B4-BE49-F238E27FC236}">
                    <a16:creationId xmlns:a16="http://schemas.microsoft.com/office/drawing/2014/main" id="{D4CE6838-4300-B986-AAFC-646323C91A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92" name="Line 77">
                <a:extLst>
                  <a:ext uri="{FF2B5EF4-FFF2-40B4-BE49-F238E27FC236}">
                    <a16:creationId xmlns:a16="http://schemas.microsoft.com/office/drawing/2014/main" id="{BDB22FCC-1450-3D86-5C61-B615004389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93" name="Group 78">
              <a:extLst>
                <a:ext uri="{FF2B5EF4-FFF2-40B4-BE49-F238E27FC236}">
                  <a16:creationId xmlns:a16="http://schemas.microsoft.com/office/drawing/2014/main" id="{BEB078B6-0FDC-3F14-6A28-F511C03E64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26300" y="5397500"/>
              <a:ext cx="203200" cy="203200"/>
              <a:chOff x="1784" y="1736"/>
              <a:chExt cx="128" cy="128"/>
            </a:xfrm>
          </p:grpSpPr>
          <p:sp>
            <p:nvSpPr>
              <p:cNvPr id="94" name="Line 79">
                <a:extLst>
                  <a:ext uri="{FF2B5EF4-FFF2-40B4-BE49-F238E27FC236}">
                    <a16:creationId xmlns:a16="http://schemas.microsoft.com/office/drawing/2014/main" id="{B4F93BA5-F766-4A70-C430-95CB3E3DAF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95" name="Line 80">
                <a:extLst>
                  <a:ext uri="{FF2B5EF4-FFF2-40B4-BE49-F238E27FC236}">
                    <a16:creationId xmlns:a16="http://schemas.microsoft.com/office/drawing/2014/main" id="{877179C3-E73C-7348-7EA0-107A82280E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96" name="Group 81">
              <a:extLst>
                <a:ext uri="{FF2B5EF4-FFF2-40B4-BE49-F238E27FC236}">
                  <a16:creationId xmlns:a16="http://schemas.microsoft.com/office/drawing/2014/main" id="{4199EAEA-14DC-BDB9-5E13-7AC821A8DF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19400" y="1930400"/>
              <a:ext cx="203200" cy="203200"/>
              <a:chOff x="1784" y="1736"/>
              <a:chExt cx="128" cy="128"/>
            </a:xfrm>
          </p:grpSpPr>
          <p:sp>
            <p:nvSpPr>
              <p:cNvPr id="97" name="Line 82">
                <a:extLst>
                  <a:ext uri="{FF2B5EF4-FFF2-40B4-BE49-F238E27FC236}">
                    <a16:creationId xmlns:a16="http://schemas.microsoft.com/office/drawing/2014/main" id="{6E799601-FD73-6FCE-00C8-997F009953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98" name="Line 83">
                <a:extLst>
                  <a:ext uri="{FF2B5EF4-FFF2-40B4-BE49-F238E27FC236}">
                    <a16:creationId xmlns:a16="http://schemas.microsoft.com/office/drawing/2014/main" id="{8585F9C4-FBF6-9224-AFEE-858AB59145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99" name="Group 84">
              <a:extLst>
                <a:ext uri="{FF2B5EF4-FFF2-40B4-BE49-F238E27FC236}">
                  <a16:creationId xmlns:a16="http://schemas.microsoft.com/office/drawing/2014/main" id="{C3D6C2FB-9B56-87DF-8530-9C98DD9B87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35400" y="1930400"/>
              <a:ext cx="203200" cy="203200"/>
              <a:chOff x="1784" y="1736"/>
              <a:chExt cx="128" cy="128"/>
            </a:xfrm>
          </p:grpSpPr>
          <p:sp>
            <p:nvSpPr>
              <p:cNvPr id="100" name="Line 85">
                <a:extLst>
                  <a:ext uri="{FF2B5EF4-FFF2-40B4-BE49-F238E27FC236}">
                    <a16:creationId xmlns:a16="http://schemas.microsoft.com/office/drawing/2014/main" id="{8FB9FC69-38F6-FE95-4CC6-9199AB8039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01" name="Line 86">
                <a:extLst>
                  <a:ext uri="{FF2B5EF4-FFF2-40B4-BE49-F238E27FC236}">
                    <a16:creationId xmlns:a16="http://schemas.microsoft.com/office/drawing/2014/main" id="{6B339035-C6D8-8652-803D-54717038A6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02" name="Group 87">
              <a:extLst>
                <a:ext uri="{FF2B5EF4-FFF2-40B4-BE49-F238E27FC236}">
                  <a16:creationId xmlns:a16="http://schemas.microsoft.com/office/drawing/2014/main" id="{7A49120F-B28D-0018-AE3A-E6A2AEE25F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60900" y="1930400"/>
              <a:ext cx="203200" cy="203200"/>
              <a:chOff x="1784" y="1736"/>
              <a:chExt cx="128" cy="128"/>
            </a:xfrm>
          </p:grpSpPr>
          <p:sp>
            <p:nvSpPr>
              <p:cNvPr id="103" name="Line 88">
                <a:extLst>
                  <a:ext uri="{FF2B5EF4-FFF2-40B4-BE49-F238E27FC236}">
                    <a16:creationId xmlns:a16="http://schemas.microsoft.com/office/drawing/2014/main" id="{8BCEBEF4-C04B-6F2B-B605-5826D8E503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04" name="Line 89">
                <a:extLst>
                  <a:ext uri="{FF2B5EF4-FFF2-40B4-BE49-F238E27FC236}">
                    <a16:creationId xmlns:a16="http://schemas.microsoft.com/office/drawing/2014/main" id="{424F8C19-B120-971F-5ACD-487B0A8A1C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05" name="Group 90">
              <a:extLst>
                <a:ext uri="{FF2B5EF4-FFF2-40B4-BE49-F238E27FC236}">
                  <a16:creationId xmlns:a16="http://schemas.microsoft.com/office/drawing/2014/main" id="{D31A710F-AC0A-1EF8-95E6-EC25E3A56C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75300" y="1930400"/>
              <a:ext cx="203200" cy="203200"/>
              <a:chOff x="1784" y="1736"/>
              <a:chExt cx="128" cy="128"/>
            </a:xfrm>
          </p:grpSpPr>
          <p:sp>
            <p:nvSpPr>
              <p:cNvPr id="106" name="Line 91">
                <a:extLst>
                  <a:ext uri="{FF2B5EF4-FFF2-40B4-BE49-F238E27FC236}">
                    <a16:creationId xmlns:a16="http://schemas.microsoft.com/office/drawing/2014/main" id="{FD790474-F265-2F10-F66D-2ABF3DF0B6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07" name="Line 92">
                <a:extLst>
                  <a:ext uri="{FF2B5EF4-FFF2-40B4-BE49-F238E27FC236}">
                    <a16:creationId xmlns:a16="http://schemas.microsoft.com/office/drawing/2014/main" id="{12799898-6C11-7401-E2AA-21B3528DAA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08" name="Group 93">
              <a:extLst>
                <a:ext uri="{FF2B5EF4-FFF2-40B4-BE49-F238E27FC236}">
                  <a16:creationId xmlns:a16="http://schemas.microsoft.com/office/drawing/2014/main" id="{04AECEA0-0E2D-EEA4-372E-A6947E019F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75400" y="1930400"/>
              <a:ext cx="203200" cy="203200"/>
              <a:chOff x="1784" y="1736"/>
              <a:chExt cx="128" cy="128"/>
            </a:xfrm>
          </p:grpSpPr>
          <p:sp>
            <p:nvSpPr>
              <p:cNvPr id="109" name="Line 94">
                <a:extLst>
                  <a:ext uri="{FF2B5EF4-FFF2-40B4-BE49-F238E27FC236}">
                    <a16:creationId xmlns:a16="http://schemas.microsoft.com/office/drawing/2014/main" id="{5004ECFE-5CA5-AE20-C2C3-6642FE7840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10" name="Line 95">
                <a:extLst>
                  <a:ext uri="{FF2B5EF4-FFF2-40B4-BE49-F238E27FC236}">
                    <a16:creationId xmlns:a16="http://schemas.microsoft.com/office/drawing/2014/main" id="{E1A1D314-9D80-5F34-CEFC-2F31B00994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11" name="Group 96">
              <a:extLst>
                <a:ext uri="{FF2B5EF4-FFF2-40B4-BE49-F238E27FC236}">
                  <a16:creationId xmlns:a16="http://schemas.microsoft.com/office/drawing/2014/main" id="{2CB8A147-D3D2-4AD7-24E2-6688E57DB9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26300" y="1930400"/>
              <a:ext cx="203200" cy="203200"/>
              <a:chOff x="1784" y="1736"/>
              <a:chExt cx="128" cy="128"/>
            </a:xfrm>
          </p:grpSpPr>
          <p:sp>
            <p:nvSpPr>
              <p:cNvPr id="112" name="Line 97">
                <a:extLst>
                  <a:ext uri="{FF2B5EF4-FFF2-40B4-BE49-F238E27FC236}">
                    <a16:creationId xmlns:a16="http://schemas.microsoft.com/office/drawing/2014/main" id="{44B9776C-FB42-61FC-5C3D-412D657CF8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13" name="Line 98">
                <a:extLst>
                  <a:ext uri="{FF2B5EF4-FFF2-40B4-BE49-F238E27FC236}">
                    <a16:creationId xmlns:a16="http://schemas.microsoft.com/office/drawing/2014/main" id="{67DEA31B-3123-7BB4-9BA3-B168DDC77E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3366FF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114" name="Line 99">
              <a:extLst>
                <a:ext uri="{FF2B5EF4-FFF2-40B4-BE49-F238E27FC236}">
                  <a16:creationId xmlns:a16="http://schemas.microsoft.com/office/drawing/2014/main" id="{D7EC8D4D-EC5A-083B-75E5-A25774980F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38500" y="3911600"/>
              <a:ext cx="1754188" cy="15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15" name="Text Box 100">
              <a:extLst>
                <a:ext uri="{FF2B5EF4-FFF2-40B4-BE49-F238E27FC236}">
                  <a16:creationId xmlns:a16="http://schemas.microsoft.com/office/drawing/2014/main" id="{645B6B99-6DF2-1F34-7618-1E8D158873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8600" y="3255963"/>
              <a:ext cx="401638" cy="519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2800"/>
                <a:t>r</a:t>
              </a:r>
            </a:p>
          </p:txBody>
        </p: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BD3855ED-53DD-23D5-19B2-F09E41A179A0}"/>
                </a:ext>
              </a:extLst>
            </p:cNvPr>
            <p:cNvCxnSpPr/>
            <p:nvPr/>
          </p:nvCxnSpPr>
          <p:spPr>
            <a:xfrm flipH="1" flipV="1">
              <a:off x="5813946" y="2169994"/>
              <a:ext cx="436729" cy="39578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39496259-03F1-6327-7A78-7DA3852D3B24}"/>
                </a:ext>
              </a:extLst>
            </p:cNvPr>
            <p:cNvCxnSpPr/>
            <p:nvPr/>
          </p:nvCxnSpPr>
          <p:spPr>
            <a:xfrm flipH="1" flipV="1">
              <a:off x="4735773" y="1992573"/>
              <a:ext cx="559559" cy="1365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Arrow Connector 117">
              <a:extLst>
                <a:ext uri="{FF2B5EF4-FFF2-40B4-BE49-F238E27FC236}">
                  <a16:creationId xmlns:a16="http://schemas.microsoft.com/office/drawing/2014/main" id="{1A1A75E2-EAD0-A246-C5E4-0CDE28B59E71}"/>
                </a:ext>
              </a:extLst>
            </p:cNvPr>
            <p:cNvCxnSpPr/>
            <p:nvPr/>
          </p:nvCxnSpPr>
          <p:spPr>
            <a:xfrm>
              <a:off x="4642515" y="5734335"/>
              <a:ext cx="598225" cy="11372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0368FD0D-DC32-9D44-27FD-310DE1747217}"/>
                </a:ext>
              </a:extLst>
            </p:cNvPr>
            <p:cNvGrpSpPr/>
            <p:nvPr/>
          </p:nvGrpSpPr>
          <p:grpSpPr>
            <a:xfrm rot="2853023">
              <a:off x="4713027" y="2076733"/>
              <a:ext cx="652817" cy="3753134"/>
              <a:chOff x="4794915" y="2144973"/>
              <a:chExt cx="652817" cy="3753134"/>
            </a:xfrm>
          </p:grpSpPr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347B9192-BBEF-AB53-E4D2-B48BCE1390BF}"/>
                  </a:ext>
                </a:extLst>
              </p:cNvPr>
              <p:cNvCxnSpPr/>
              <p:nvPr/>
            </p:nvCxnSpPr>
            <p:spPr>
              <a:xfrm flipH="1" flipV="1">
                <a:off x="4888173" y="2144973"/>
                <a:ext cx="559559" cy="1365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Arrow Connector 120">
                <a:extLst>
                  <a:ext uri="{FF2B5EF4-FFF2-40B4-BE49-F238E27FC236}">
                    <a16:creationId xmlns:a16="http://schemas.microsoft.com/office/drawing/2014/main" id="{7B46BE48-2EBB-E488-C8EE-24034463627A}"/>
                  </a:ext>
                </a:extLst>
              </p:cNvPr>
              <p:cNvCxnSpPr/>
              <p:nvPr/>
            </p:nvCxnSpPr>
            <p:spPr>
              <a:xfrm>
                <a:off x="4794915" y="5886735"/>
                <a:ext cx="598225" cy="11372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0CA82E91-B224-7A4B-FEA5-C7E067529822}"/>
                </a:ext>
              </a:extLst>
            </p:cNvPr>
            <p:cNvGrpSpPr/>
            <p:nvPr/>
          </p:nvGrpSpPr>
          <p:grpSpPr>
            <a:xfrm rot="7815373">
              <a:off x="4717572" y="1903857"/>
              <a:ext cx="652817" cy="3753134"/>
              <a:chOff x="4794915" y="2144973"/>
              <a:chExt cx="652817" cy="3753134"/>
            </a:xfrm>
          </p:grpSpPr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96A0F5B4-294C-0B98-9977-33E1B6504B82}"/>
                  </a:ext>
                </a:extLst>
              </p:cNvPr>
              <p:cNvCxnSpPr/>
              <p:nvPr/>
            </p:nvCxnSpPr>
            <p:spPr>
              <a:xfrm flipH="1" flipV="1">
                <a:off x="4888173" y="2144973"/>
                <a:ext cx="559559" cy="1365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Arrow Connector 123">
                <a:extLst>
                  <a:ext uri="{FF2B5EF4-FFF2-40B4-BE49-F238E27FC236}">
                    <a16:creationId xmlns:a16="http://schemas.microsoft.com/office/drawing/2014/main" id="{5C0730E7-96C9-1774-B11D-365343FBC55A}"/>
                  </a:ext>
                </a:extLst>
              </p:cNvPr>
              <p:cNvCxnSpPr/>
              <p:nvPr/>
            </p:nvCxnSpPr>
            <p:spPr>
              <a:xfrm>
                <a:off x="4794915" y="5886735"/>
                <a:ext cx="598225" cy="11372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4A477A6C-73E6-B3E3-F3E7-B682694F1644}"/>
                </a:ext>
              </a:extLst>
            </p:cNvPr>
            <p:cNvSpPr txBox="1"/>
            <p:nvPr/>
          </p:nvSpPr>
          <p:spPr>
            <a:xfrm>
              <a:off x="2320119" y="1692323"/>
              <a:ext cx="556441" cy="7025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1"/>
                  </a:solidFill>
                </a:rPr>
                <a:t>B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06FDB40D-DEF0-7B1A-3CE8-9E40AD92292A}"/>
                </a:ext>
              </a:extLst>
            </p:cNvPr>
            <p:cNvSpPr txBox="1"/>
            <p:nvPr/>
          </p:nvSpPr>
          <p:spPr>
            <a:xfrm>
              <a:off x="3056273" y="5043204"/>
              <a:ext cx="531056" cy="7025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</a:rPr>
                <a:t>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6481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E1013-2060-7589-948E-32B757B84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6551F6-D5CF-6905-8240-F51BFF0EEA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4014738" cy="4525963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Faraday’s law tells us 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undOvr"/>
                          <m:subHide m:val="on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𝑑𝑠</m:t>
                          </m:r>
                        </m:e>
                      </m:acc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But does it work backwards? Does a changing E-field make a B-field?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𝑑𝑠</m:t>
                          </m:r>
                        </m:e>
                      </m:acc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514350" indent="-514350">
                  <a:buAutoNum type="alphaLcParenR"/>
                </a:pPr>
                <a:r>
                  <a:rPr lang="en-US" dirty="0"/>
                  <a:t>Yes</a:t>
                </a:r>
              </a:p>
              <a:p>
                <a:pPr marL="514350" indent="-514350">
                  <a:buAutoNum type="alphaLcParenR"/>
                </a:pPr>
                <a:r>
                  <a:rPr lang="en-US" dirty="0"/>
                  <a:t>No</a:t>
                </a:r>
              </a:p>
              <a:p>
                <a:pPr marL="514350" indent="-514350">
                  <a:buAutoNum type="alphaLcParenR"/>
                </a:pPr>
                <a:r>
                  <a:rPr lang="en-US" dirty="0"/>
                  <a:t>This is all crazy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6551F6-D5CF-6905-8240-F51BFF0EEA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4014738" cy="4525963"/>
              </a:xfrm>
              <a:blipFill>
                <a:blip r:embed="rId2"/>
                <a:stretch>
                  <a:fillRect l="-1973" t="-2291" r="-12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6" name="Group 125">
            <a:extLst>
              <a:ext uri="{FF2B5EF4-FFF2-40B4-BE49-F238E27FC236}">
                <a16:creationId xmlns:a16="http://schemas.microsoft.com/office/drawing/2014/main" id="{5C8877D7-EAF1-DD33-039C-B5C8A5DA6BE1}"/>
              </a:ext>
            </a:extLst>
          </p:cNvPr>
          <p:cNvGrpSpPr/>
          <p:nvPr/>
        </p:nvGrpSpPr>
        <p:grpSpPr>
          <a:xfrm>
            <a:off x="4471938" y="2114550"/>
            <a:ext cx="4149347" cy="2768505"/>
            <a:chOff x="736978" y="1571768"/>
            <a:chExt cx="6717922" cy="4187587"/>
          </a:xfrm>
        </p:grpSpPr>
        <p:sp>
          <p:nvSpPr>
            <p:cNvPr id="4" name="Oval 102">
              <a:extLst>
                <a:ext uri="{FF2B5EF4-FFF2-40B4-BE49-F238E27FC236}">
                  <a16:creationId xmlns:a16="http://schemas.microsoft.com/office/drawing/2014/main" id="{BEF7184D-15CF-E2BF-79BB-7344AB4A36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0746" y="1993948"/>
              <a:ext cx="3766782" cy="376540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lg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/>
            </a:p>
          </p:txBody>
        </p:sp>
        <p:sp>
          <p:nvSpPr>
            <p:cNvPr id="5" name="Oval 102">
              <a:extLst>
                <a:ext uri="{FF2B5EF4-FFF2-40B4-BE49-F238E27FC236}">
                  <a16:creationId xmlns:a16="http://schemas.microsoft.com/office/drawing/2014/main" id="{AE77DBE3-5B3B-FBDD-21BF-4573FFAA0D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9486" y="2715906"/>
              <a:ext cx="2402006" cy="234741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lg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/>
            </a:p>
          </p:txBody>
        </p:sp>
        <p:grpSp>
          <p:nvGrpSpPr>
            <p:cNvPr id="6" name="Group 9">
              <a:extLst>
                <a:ext uri="{FF2B5EF4-FFF2-40B4-BE49-F238E27FC236}">
                  <a16:creationId xmlns:a16="http://schemas.microsoft.com/office/drawing/2014/main" id="{4EA99B03-0DC2-494A-1A50-ED141C0B01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2100" y="2743200"/>
              <a:ext cx="203200" cy="203200"/>
              <a:chOff x="1784" y="1736"/>
              <a:chExt cx="128" cy="128"/>
            </a:xfrm>
          </p:grpSpPr>
          <p:sp>
            <p:nvSpPr>
              <p:cNvPr id="7" name="Line 10">
                <a:extLst>
                  <a:ext uri="{FF2B5EF4-FFF2-40B4-BE49-F238E27FC236}">
                    <a16:creationId xmlns:a16="http://schemas.microsoft.com/office/drawing/2014/main" id="{DC0BE153-02AC-BFBB-3B6F-03C821C785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 sz="1200"/>
              </a:p>
            </p:txBody>
          </p:sp>
          <p:sp>
            <p:nvSpPr>
              <p:cNvPr id="8" name="Line 11">
                <a:extLst>
                  <a:ext uri="{FF2B5EF4-FFF2-40B4-BE49-F238E27FC236}">
                    <a16:creationId xmlns:a16="http://schemas.microsoft.com/office/drawing/2014/main" id="{3B58396A-BDCC-5D77-5A2A-75A6112708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 sz="1200"/>
              </a:p>
            </p:txBody>
          </p:sp>
        </p:grpSp>
        <p:grpSp>
          <p:nvGrpSpPr>
            <p:cNvPr id="9" name="Group 12">
              <a:extLst>
                <a:ext uri="{FF2B5EF4-FFF2-40B4-BE49-F238E27FC236}">
                  <a16:creationId xmlns:a16="http://schemas.microsoft.com/office/drawing/2014/main" id="{4DF91C4E-0301-E571-C2F2-31AC4E41E3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44800" y="3721100"/>
              <a:ext cx="203200" cy="203200"/>
              <a:chOff x="1784" y="1736"/>
              <a:chExt cx="128" cy="128"/>
            </a:xfrm>
          </p:grpSpPr>
          <p:sp>
            <p:nvSpPr>
              <p:cNvPr id="10" name="Line 13">
                <a:extLst>
                  <a:ext uri="{FF2B5EF4-FFF2-40B4-BE49-F238E27FC236}">
                    <a16:creationId xmlns:a16="http://schemas.microsoft.com/office/drawing/2014/main" id="{4AE621FC-E0A3-94BC-0590-9A2DA12D91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 sz="1200"/>
              </a:p>
            </p:txBody>
          </p:sp>
          <p:sp>
            <p:nvSpPr>
              <p:cNvPr id="11" name="Line 14">
                <a:extLst>
                  <a:ext uri="{FF2B5EF4-FFF2-40B4-BE49-F238E27FC236}">
                    <a16:creationId xmlns:a16="http://schemas.microsoft.com/office/drawing/2014/main" id="{735DD2A1-9CD0-8E1A-96F9-EBC9E39A63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 sz="1200"/>
              </a:p>
            </p:txBody>
          </p:sp>
        </p:grpSp>
        <p:grpSp>
          <p:nvGrpSpPr>
            <p:cNvPr id="12" name="Group 15">
              <a:extLst>
                <a:ext uri="{FF2B5EF4-FFF2-40B4-BE49-F238E27FC236}">
                  <a16:creationId xmlns:a16="http://schemas.microsoft.com/office/drawing/2014/main" id="{5197AE98-F953-F9EB-A69F-794CE82BB2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2100" y="4533900"/>
              <a:ext cx="203200" cy="203200"/>
              <a:chOff x="1784" y="1736"/>
              <a:chExt cx="128" cy="128"/>
            </a:xfrm>
          </p:grpSpPr>
          <p:sp>
            <p:nvSpPr>
              <p:cNvPr id="13" name="Line 16">
                <a:extLst>
                  <a:ext uri="{FF2B5EF4-FFF2-40B4-BE49-F238E27FC236}">
                    <a16:creationId xmlns:a16="http://schemas.microsoft.com/office/drawing/2014/main" id="{68298A86-AACA-CF2E-598C-0DFF7EB01F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 sz="1200"/>
              </a:p>
            </p:txBody>
          </p:sp>
          <p:sp>
            <p:nvSpPr>
              <p:cNvPr id="14" name="Line 17">
                <a:extLst>
                  <a:ext uri="{FF2B5EF4-FFF2-40B4-BE49-F238E27FC236}">
                    <a16:creationId xmlns:a16="http://schemas.microsoft.com/office/drawing/2014/main" id="{02AA108C-08CD-6E33-F880-A1C3D94D28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 sz="1200"/>
              </a:p>
            </p:txBody>
          </p:sp>
        </p:grpSp>
        <p:grpSp>
          <p:nvGrpSpPr>
            <p:cNvPr id="15" name="Group 18">
              <a:extLst>
                <a:ext uri="{FF2B5EF4-FFF2-40B4-BE49-F238E27FC236}">
                  <a16:creationId xmlns:a16="http://schemas.microsoft.com/office/drawing/2014/main" id="{E6D94FB5-6746-E72A-DC76-083EFAE9EB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19400" y="5397500"/>
              <a:ext cx="203200" cy="203200"/>
              <a:chOff x="1784" y="1736"/>
              <a:chExt cx="128" cy="128"/>
            </a:xfrm>
          </p:grpSpPr>
          <p:sp>
            <p:nvSpPr>
              <p:cNvPr id="16" name="Line 19">
                <a:extLst>
                  <a:ext uri="{FF2B5EF4-FFF2-40B4-BE49-F238E27FC236}">
                    <a16:creationId xmlns:a16="http://schemas.microsoft.com/office/drawing/2014/main" id="{155C5CC7-CFEE-1887-7C14-34C1CE973A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 sz="1200"/>
              </a:p>
            </p:txBody>
          </p:sp>
          <p:sp>
            <p:nvSpPr>
              <p:cNvPr id="17" name="Line 20">
                <a:extLst>
                  <a:ext uri="{FF2B5EF4-FFF2-40B4-BE49-F238E27FC236}">
                    <a16:creationId xmlns:a16="http://schemas.microsoft.com/office/drawing/2014/main" id="{9F23B0B0-C205-6090-D053-7957A052C4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 sz="1200"/>
              </a:p>
            </p:txBody>
          </p:sp>
        </p:grpSp>
        <p:grpSp>
          <p:nvGrpSpPr>
            <p:cNvPr id="18" name="Group 21">
              <a:extLst>
                <a:ext uri="{FF2B5EF4-FFF2-40B4-BE49-F238E27FC236}">
                  <a16:creationId xmlns:a16="http://schemas.microsoft.com/office/drawing/2014/main" id="{81E94300-8342-C6B3-A441-F211720B6F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8100" y="2743200"/>
              <a:ext cx="203200" cy="203200"/>
              <a:chOff x="1784" y="1736"/>
              <a:chExt cx="128" cy="128"/>
            </a:xfrm>
          </p:grpSpPr>
          <p:sp>
            <p:nvSpPr>
              <p:cNvPr id="19" name="Line 22">
                <a:extLst>
                  <a:ext uri="{FF2B5EF4-FFF2-40B4-BE49-F238E27FC236}">
                    <a16:creationId xmlns:a16="http://schemas.microsoft.com/office/drawing/2014/main" id="{429F4063-2544-4DB9-13F8-FD17E3F852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 sz="1200"/>
              </a:p>
            </p:txBody>
          </p:sp>
          <p:sp>
            <p:nvSpPr>
              <p:cNvPr id="20" name="Line 23">
                <a:extLst>
                  <a:ext uri="{FF2B5EF4-FFF2-40B4-BE49-F238E27FC236}">
                    <a16:creationId xmlns:a16="http://schemas.microsoft.com/office/drawing/2014/main" id="{83719626-97E4-87C3-6BDC-4E2BF486F2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 sz="1200"/>
              </a:p>
            </p:txBody>
          </p:sp>
        </p:grpSp>
        <p:grpSp>
          <p:nvGrpSpPr>
            <p:cNvPr id="21" name="Group 24">
              <a:extLst>
                <a:ext uri="{FF2B5EF4-FFF2-40B4-BE49-F238E27FC236}">
                  <a16:creationId xmlns:a16="http://schemas.microsoft.com/office/drawing/2014/main" id="{3826CF2C-B8ED-718A-7E3A-9963FE1DF1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60800" y="3721100"/>
              <a:ext cx="203200" cy="203200"/>
              <a:chOff x="1784" y="1736"/>
              <a:chExt cx="128" cy="128"/>
            </a:xfrm>
          </p:grpSpPr>
          <p:sp>
            <p:nvSpPr>
              <p:cNvPr id="22" name="Line 25">
                <a:extLst>
                  <a:ext uri="{FF2B5EF4-FFF2-40B4-BE49-F238E27FC236}">
                    <a16:creationId xmlns:a16="http://schemas.microsoft.com/office/drawing/2014/main" id="{2E43FB12-EE16-12B8-0DA4-80499679BA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 sz="1200"/>
              </a:p>
            </p:txBody>
          </p:sp>
          <p:sp>
            <p:nvSpPr>
              <p:cNvPr id="23" name="Line 26">
                <a:extLst>
                  <a:ext uri="{FF2B5EF4-FFF2-40B4-BE49-F238E27FC236}">
                    <a16:creationId xmlns:a16="http://schemas.microsoft.com/office/drawing/2014/main" id="{6F81E471-0428-9EDC-F2DF-1943DC5374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 sz="1200"/>
              </a:p>
            </p:txBody>
          </p:sp>
        </p:grpSp>
        <p:grpSp>
          <p:nvGrpSpPr>
            <p:cNvPr id="24" name="Group 27">
              <a:extLst>
                <a:ext uri="{FF2B5EF4-FFF2-40B4-BE49-F238E27FC236}">
                  <a16:creationId xmlns:a16="http://schemas.microsoft.com/office/drawing/2014/main" id="{99AC8624-C7D2-D31E-548D-A477FFF97F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8100" y="4533900"/>
              <a:ext cx="203200" cy="203200"/>
              <a:chOff x="1784" y="1736"/>
              <a:chExt cx="128" cy="128"/>
            </a:xfrm>
          </p:grpSpPr>
          <p:sp>
            <p:nvSpPr>
              <p:cNvPr id="25" name="Line 28">
                <a:extLst>
                  <a:ext uri="{FF2B5EF4-FFF2-40B4-BE49-F238E27FC236}">
                    <a16:creationId xmlns:a16="http://schemas.microsoft.com/office/drawing/2014/main" id="{D5A9CD2E-9AFB-EDC4-8D0A-A6E3E92291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 sz="1200"/>
              </a:p>
            </p:txBody>
          </p:sp>
          <p:sp>
            <p:nvSpPr>
              <p:cNvPr id="26" name="Line 29">
                <a:extLst>
                  <a:ext uri="{FF2B5EF4-FFF2-40B4-BE49-F238E27FC236}">
                    <a16:creationId xmlns:a16="http://schemas.microsoft.com/office/drawing/2014/main" id="{CB24ECE9-B684-D3A2-AE47-6C2C587E3A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 sz="1200"/>
              </a:p>
            </p:txBody>
          </p:sp>
        </p:grpSp>
        <p:grpSp>
          <p:nvGrpSpPr>
            <p:cNvPr id="27" name="Group 30">
              <a:extLst>
                <a:ext uri="{FF2B5EF4-FFF2-40B4-BE49-F238E27FC236}">
                  <a16:creationId xmlns:a16="http://schemas.microsoft.com/office/drawing/2014/main" id="{9F7A5BD5-8338-C7E2-845F-0934C94631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35400" y="5397500"/>
              <a:ext cx="203200" cy="203200"/>
              <a:chOff x="1784" y="1736"/>
              <a:chExt cx="128" cy="128"/>
            </a:xfrm>
          </p:grpSpPr>
          <p:sp>
            <p:nvSpPr>
              <p:cNvPr id="28" name="Line 31">
                <a:extLst>
                  <a:ext uri="{FF2B5EF4-FFF2-40B4-BE49-F238E27FC236}">
                    <a16:creationId xmlns:a16="http://schemas.microsoft.com/office/drawing/2014/main" id="{F7E4DB69-07F6-C082-FDA9-D5AD5DEE38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 sz="1200"/>
              </a:p>
            </p:txBody>
          </p:sp>
          <p:sp>
            <p:nvSpPr>
              <p:cNvPr id="29" name="Line 32">
                <a:extLst>
                  <a:ext uri="{FF2B5EF4-FFF2-40B4-BE49-F238E27FC236}">
                    <a16:creationId xmlns:a16="http://schemas.microsoft.com/office/drawing/2014/main" id="{F1A53FFF-494E-CFFE-6637-244BC4CED7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 sz="1200"/>
              </a:p>
            </p:txBody>
          </p:sp>
        </p:grpSp>
        <p:grpSp>
          <p:nvGrpSpPr>
            <p:cNvPr id="30" name="Group 33">
              <a:extLst>
                <a:ext uri="{FF2B5EF4-FFF2-40B4-BE49-F238E27FC236}">
                  <a16:creationId xmlns:a16="http://schemas.microsoft.com/office/drawing/2014/main" id="{F839CA29-3285-1B17-BF5D-80C3FEA6A4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73600" y="2743200"/>
              <a:ext cx="203200" cy="203200"/>
              <a:chOff x="1784" y="1736"/>
              <a:chExt cx="128" cy="128"/>
            </a:xfrm>
          </p:grpSpPr>
          <p:sp>
            <p:nvSpPr>
              <p:cNvPr id="31" name="Line 34">
                <a:extLst>
                  <a:ext uri="{FF2B5EF4-FFF2-40B4-BE49-F238E27FC236}">
                    <a16:creationId xmlns:a16="http://schemas.microsoft.com/office/drawing/2014/main" id="{AF13F867-F63B-1D8B-9069-EA2DF3E834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 sz="1200"/>
              </a:p>
            </p:txBody>
          </p:sp>
          <p:sp>
            <p:nvSpPr>
              <p:cNvPr id="32" name="Line 35">
                <a:extLst>
                  <a:ext uri="{FF2B5EF4-FFF2-40B4-BE49-F238E27FC236}">
                    <a16:creationId xmlns:a16="http://schemas.microsoft.com/office/drawing/2014/main" id="{239436A0-8FA7-6D76-FD3D-51AC2D3B0E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 sz="1200"/>
              </a:p>
            </p:txBody>
          </p:sp>
        </p:grpSp>
        <p:grpSp>
          <p:nvGrpSpPr>
            <p:cNvPr id="33" name="Group 36">
              <a:extLst>
                <a:ext uri="{FF2B5EF4-FFF2-40B4-BE49-F238E27FC236}">
                  <a16:creationId xmlns:a16="http://schemas.microsoft.com/office/drawing/2014/main" id="{4E3CF7EC-C156-80E8-B4F3-CB39D7D3FF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86300" y="3721100"/>
              <a:ext cx="203200" cy="203200"/>
              <a:chOff x="1784" y="1736"/>
              <a:chExt cx="128" cy="128"/>
            </a:xfrm>
          </p:grpSpPr>
          <p:sp>
            <p:nvSpPr>
              <p:cNvPr id="34" name="Line 37">
                <a:extLst>
                  <a:ext uri="{FF2B5EF4-FFF2-40B4-BE49-F238E27FC236}">
                    <a16:creationId xmlns:a16="http://schemas.microsoft.com/office/drawing/2014/main" id="{FB79BF3E-EFF9-3066-3E6C-5720D02E48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 sz="1200"/>
              </a:p>
            </p:txBody>
          </p:sp>
          <p:sp>
            <p:nvSpPr>
              <p:cNvPr id="35" name="Line 38">
                <a:extLst>
                  <a:ext uri="{FF2B5EF4-FFF2-40B4-BE49-F238E27FC236}">
                    <a16:creationId xmlns:a16="http://schemas.microsoft.com/office/drawing/2014/main" id="{95159572-4E15-E598-B60C-DA82A8A65E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 sz="1200"/>
              </a:p>
            </p:txBody>
          </p:sp>
        </p:grpSp>
        <p:grpSp>
          <p:nvGrpSpPr>
            <p:cNvPr id="36" name="Group 39">
              <a:extLst>
                <a:ext uri="{FF2B5EF4-FFF2-40B4-BE49-F238E27FC236}">
                  <a16:creationId xmlns:a16="http://schemas.microsoft.com/office/drawing/2014/main" id="{3C90425A-6EBB-FAEE-B18D-59E60203A8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73600" y="4533900"/>
              <a:ext cx="203200" cy="203200"/>
              <a:chOff x="1784" y="1736"/>
              <a:chExt cx="128" cy="128"/>
            </a:xfrm>
          </p:grpSpPr>
          <p:sp>
            <p:nvSpPr>
              <p:cNvPr id="37" name="Line 40">
                <a:extLst>
                  <a:ext uri="{FF2B5EF4-FFF2-40B4-BE49-F238E27FC236}">
                    <a16:creationId xmlns:a16="http://schemas.microsoft.com/office/drawing/2014/main" id="{9E477990-EAE9-AFD9-9185-D98E931AB5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 sz="1200"/>
              </a:p>
            </p:txBody>
          </p:sp>
          <p:sp>
            <p:nvSpPr>
              <p:cNvPr id="38" name="Line 41">
                <a:extLst>
                  <a:ext uri="{FF2B5EF4-FFF2-40B4-BE49-F238E27FC236}">
                    <a16:creationId xmlns:a16="http://schemas.microsoft.com/office/drawing/2014/main" id="{892B3715-50A7-4E7A-C9ED-A2CA7815A3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 sz="1200"/>
              </a:p>
            </p:txBody>
          </p:sp>
        </p:grpSp>
        <p:grpSp>
          <p:nvGrpSpPr>
            <p:cNvPr id="39" name="Group 42">
              <a:extLst>
                <a:ext uri="{FF2B5EF4-FFF2-40B4-BE49-F238E27FC236}">
                  <a16:creationId xmlns:a16="http://schemas.microsoft.com/office/drawing/2014/main" id="{58E3D0A5-4F49-B309-070F-CED3D97690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60900" y="5397500"/>
              <a:ext cx="203200" cy="203200"/>
              <a:chOff x="1784" y="1736"/>
              <a:chExt cx="128" cy="128"/>
            </a:xfrm>
          </p:grpSpPr>
          <p:sp>
            <p:nvSpPr>
              <p:cNvPr id="40" name="Line 43">
                <a:extLst>
                  <a:ext uri="{FF2B5EF4-FFF2-40B4-BE49-F238E27FC236}">
                    <a16:creationId xmlns:a16="http://schemas.microsoft.com/office/drawing/2014/main" id="{8ADA1710-6B9B-A3F0-33FB-354CD40A4A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 sz="1200"/>
              </a:p>
            </p:txBody>
          </p:sp>
          <p:sp>
            <p:nvSpPr>
              <p:cNvPr id="41" name="Line 44">
                <a:extLst>
                  <a:ext uri="{FF2B5EF4-FFF2-40B4-BE49-F238E27FC236}">
                    <a16:creationId xmlns:a16="http://schemas.microsoft.com/office/drawing/2014/main" id="{384D45D9-1632-0E5E-C032-AD5ABE8B9A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 sz="1200"/>
              </a:p>
            </p:txBody>
          </p:sp>
        </p:grpSp>
        <p:grpSp>
          <p:nvGrpSpPr>
            <p:cNvPr id="42" name="Group 45">
              <a:extLst>
                <a:ext uri="{FF2B5EF4-FFF2-40B4-BE49-F238E27FC236}">
                  <a16:creationId xmlns:a16="http://schemas.microsoft.com/office/drawing/2014/main" id="{9EFD631F-A849-1005-9485-BEAA7EE64C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88000" y="2743200"/>
              <a:ext cx="203200" cy="203200"/>
              <a:chOff x="1784" y="1736"/>
              <a:chExt cx="128" cy="128"/>
            </a:xfrm>
          </p:grpSpPr>
          <p:sp>
            <p:nvSpPr>
              <p:cNvPr id="43" name="Line 46">
                <a:extLst>
                  <a:ext uri="{FF2B5EF4-FFF2-40B4-BE49-F238E27FC236}">
                    <a16:creationId xmlns:a16="http://schemas.microsoft.com/office/drawing/2014/main" id="{67CF6854-AD58-8602-7BA7-A93152D539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 sz="1200"/>
              </a:p>
            </p:txBody>
          </p:sp>
          <p:sp>
            <p:nvSpPr>
              <p:cNvPr id="44" name="Line 47">
                <a:extLst>
                  <a:ext uri="{FF2B5EF4-FFF2-40B4-BE49-F238E27FC236}">
                    <a16:creationId xmlns:a16="http://schemas.microsoft.com/office/drawing/2014/main" id="{C8987E2F-90F2-84B1-5DD5-8F0641E31D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 sz="1200"/>
              </a:p>
            </p:txBody>
          </p:sp>
        </p:grpSp>
        <p:grpSp>
          <p:nvGrpSpPr>
            <p:cNvPr id="45" name="Group 48">
              <a:extLst>
                <a:ext uri="{FF2B5EF4-FFF2-40B4-BE49-F238E27FC236}">
                  <a16:creationId xmlns:a16="http://schemas.microsoft.com/office/drawing/2014/main" id="{0DEBA572-15AB-3DEB-1C14-E6F6EA31F0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00700" y="3721100"/>
              <a:ext cx="203200" cy="203200"/>
              <a:chOff x="1784" y="1736"/>
              <a:chExt cx="128" cy="128"/>
            </a:xfrm>
          </p:grpSpPr>
          <p:sp>
            <p:nvSpPr>
              <p:cNvPr id="46" name="Line 49">
                <a:extLst>
                  <a:ext uri="{FF2B5EF4-FFF2-40B4-BE49-F238E27FC236}">
                    <a16:creationId xmlns:a16="http://schemas.microsoft.com/office/drawing/2014/main" id="{397AD440-164D-D840-0300-7752DB285E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 sz="1200"/>
              </a:p>
            </p:txBody>
          </p:sp>
          <p:sp>
            <p:nvSpPr>
              <p:cNvPr id="47" name="Line 50">
                <a:extLst>
                  <a:ext uri="{FF2B5EF4-FFF2-40B4-BE49-F238E27FC236}">
                    <a16:creationId xmlns:a16="http://schemas.microsoft.com/office/drawing/2014/main" id="{CA104223-D6B1-675B-DC0B-4F33E2062F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 sz="1200"/>
              </a:p>
            </p:txBody>
          </p:sp>
        </p:grpSp>
        <p:grpSp>
          <p:nvGrpSpPr>
            <p:cNvPr id="48" name="Group 51">
              <a:extLst>
                <a:ext uri="{FF2B5EF4-FFF2-40B4-BE49-F238E27FC236}">
                  <a16:creationId xmlns:a16="http://schemas.microsoft.com/office/drawing/2014/main" id="{68C4004F-57F3-E9C6-3C32-F848F6AB3F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88000" y="4533900"/>
              <a:ext cx="203200" cy="203200"/>
              <a:chOff x="1784" y="1736"/>
              <a:chExt cx="128" cy="128"/>
            </a:xfrm>
          </p:grpSpPr>
          <p:sp>
            <p:nvSpPr>
              <p:cNvPr id="49" name="Line 52">
                <a:extLst>
                  <a:ext uri="{FF2B5EF4-FFF2-40B4-BE49-F238E27FC236}">
                    <a16:creationId xmlns:a16="http://schemas.microsoft.com/office/drawing/2014/main" id="{D821D371-7174-82D4-0C4E-A9C2B62EA6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 sz="1200"/>
              </a:p>
            </p:txBody>
          </p:sp>
          <p:sp>
            <p:nvSpPr>
              <p:cNvPr id="50" name="Line 53">
                <a:extLst>
                  <a:ext uri="{FF2B5EF4-FFF2-40B4-BE49-F238E27FC236}">
                    <a16:creationId xmlns:a16="http://schemas.microsoft.com/office/drawing/2014/main" id="{2FD3CE56-39B7-3954-A2FD-4839F60869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 sz="1200"/>
              </a:p>
            </p:txBody>
          </p:sp>
        </p:grpSp>
        <p:grpSp>
          <p:nvGrpSpPr>
            <p:cNvPr id="51" name="Group 54">
              <a:extLst>
                <a:ext uri="{FF2B5EF4-FFF2-40B4-BE49-F238E27FC236}">
                  <a16:creationId xmlns:a16="http://schemas.microsoft.com/office/drawing/2014/main" id="{7A34DDAD-2EFB-F7CD-F846-D722F36627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75300" y="5397500"/>
              <a:ext cx="203200" cy="203200"/>
              <a:chOff x="1784" y="1736"/>
              <a:chExt cx="128" cy="128"/>
            </a:xfrm>
          </p:grpSpPr>
          <p:sp>
            <p:nvSpPr>
              <p:cNvPr id="52" name="Line 55">
                <a:extLst>
                  <a:ext uri="{FF2B5EF4-FFF2-40B4-BE49-F238E27FC236}">
                    <a16:creationId xmlns:a16="http://schemas.microsoft.com/office/drawing/2014/main" id="{7B3441D0-04FA-B515-5B97-F46806905E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 sz="1200"/>
              </a:p>
            </p:txBody>
          </p:sp>
          <p:sp>
            <p:nvSpPr>
              <p:cNvPr id="53" name="Line 56">
                <a:extLst>
                  <a:ext uri="{FF2B5EF4-FFF2-40B4-BE49-F238E27FC236}">
                    <a16:creationId xmlns:a16="http://schemas.microsoft.com/office/drawing/2014/main" id="{8F4F15D7-8000-0154-54AC-8FF3808A49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 sz="1200"/>
              </a:p>
            </p:txBody>
          </p:sp>
        </p:grpSp>
        <p:grpSp>
          <p:nvGrpSpPr>
            <p:cNvPr id="54" name="Group 57">
              <a:extLst>
                <a:ext uri="{FF2B5EF4-FFF2-40B4-BE49-F238E27FC236}">
                  <a16:creationId xmlns:a16="http://schemas.microsoft.com/office/drawing/2014/main" id="{59424464-2171-AE8B-90F6-C833E0AA89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88100" y="2743200"/>
              <a:ext cx="203200" cy="203200"/>
              <a:chOff x="1784" y="1736"/>
              <a:chExt cx="128" cy="128"/>
            </a:xfrm>
          </p:grpSpPr>
          <p:sp>
            <p:nvSpPr>
              <p:cNvPr id="55" name="Line 58">
                <a:extLst>
                  <a:ext uri="{FF2B5EF4-FFF2-40B4-BE49-F238E27FC236}">
                    <a16:creationId xmlns:a16="http://schemas.microsoft.com/office/drawing/2014/main" id="{E7300D5C-B03F-C0C6-5DC3-45DAF00D3C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 sz="1200"/>
              </a:p>
            </p:txBody>
          </p:sp>
          <p:sp>
            <p:nvSpPr>
              <p:cNvPr id="56" name="Line 59">
                <a:extLst>
                  <a:ext uri="{FF2B5EF4-FFF2-40B4-BE49-F238E27FC236}">
                    <a16:creationId xmlns:a16="http://schemas.microsoft.com/office/drawing/2014/main" id="{40BCE702-69E7-2FDC-895D-6034A353BF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 sz="1200"/>
              </a:p>
            </p:txBody>
          </p:sp>
        </p:grpSp>
        <p:grpSp>
          <p:nvGrpSpPr>
            <p:cNvPr id="57" name="Group 60">
              <a:extLst>
                <a:ext uri="{FF2B5EF4-FFF2-40B4-BE49-F238E27FC236}">
                  <a16:creationId xmlns:a16="http://schemas.microsoft.com/office/drawing/2014/main" id="{2986F0EA-1166-FA2C-754D-402560B2A4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00800" y="3721100"/>
              <a:ext cx="203200" cy="203200"/>
              <a:chOff x="1784" y="1736"/>
              <a:chExt cx="128" cy="128"/>
            </a:xfrm>
          </p:grpSpPr>
          <p:sp>
            <p:nvSpPr>
              <p:cNvPr id="58" name="Line 61">
                <a:extLst>
                  <a:ext uri="{FF2B5EF4-FFF2-40B4-BE49-F238E27FC236}">
                    <a16:creationId xmlns:a16="http://schemas.microsoft.com/office/drawing/2014/main" id="{E662503B-D7B3-5D9C-F4E8-D21ED58CAA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 sz="1200"/>
              </a:p>
            </p:txBody>
          </p:sp>
          <p:sp>
            <p:nvSpPr>
              <p:cNvPr id="59" name="Line 62">
                <a:extLst>
                  <a:ext uri="{FF2B5EF4-FFF2-40B4-BE49-F238E27FC236}">
                    <a16:creationId xmlns:a16="http://schemas.microsoft.com/office/drawing/2014/main" id="{17FA3D7C-FA03-06F3-F526-5D4C764B51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 sz="1200"/>
              </a:p>
            </p:txBody>
          </p:sp>
        </p:grpSp>
        <p:grpSp>
          <p:nvGrpSpPr>
            <p:cNvPr id="60" name="Group 63">
              <a:extLst>
                <a:ext uri="{FF2B5EF4-FFF2-40B4-BE49-F238E27FC236}">
                  <a16:creationId xmlns:a16="http://schemas.microsoft.com/office/drawing/2014/main" id="{73A27771-A9B4-9D3F-0123-725875F069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88100" y="4533900"/>
              <a:ext cx="203200" cy="203200"/>
              <a:chOff x="1784" y="1736"/>
              <a:chExt cx="128" cy="128"/>
            </a:xfrm>
          </p:grpSpPr>
          <p:sp>
            <p:nvSpPr>
              <p:cNvPr id="61" name="Line 64">
                <a:extLst>
                  <a:ext uri="{FF2B5EF4-FFF2-40B4-BE49-F238E27FC236}">
                    <a16:creationId xmlns:a16="http://schemas.microsoft.com/office/drawing/2014/main" id="{677D45F0-83F0-DAF5-236E-C2301A3F47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 sz="1200"/>
              </a:p>
            </p:txBody>
          </p:sp>
          <p:sp>
            <p:nvSpPr>
              <p:cNvPr id="62" name="Line 65">
                <a:extLst>
                  <a:ext uri="{FF2B5EF4-FFF2-40B4-BE49-F238E27FC236}">
                    <a16:creationId xmlns:a16="http://schemas.microsoft.com/office/drawing/2014/main" id="{D0132F1B-27F6-1FEB-FE4B-EE37F9BF4D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 sz="1200"/>
              </a:p>
            </p:txBody>
          </p:sp>
        </p:grpSp>
        <p:grpSp>
          <p:nvGrpSpPr>
            <p:cNvPr id="63" name="Group 66">
              <a:extLst>
                <a:ext uri="{FF2B5EF4-FFF2-40B4-BE49-F238E27FC236}">
                  <a16:creationId xmlns:a16="http://schemas.microsoft.com/office/drawing/2014/main" id="{566E140C-90F6-493F-378C-1593D5EB70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75400" y="5397500"/>
              <a:ext cx="203200" cy="203200"/>
              <a:chOff x="1784" y="1736"/>
              <a:chExt cx="128" cy="128"/>
            </a:xfrm>
          </p:grpSpPr>
          <p:sp>
            <p:nvSpPr>
              <p:cNvPr id="64" name="Line 67">
                <a:extLst>
                  <a:ext uri="{FF2B5EF4-FFF2-40B4-BE49-F238E27FC236}">
                    <a16:creationId xmlns:a16="http://schemas.microsoft.com/office/drawing/2014/main" id="{9CF42FB9-2EE7-F8C5-66A8-2A5B86B4BF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 sz="1200"/>
              </a:p>
            </p:txBody>
          </p:sp>
          <p:sp>
            <p:nvSpPr>
              <p:cNvPr id="65" name="Line 68">
                <a:extLst>
                  <a:ext uri="{FF2B5EF4-FFF2-40B4-BE49-F238E27FC236}">
                    <a16:creationId xmlns:a16="http://schemas.microsoft.com/office/drawing/2014/main" id="{1AE6914E-78A7-DF7E-779D-2998E60A9C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 sz="1200"/>
              </a:p>
            </p:txBody>
          </p:sp>
        </p:grpSp>
        <p:grpSp>
          <p:nvGrpSpPr>
            <p:cNvPr id="66" name="Group 69">
              <a:extLst>
                <a:ext uri="{FF2B5EF4-FFF2-40B4-BE49-F238E27FC236}">
                  <a16:creationId xmlns:a16="http://schemas.microsoft.com/office/drawing/2014/main" id="{EAAAA748-7ABF-C534-BAA1-9CC7173A1C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39000" y="2743200"/>
              <a:ext cx="203200" cy="203200"/>
              <a:chOff x="1784" y="1736"/>
              <a:chExt cx="128" cy="128"/>
            </a:xfrm>
          </p:grpSpPr>
          <p:sp>
            <p:nvSpPr>
              <p:cNvPr id="67" name="Line 70">
                <a:extLst>
                  <a:ext uri="{FF2B5EF4-FFF2-40B4-BE49-F238E27FC236}">
                    <a16:creationId xmlns:a16="http://schemas.microsoft.com/office/drawing/2014/main" id="{AA577429-77FA-BA42-7E65-B6A3C2D9B2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 sz="1200"/>
              </a:p>
            </p:txBody>
          </p:sp>
          <p:sp>
            <p:nvSpPr>
              <p:cNvPr id="68" name="Line 71">
                <a:extLst>
                  <a:ext uri="{FF2B5EF4-FFF2-40B4-BE49-F238E27FC236}">
                    <a16:creationId xmlns:a16="http://schemas.microsoft.com/office/drawing/2014/main" id="{2FCBA5E7-760F-C990-9369-93F5B6DB50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 sz="1200"/>
              </a:p>
            </p:txBody>
          </p:sp>
        </p:grpSp>
        <p:grpSp>
          <p:nvGrpSpPr>
            <p:cNvPr id="69" name="Group 72">
              <a:extLst>
                <a:ext uri="{FF2B5EF4-FFF2-40B4-BE49-F238E27FC236}">
                  <a16:creationId xmlns:a16="http://schemas.microsoft.com/office/drawing/2014/main" id="{5597489C-D538-8A23-2F58-92ADDA5146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51700" y="3721100"/>
              <a:ext cx="203200" cy="203200"/>
              <a:chOff x="1784" y="1736"/>
              <a:chExt cx="128" cy="128"/>
            </a:xfrm>
          </p:grpSpPr>
          <p:sp>
            <p:nvSpPr>
              <p:cNvPr id="70" name="Line 73">
                <a:extLst>
                  <a:ext uri="{FF2B5EF4-FFF2-40B4-BE49-F238E27FC236}">
                    <a16:creationId xmlns:a16="http://schemas.microsoft.com/office/drawing/2014/main" id="{78CD7BB5-636B-D8C8-E3BB-F8FE61CA88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 sz="1200"/>
              </a:p>
            </p:txBody>
          </p:sp>
          <p:sp>
            <p:nvSpPr>
              <p:cNvPr id="71" name="Line 74">
                <a:extLst>
                  <a:ext uri="{FF2B5EF4-FFF2-40B4-BE49-F238E27FC236}">
                    <a16:creationId xmlns:a16="http://schemas.microsoft.com/office/drawing/2014/main" id="{83D65BD8-0D39-465F-C4B8-BCD9299A2C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 sz="1200"/>
              </a:p>
            </p:txBody>
          </p:sp>
        </p:grpSp>
        <p:grpSp>
          <p:nvGrpSpPr>
            <p:cNvPr id="72" name="Group 75">
              <a:extLst>
                <a:ext uri="{FF2B5EF4-FFF2-40B4-BE49-F238E27FC236}">
                  <a16:creationId xmlns:a16="http://schemas.microsoft.com/office/drawing/2014/main" id="{636641F5-6C4A-69DD-AFF9-DCAD408F08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39000" y="4533900"/>
              <a:ext cx="203200" cy="203200"/>
              <a:chOff x="1784" y="1736"/>
              <a:chExt cx="128" cy="128"/>
            </a:xfrm>
          </p:grpSpPr>
          <p:sp>
            <p:nvSpPr>
              <p:cNvPr id="73" name="Line 76">
                <a:extLst>
                  <a:ext uri="{FF2B5EF4-FFF2-40B4-BE49-F238E27FC236}">
                    <a16:creationId xmlns:a16="http://schemas.microsoft.com/office/drawing/2014/main" id="{FA4492EF-5127-7B4A-5EBB-53D7F9CFD6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 sz="1200"/>
              </a:p>
            </p:txBody>
          </p:sp>
          <p:sp>
            <p:nvSpPr>
              <p:cNvPr id="74" name="Line 77">
                <a:extLst>
                  <a:ext uri="{FF2B5EF4-FFF2-40B4-BE49-F238E27FC236}">
                    <a16:creationId xmlns:a16="http://schemas.microsoft.com/office/drawing/2014/main" id="{7259FCA6-4BDE-E9A7-C049-2548CB0D4F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 sz="1200"/>
              </a:p>
            </p:txBody>
          </p:sp>
        </p:grpSp>
        <p:grpSp>
          <p:nvGrpSpPr>
            <p:cNvPr id="75" name="Group 78">
              <a:extLst>
                <a:ext uri="{FF2B5EF4-FFF2-40B4-BE49-F238E27FC236}">
                  <a16:creationId xmlns:a16="http://schemas.microsoft.com/office/drawing/2014/main" id="{6CE26E18-E201-4233-60FF-36458DE3B3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26300" y="5397500"/>
              <a:ext cx="203200" cy="203200"/>
              <a:chOff x="1784" y="1736"/>
              <a:chExt cx="128" cy="128"/>
            </a:xfrm>
          </p:grpSpPr>
          <p:sp>
            <p:nvSpPr>
              <p:cNvPr id="76" name="Line 79">
                <a:extLst>
                  <a:ext uri="{FF2B5EF4-FFF2-40B4-BE49-F238E27FC236}">
                    <a16:creationId xmlns:a16="http://schemas.microsoft.com/office/drawing/2014/main" id="{71444319-E26F-574D-356A-02DFD86A1F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 sz="1200"/>
              </a:p>
            </p:txBody>
          </p:sp>
          <p:sp>
            <p:nvSpPr>
              <p:cNvPr id="77" name="Line 80">
                <a:extLst>
                  <a:ext uri="{FF2B5EF4-FFF2-40B4-BE49-F238E27FC236}">
                    <a16:creationId xmlns:a16="http://schemas.microsoft.com/office/drawing/2014/main" id="{06F7D27C-0C27-FF28-1E98-7D47B86BB9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 sz="1200"/>
              </a:p>
            </p:txBody>
          </p:sp>
        </p:grpSp>
        <p:grpSp>
          <p:nvGrpSpPr>
            <p:cNvPr id="78" name="Group 81">
              <a:extLst>
                <a:ext uri="{FF2B5EF4-FFF2-40B4-BE49-F238E27FC236}">
                  <a16:creationId xmlns:a16="http://schemas.microsoft.com/office/drawing/2014/main" id="{B89237E3-E44F-A146-138E-92E6A6F76D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19400" y="1930400"/>
              <a:ext cx="203200" cy="203200"/>
              <a:chOff x="1784" y="1736"/>
              <a:chExt cx="128" cy="128"/>
            </a:xfrm>
          </p:grpSpPr>
          <p:sp>
            <p:nvSpPr>
              <p:cNvPr id="79" name="Line 82">
                <a:extLst>
                  <a:ext uri="{FF2B5EF4-FFF2-40B4-BE49-F238E27FC236}">
                    <a16:creationId xmlns:a16="http://schemas.microsoft.com/office/drawing/2014/main" id="{F1053C0D-570D-37E0-98FC-EAD404D5F6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 sz="1200"/>
              </a:p>
            </p:txBody>
          </p:sp>
          <p:sp>
            <p:nvSpPr>
              <p:cNvPr id="80" name="Line 83">
                <a:extLst>
                  <a:ext uri="{FF2B5EF4-FFF2-40B4-BE49-F238E27FC236}">
                    <a16:creationId xmlns:a16="http://schemas.microsoft.com/office/drawing/2014/main" id="{678A698F-9485-C1C6-4B3C-B21BA40F6A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 sz="1200"/>
              </a:p>
            </p:txBody>
          </p:sp>
        </p:grpSp>
        <p:grpSp>
          <p:nvGrpSpPr>
            <p:cNvPr id="81" name="Group 84">
              <a:extLst>
                <a:ext uri="{FF2B5EF4-FFF2-40B4-BE49-F238E27FC236}">
                  <a16:creationId xmlns:a16="http://schemas.microsoft.com/office/drawing/2014/main" id="{076DFF80-9DAF-F1C8-FAAC-5C7559D926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35400" y="1930400"/>
              <a:ext cx="203200" cy="203200"/>
              <a:chOff x="1784" y="1736"/>
              <a:chExt cx="128" cy="128"/>
            </a:xfrm>
          </p:grpSpPr>
          <p:sp>
            <p:nvSpPr>
              <p:cNvPr id="82" name="Line 85">
                <a:extLst>
                  <a:ext uri="{FF2B5EF4-FFF2-40B4-BE49-F238E27FC236}">
                    <a16:creationId xmlns:a16="http://schemas.microsoft.com/office/drawing/2014/main" id="{5BBAB747-7EE7-64B4-511A-934E3C3784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 sz="1200"/>
              </a:p>
            </p:txBody>
          </p:sp>
          <p:sp>
            <p:nvSpPr>
              <p:cNvPr id="83" name="Line 86">
                <a:extLst>
                  <a:ext uri="{FF2B5EF4-FFF2-40B4-BE49-F238E27FC236}">
                    <a16:creationId xmlns:a16="http://schemas.microsoft.com/office/drawing/2014/main" id="{C98D86F9-C9BE-5C0C-C81D-83B7676B70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 sz="1200"/>
              </a:p>
            </p:txBody>
          </p:sp>
        </p:grpSp>
        <p:grpSp>
          <p:nvGrpSpPr>
            <p:cNvPr id="84" name="Group 87">
              <a:extLst>
                <a:ext uri="{FF2B5EF4-FFF2-40B4-BE49-F238E27FC236}">
                  <a16:creationId xmlns:a16="http://schemas.microsoft.com/office/drawing/2014/main" id="{60BC24C2-6AB3-6968-3EA0-47569D7FDC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60900" y="1930400"/>
              <a:ext cx="203200" cy="203200"/>
              <a:chOff x="1784" y="1736"/>
              <a:chExt cx="128" cy="128"/>
            </a:xfrm>
          </p:grpSpPr>
          <p:sp>
            <p:nvSpPr>
              <p:cNvPr id="85" name="Line 88">
                <a:extLst>
                  <a:ext uri="{FF2B5EF4-FFF2-40B4-BE49-F238E27FC236}">
                    <a16:creationId xmlns:a16="http://schemas.microsoft.com/office/drawing/2014/main" id="{5A2BAEB3-5676-00D2-8E5A-27567D3CE8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 sz="1200"/>
              </a:p>
            </p:txBody>
          </p:sp>
          <p:sp>
            <p:nvSpPr>
              <p:cNvPr id="86" name="Line 89">
                <a:extLst>
                  <a:ext uri="{FF2B5EF4-FFF2-40B4-BE49-F238E27FC236}">
                    <a16:creationId xmlns:a16="http://schemas.microsoft.com/office/drawing/2014/main" id="{60F5800C-4394-B080-BED1-6E909BB2E7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 sz="1200"/>
              </a:p>
            </p:txBody>
          </p:sp>
        </p:grpSp>
        <p:grpSp>
          <p:nvGrpSpPr>
            <p:cNvPr id="87" name="Group 90">
              <a:extLst>
                <a:ext uri="{FF2B5EF4-FFF2-40B4-BE49-F238E27FC236}">
                  <a16:creationId xmlns:a16="http://schemas.microsoft.com/office/drawing/2014/main" id="{D29A1A2D-74AC-678F-D9B8-253E385289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75300" y="1930400"/>
              <a:ext cx="203200" cy="203200"/>
              <a:chOff x="1784" y="1736"/>
              <a:chExt cx="128" cy="128"/>
            </a:xfrm>
          </p:grpSpPr>
          <p:sp>
            <p:nvSpPr>
              <p:cNvPr id="88" name="Line 91">
                <a:extLst>
                  <a:ext uri="{FF2B5EF4-FFF2-40B4-BE49-F238E27FC236}">
                    <a16:creationId xmlns:a16="http://schemas.microsoft.com/office/drawing/2014/main" id="{05F89A83-5244-00CD-7045-129C2C8A6E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 sz="1200"/>
              </a:p>
            </p:txBody>
          </p:sp>
          <p:sp>
            <p:nvSpPr>
              <p:cNvPr id="89" name="Line 92">
                <a:extLst>
                  <a:ext uri="{FF2B5EF4-FFF2-40B4-BE49-F238E27FC236}">
                    <a16:creationId xmlns:a16="http://schemas.microsoft.com/office/drawing/2014/main" id="{158A198D-F7E8-6391-0EB9-9DC08A6435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 sz="1200"/>
              </a:p>
            </p:txBody>
          </p:sp>
        </p:grpSp>
        <p:grpSp>
          <p:nvGrpSpPr>
            <p:cNvPr id="90" name="Group 93">
              <a:extLst>
                <a:ext uri="{FF2B5EF4-FFF2-40B4-BE49-F238E27FC236}">
                  <a16:creationId xmlns:a16="http://schemas.microsoft.com/office/drawing/2014/main" id="{E5D204A2-E219-0328-8330-91CFA11D76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75400" y="1930400"/>
              <a:ext cx="203200" cy="203200"/>
              <a:chOff x="1784" y="1736"/>
              <a:chExt cx="128" cy="128"/>
            </a:xfrm>
          </p:grpSpPr>
          <p:sp>
            <p:nvSpPr>
              <p:cNvPr id="91" name="Line 94">
                <a:extLst>
                  <a:ext uri="{FF2B5EF4-FFF2-40B4-BE49-F238E27FC236}">
                    <a16:creationId xmlns:a16="http://schemas.microsoft.com/office/drawing/2014/main" id="{B2C61581-C533-2483-1D28-3E6C4475E8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 sz="1200"/>
              </a:p>
            </p:txBody>
          </p:sp>
          <p:sp>
            <p:nvSpPr>
              <p:cNvPr id="92" name="Line 95">
                <a:extLst>
                  <a:ext uri="{FF2B5EF4-FFF2-40B4-BE49-F238E27FC236}">
                    <a16:creationId xmlns:a16="http://schemas.microsoft.com/office/drawing/2014/main" id="{4C6EFA5D-CB75-2A7F-D641-2F8184E04E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 sz="1200"/>
              </a:p>
            </p:txBody>
          </p:sp>
        </p:grpSp>
        <p:grpSp>
          <p:nvGrpSpPr>
            <p:cNvPr id="93" name="Group 96">
              <a:extLst>
                <a:ext uri="{FF2B5EF4-FFF2-40B4-BE49-F238E27FC236}">
                  <a16:creationId xmlns:a16="http://schemas.microsoft.com/office/drawing/2014/main" id="{EFE55442-A39E-3FC7-07E3-A504A905F5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26300" y="1930400"/>
              <a:ext cx="203200" cy="203200"/>
              <a:chOff x="1784" y="1736"/>
              <a:chExt cx="128" cy="128"/>
            </a:xfrm>
          </p:grpSpPr>
          <p:sp>
            <p:nvSpPr>
              <p:cNvPr id="94" name="Line 97">
                <a:extLst>
                  <a:ext uri="{FF2B5EF4-FFF2-40B4-BE49-F238E27FC236}">
                    <a16:creationId xmlns:a16="http://schemas.microsoft.com/office/drawing/2014/main" id="{B10A0464-02B1-B38C-4BE4-AB80490D9C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 sz="1200"/>
              </a:p>
            </p:txBody>
          </p:sp>
          <p:sp>
            <p:nvSpPr>
              <p:cNvPr id="95" name="Line 98">
                <a:extLst>
                  <a:ext uri="{FF2B5EF4-FFF2-40B4-BE49-F238E27FC236}">
                    <a16:creationId xmlns:a16="http://schemas.microsoft.com/office/drawing/2014/main" id="{3303534A-6520-27AF-2ED7-687F5A3226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84" y="1736"/>
                <a:ext cx="128" cy="1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en-US" sz="1200"/>
              </a:p>
            </p:txBody>
          </p:sp>
        </p:grpSp>
        <p:grpSp>
          <p:nvGrpSpPr>
            <p:cNvPr id="96" name="Group 112">
              <a:extLst>
                <a:ext uri="{FF2B5EF4-FFF2-40B4-BE49-F238E27FC236}">
                  <a16:creationId xmlns:a16="http://schemas.microsoft.com/office/drawing/2014/main" id="{14C96E58-CC13-1F3C-B13D-011B52EC3480}"/>
                </a:ext>
              </a:extLst>
            </p:cNvPr>
            <p:cNvGrpSpPr/>
            <p:nvPr/>
          </p:nvGrpSpPr>
          <p:grpSpPr>
            <a:xfrm flipV="1">
              <a:off x="3083253" y="1992573"/>
              <a:ext cx="3837295" cy="3753134"/>
              <a:chOff x="3083253" y="1992573"/>
              <a:chExt cx="3837295" cy="3753134"/>
            </a:xfrm>
          </p:grpSpPr>
          <p:grpSp>
            <p:nvGrpSpPr>
              <p:cNvPr id="97" name="Group 120">
                <a:extLst>
                  <a:ext uri="{FF2B5EF4-FFF2-40B4-BE49-F238E27FC236}">
                    <a16:creationId xmlns:a16="http://schemas.microsoft.com/office/drawing/2014/main" id="{A88709EB-82A3-D318-BD07-A2B724CC999E}"/>
                  </a:ext>
                </a:extLst>
              </p:cNvPr>
              <p:cNvGrpSpPr/>
              <p:nvPr/>
            </p:nvGrpSpPr>
            <p:grpSpPr>
              <a:xfrm rot="5561759">
                <a:off x="4633411" y="2024413"/>
                <a:ext cx="652817" cy="3753134"/>
                <a:chOff x="4794915" y="2144973"/>
                <a:chExt cx="652817" cy="3753134"/>
              </a:xfrm>
            </p:grpSpPr>
            <p:cxnSp>
              <p:nvCxnSpPr>
                <p:cNvPr id="106" name="Straight Arrow Connector 105">
                  <a:extLst>
                    <a:ext uri="{FF2B5EF4-FFF2-40B4-BE49-F238E27FC236}">
                      <a16:creationId xmlns:a16="http://schemas.microsoft.com/office/drawing/2014/main" id="{F7F1C4DE-3629-BD1D-12FE-3D0DE39D2532}"/>
                    </a:ext>
                  </a:extLst>
                </p:cNvPr>
                <p:cNvCxnSpPr/>
                <p:nvPr/>
              </p:nvCxnSpPr>
              <p:spPr>
                <a:xfrm flipH="1" flipV="1">
                  <a:off x="4888173" y="2144973"/>
                  <a:ext cx="559559" cy="13650"/>
                </a:xfrm>
                <a:prstGeom prst="straightConnector1">
                  <a:avLst/>
                </a:prstGeom>
                <a:ln w="38100">
                  <a:solidFill>
                    <a:schemeClr val="accent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Straight Arrow Connector 106">
                  <a:extLst>
                    <a:ext uri="{FF2B5EF4-FFF2-40B4-BE49-F238E27FC236}">
                      <a16:creationId xmlns:a16="http://schemas.microsoft.com/office/drawing/2014/main" id="{9B00A7AF-625D-784D-4A2D-B73036008430}"/>
                    </a:ext>
                  </a:extLst>
                </p:cNvPr>
                <p:cNvCxnSpPr/>
                <p:nvPr/>
              </p:nvCxnSpPr>
              <p:spPr>
                <a:xfrm>
                  <a:off x="4794915" y="5886735"/>
                  <a:ext cx="598225" cy="11372"/>
                </a:xfrm>
                <a:prstGeom prst="straightConnector1">
                  <a:avLst/>
                </a:prstGeom>
                <a:ln w="38100">
                  <a:solidFill>
                    <a:schemeClr val="accent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id="{20BF8612-AC65-EE31-AF0A-0136B1EA3372}"/>
                  </a:ext>
                </a:extLst>
              </p:cNvPr>
              <p:cNvCxnSpPr/>
              <p:nvPr/>
            </p:nvCxnSpPr>
            <p:spPr>
              <a:xfrm flipH="1" flipV="1">
                <a:off x="4735773" y="1992573"/>
                <a:ext cx="559559" cy="13650"/>
              </a:xfrm>
              <a:prstGeom prst="straightConnector1">
                <a:avLst/>
              </a:prstGeom>
              <a:ln w="38100">
                <a:solidFill>
                  <a:schemeClr val="accent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Arrow Connector 98">
                <a:extLst>
                  <a:ext uri="{FF2B5EF4-FFF2-40B4-BE49-F238E27FC236}">
                    <a16:creationId xmlns:a16="http://schemas.microsoft.com/office/drawing/2014/main" id="{3557710D-4C95-9592-D755-EDB8EE7C8AE8}"/>
                  </a:ext>
                </a:extLst>
              </p:cNvPr>
              <p:cNvCxnSpPr/>
              <p:nvPr/>
            </p:nvCxnSpPr>
            <p:spPr>
              <a:xfrm>
                <a:off x="4642515" y="5734335"/>
                <a:ext cx="598225" cy="11372"/>
              </a:xfrm>
              <a:prstGeom prst="straightConnector1">
                <a:avLst/>
              </a:prstGeom>
              <a:ln w="38100">
                <a:solidFill>
                  <a:schemeClr val="accent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0" name="Group 119">
                <a:extLst>
                  <a:ext uri="{FF2B5EF4-FFF2-40B4-BE49-F238E27FC236}">
                    <a16:creationId xmlns:a16="http://schemas.microsoft.com/office/drawing/2014/main" id="{1C161778-B790-D415-9909-7DB6D616DC60}"/>
                  </a:ext>
                </a:extLst>
              </p:cNvPr>
              <p:cNvGrpSpPr/>
              <p:nvPr/>
            </p:nvGrpSpPr>
            <p:grpSpPr>
              <a:xfrm rot="2853023">
                <a:off x="4713027" y="2076733"/>
                <a:ext cx="652817" cy="3753134"/>
                <a:chOff x="4794915" y="2144973"/>
                <a:chExt cx="652817" cy="3753134"/>
              </a:xfrm>
            </p:grpSpPr>
            <p:cxnSp>
              <p:nvCxnSpPr>
                <p:cNvPr id="104" name="Straight Arrow Connector 103">
                  <a:extLst>
                    <a:ext uri="{FF2B5EF4-FFF2-40B4-BE49-F238E27FC236}">
                      <a16:creationId xmlns:a16="http://schemas.microsoft.com/office/drawing/2014/main" id="{9283692B-338D-4D8C-1C9E-283CD5C0AA9D}"/>
                    </a:ext>
                  </a:extLst>
                </p:cNvPr>
                <p:cNvCxnSpPr/>
                <p:nvPr/>
              </p:nvCxnSpPr>
              <p:spPr>
                <a:xfrm flipH="1" flipV="1">
                  <a:off x="4888173" y="2144973"/>
                  <a:ext cx="559559" cy="13650"/>
                </a:xfrm>
                <a:prstGeom prst="straightConnector1">
                  <a:avLst/>
                </a:prstGeom>
                <a:ln w="38100">
                  <a:solidFill>
                    <a:schemeClr val="accent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Straight Arrow Connector 104">
                  <a:extLst>
                    <a:ext uri="{FF2B5EF4-FFF2-40B4-BE49-F238E27FC236}">
                      <a16:creationId xmlns:a16="http://schemas.microsoft.com/office/drawing/2014/main" id="{3AD807B7-87A6-ABDB-219E-E7DACCDF323E}"/>
                    </a:ext>
                  </a:extLst>
                </p:cNvPr>
                <p:cNvCxnSpPr/>
                <p:nvPr/>
              </p:nvCxnSpPr>
              <p:spPr>
                <a:xfrm>
                  <a:off x="4794915" y="5886735"/>
                  <a:ext cx="598225" cy="11372"/>
                </a:xfrm>
                <a:prstGeom prst="straightConnector1">
                  <a:avLst/>
                </a:prstGeom>
                <a:ln w="38100">
                  <a:solidFill>
                    <a:schemeClr val="accent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1" name="Group 123">
                <a:extLst>
                  <a:ext uri="{FF2B5EF4-FFF2-40B4-BE49-F238E27FC236}">
                    <a16:creationId xmlns:a16="http://schemas.microsoft.com/office/drawing/2014/main" id="{78ACFE1F-186D-BB97-AC85-C2945ACA3B93}"/>
                  </a:ext>
                </a:extLst>
              </p:cNvPr>
              <p:cNvGrpSpPr/>
              <p:nvPr/>
            </p:nvGrpSpPr>
            <p:grpSpPr>
              <a:xfrm rot="7815373">
                <a:off x="4717572" y="1903857"/>
                <a:ext cx="652817" cy="3753134"/>
                <a:chOff x="4794915" y="2144973"/>
                <a:chExt cx="652817" cy="3753134"/>
              </a:xfrm>
            </p:grpSpPr>
            <p:cxnSp>
              <p:nvCxnSpPr>
                <p:cNvPr id="102" name="Straight Arrow Connector 101">
                  <a:extLst>
                    <a:ext uri="{FF2B5EF4-FFF2-40B4-BE49-F238E27FC236}">
                      <a16:creationId xmlns:a16="http://schemas.microsoft.com/office/drawing/2014/main" id="{6C989F87-AD09-3809-45E5-C45E30327856}"/>
                    </a:ext>
                  </a:extLst>
                </p:cNvPr>
                <p:cNvCxnSpPr/>
                <p:nvPr/>
              </p:nvCxnSpPr>
              <p:spPr>
                <a:xfrm flipH="1" flipV="1">
                  <a:off x="4888173" y="2144973"/>
                  <a:ext cx="559559" cy="13650"/>
                </a:xfrm>
                <a:prstGeom prst="straightConnector1">
                  <a:avLst/>
                </a:prstGeom>
                <a:ln w="38100">
                  <a:solidFill>
                    <a:schemeClr val="accent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Straight Arrow Connector 102">
                  <a:extLst>
                    <a:ext uri="{FF2B5EF4-FFF2-40B4-BE49-F238E27FC236}">
                      <a16:creationId xmlns:a16="http://schemas.microsoft.com/office/drawing/2014/main" id="{D12F58AC-A107-AD63-E79B-ADD8F0F208F4}"/>
                    </a:ext>
                  </a:extLst>
                </p:cNvPr>
                <p:cNvCxnSpPr/>
                <p:nvPr/>
              </p:nvCxnSpPr>
              <p:spPr>
                <a:xfrm>
                  <a:off x="4794915" y="5886735"/>
                  <a:ext cx="598225" cy="11372"/>
                </a:xfrm>
                <a:prstGeom prst="straightConnector1">
                  <a:avLst/>
                </a:prstGeom>
                <a:ln w="38100">
                  <a:solidFill>
                    <a:schemeClr val="accent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91C77A36-CCF9-68F8-0909-C3799F0B7E7B}"/>
                </a:ext>
              </a:extLst>
            </p:cNvPr>
            <p:cNvSpPr txBox="1"/>
            <p:nvPr/>
          </p:nvSpPr>
          <p:spPr>
            <a:xfrm>
              <a:off x="3439236" y="3248169"/>
              <a:ext cx="524773" cy="6051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accent1"/>
                  </a:solidFill>
                </a:rPr>
                <a:t>B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19FB59EE-6308-A51E-FBC8-44ADF18AD5D3}"/>
                </a:ext>
              </a:extLst>
            </p:cNvPr>
            <p:cNvSpPr txBox="1"/>
            <p:nvPr/>
          </p:nvSpPr>
          <p:spPr>
            <a:xfrm>
              <a:off x="2363337" y="1571768"/>
              <a:ext cx="501414" cy="6051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</a:rPr>
                <a:t>E</a:t>
              </a:r>
            </a:p>
          </p:txBody>
        </p:sp>
        <p:grpSp>
          <p:nvGrpSpPr>
            <p:cNvPr id="110" name="Group 113">
              <a:extLst>
                <a:ext uri="{FF2B5EF4-FFF2-40B4-BE49-F238E27FC236}">
                  <a16:creationId xmlns:a16="http://schemas.microsoft.com/office/drawing/2014/main" id="{BA8D3303-4CD3-81A5-888D-BF564FD4619F}"/>
                </a:ext>
              </a:extLst>
            </p:cNvPr>
            <p:cNvGrpSpPr/>
            <p:nvPr/>
          </p:nvGrpSpPr>
          <p:grpSpPr>
            <a:xfrm flipV="1">
              <a:off x="3754265" y="2718181"/>
              <a:ext cx="2428168" cy="2372436"/>
              <a:chOff x="3083253" y="1992573"/>
              <a:chExt cx="3837295" cy="3753134"/>
            </a:xfrm>
          </p:grpSpPr>
          <p:grpSp>
            <p:nvGrpSpPr>
              <p:cNvPr id="111" name="Group 120">
                <a:extLst>
                  <a:ext uri="{FF2B5EF4-FFF2-40B4-BE49-F238E27FC236}">
                    <a16:creationId xmlns:a16="http://schemas.microsoft.com/office/drawing/2014/main" id="{AE962031-270E-CB95-E27F-C4BBD1D6AB94}"/>
                  </a:ext>
                </a:extLst>
              </p:cNvPr>
              <p:cNvGrpSpPr/>
              <p:nvPr/>
            </p:nvGrpSpPr>
            <p:grpSpPr>
              <a:xfrm rot="5561759">
                <a:off x="4633411" y="2024413"/>
                <a:ext cx="652817" cy="3753134"/>
                <a:chOff x="4794915" y="2144973"/>
                <a:chExt cx="652817" cy="3753134"/>
              </a:xfrm>
            </p:grpSpPr>
            <p:cxnSp>
              <p:nvCxnSpPr>
                <p:cNvPr id="120" name="Straight Arrow Connector 119">
                  <a:extLst>
                    <a:ext uri="{FF2B5EF4-FFF2-40B4-BE49-F238E27FC236}">
                      <a16:creationId xmlns:a16="http://schemas.microsoft.com/office/drawing/2014/main" id="{8C0972E2-F944-E954-B159-B16DC14C0596}"/>
                    </a:ext>
                  </a:extLst>
                </p:cNvPr>
                <p:cNvCxnSpPr/>
                <p:nvPr/>
              </p:nvCxnSpPr>
              <p:spPr>
                <a:xfrm flipH="1" flipV="1">
                  <a:off x="4888173" y="2144973"/>
                  <a:ext cx="559559" cy="13650"/>
                </a:xfrm>
                <a:prstGeom prst="straightConnector1">
                  <a:avLst/>
                </a:prstGeom>
                <a:ln w="38100">
                  <a:solidFill>
                    <a:schemeClr val="accent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Straight Arrow Connector 120">
                  <a:extLst>
                    <a:ext uri="{FF2B5EF4-FFF2-40B4-BE49-F238E27FC236}">
                      <a16:creationId xmlns:a16="http://schemas.microsoft.com/office/drawing/2014/main" id="{9752166F-526C-0FD9-A2CB-82563070BD07}"/>
                    </a:ext>
                  </a:extLst>
                </p:cNvPr>
                <p:cNvCxnSpPr/>
                <p:nvPr/>
              </p:nvCxnSpPr>
              <p:spPr>
                <a:xfrm>
                  <a:off x="4794915" y="5886735"/>
                  <a:ext cx="598225" cy="11372"/>
                </a:xfrm>
                <a:prstGeom prst="straightConnector1">
                  <a:avLst/>
                </a:prstGeom>
                <a:ln w="38100">
                  <a:solidFill>
                    <a:schemeClr val="accent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12" name="Straight Arrow Connector 111">
                <a:extLst>
                  <a:ext uri="{FF2B5EF4-FFF2-40B4-BE49-F238E27FC236}">
                    <a16:creationId xmlns:a16="http://schemas.microsoft.com/office/drawing/2014/main" id="{149D4593-E66B-4099-38BC-71EA97A82598}"/>
                  </a:ext>
                </a:extLst>
              </p:cNvPr>
              <p:cNvCxnSpPr/>
              <p:nvPr/>
            </p:nvCxnSpPr>
            <p:spPr>
              <a:xfrm flipH="1" flipV="1">
                <a:off x="4735773" y="1992573"/>
                <a:ext cx="559559" cy="13650"/>
              </a:xfrm>
              <a:prstGeom prst="straightConnector1">
                <a:avLst/>
              </a:prstGeom>
              <a:ln w="38100">
                <a:solidFill>
                  <a:schemeClr val="accent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Arrow Connector 112">
                <a:extLst>
                  <a:ext uri="{FF2B5EF4-FFF2-40B4-BE49-F238E27FC236}">
                    <a16:creationId xmlns:a16="http://schemas.microsoft.com/office/drawing/2014/main" id="{927FAA2E-78ED-6F95-5CA3-7B8578DFFFC9}"/>
                  </a:ext>
                </a:extLst>
              </p:cNvPr>
              <p:cNvCxnSpPr/>
              <p:nvPr/>
            </p:nvCxnSpPr>
            <p:spPr>
              <a:xfrm>
                <a:off x="4642515" y="5734335"/>
                <a:ext cx="598225" cy="11372"/>
              </a:xfrm>
              <a:prstGeom prst="straightConnector1">
                <a:avLst/>
              </a:prstGeom>
              <a:ln w="38100">
                <a:solidFill>
                  <a:schemeClr val="accent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4" name="Group 119">
                <a:extLst>
                  <a:ext uri="{FF2B5EF4-FFF2-40B4-BE49-F238E27FC236}">
                    <a16:creationId xmlns:a16="http://schemas.microsoft.com/office/drawing/2014/main" id="{D11A856F-B20B-FB41-BD4C-1A18FE97C29C}"/>
                  </a:ext>
                </a:extLst>
              </p:cNvPr>
              <p:cNvGrpSpPr/>
              <p:nvPr/>
            </p:nvGrpSpPr>
            <p:grpSpPr>
              <a:xfrm rot="2853023">
                <a:off x="4713027" y="2076733"/>
                <a:ext cx="652817" cy="3753134"/>
                <a:chOff x="4794915" y="2144973"/>
                <a:chExt cx="652817" cy="3753134"/>
              </a:xfrm>
            </p:grpSpPr>
            <p:cxnSp>
              <p:nvCxnSpPr>
                <p:cNvPr id="118" name="Straight Arrow Connector 117">
                  <a:extLst>
                    <a:ext uri="{FF2B5EF4-FFF2-40B4-BE49-F238E27FC236}">
                      <a16:creationId xmlns:a16="http://schemas.microsoft.com/office/drawing/2014/main" id="{A7E790D9-CB03-D5BA-AA7F-7A4DE1FB7F9A}"/>
                    </a:ext>
                  </a:extLst>
                </p:cNvPr>
                <p:cNvCxnSpPr/>
                <p:nvPr/>
              </p:nvCxnSpPr>
              <p:spPr>
                <a:xfrm flipH="1" flipV="1">
                  <a:off x="4888173" y="2144973"/>
                  <a:ext cx="559559" cy="13650"/>
                </a:xfrm>
                <a:prstGeom prst="straightConnector1">
                  <a:avLst/>
                </a:prstGeom>
                <a:ln w="38100">
                  <a:solidFill>
                    <a:schemeClr val="accent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Straight Arrow Connector 118">
                  <a:extLst>
                    <a:ext uri="{FF2B5EF4-FFF2-40B4-BE49-F238E27FC236}">
                      <a16:creationId xmlns:a16="http://schemas.microsoft.com/office/drawing/2014/main" id="{0DB77084-39CD-8CB5-0D8E-E5FDF09E1B6B}"/>
                    </a:ext>
                  </a:extLst>
                </p:cNvPr>
                <p:cNvCxnSpPr/>
                <p:nvPr/>
              </p:nvCxnSpPr>
              <p:spPr>
                <a:xfrm>
                  <a:off x="4794915" y="5886735"/>
                  <a:ext cx="598225" cy="11372"/>
                </a:xfrm>
                <a:prstGeom prst="straightConnector1">
                  <a:avLst/>
                </a:prstGeom>
                <a:ln w="38100">
                  <a:solidFill>
                    <a:schemeClr val="accent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5" name="Group 123">
                <a:extLst>
                  <a:ext uri="{FF2B5EF4-FFF2-40B4-BE49-F238E27FC236}">
                    <a16:creationId xmlns:a16="http://schemas.microsoft.com/office/drawing/2014/main" id="{94D2E77C-17F2-0554-BC81-550C161704FD}"/>
                  </a:ext>
                </a:extLst>
              </p:cNvPr>
              <p:cNvGrpSpPr/>
              <p:nvPr/>
            </p:nvGrpSpPr>
            <p:grpSpPr>
              <a:xfrm rot="7815373">
                <a:off x="4717572" y="1903857"/>
                <a:ext cx="652817" cy="3753134"/>
                <a:chOff x="4794915" y="2144973"/>
                <a:chExt cx="652817" cy="3753134"/>
              </a:xfrm>
            </p:grpSpPr>
            <p:cxnSp>
              <p:nvCxnSpPr>
                <p:cNvPr id="116" name="Straight Arrow Connector 115">
                  <a:extLst>
                    <a:ext uri="{FF2B5EF4-FFF2-40B4-BE49-F238E27FC236}">
                      <a16:creationId xmlns:a16="http://schemas.microsoft.com/office/drawing/2014/main" id="{EDABC848-F709-DD78-30F4-BC084F36C095}"/>
                    </a:ext>
                  </a:extLst>
                </p:cNvPr>
                <p:cNvCxnSpPr/>
                <p:nvPr/>
              </p:nvCxnSpPr>
              <p:spPr>
                <a:xfrm flipH="1" flipV="1">
                  <a:off x="4888173" y="2144973"/>
                  <a:ext cx="559559" cy="13650"/>
                </a:xfrm>
                <a:prstGeom prst="straightConnector1">
                  <a:avLst/>
                </a:prstGeom>
                <a:ln w="38100">
                  <a:solidFill>
                    <a:schemeClr val="accent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Straight Arrow Connector 116">
                  <a:extLst>
                    <a:ext uri="{FF2B5EF4-FFF2-40B4-BE49-F238E27FC236}">
                      <a16:creationId xmlns:a16="http://schemas.microsoft.com/office/drawing/2014/main" id="{CADF104E-4FBF-687F-2E46-5018D9D5A6E1}"/>
                    </a:ext>
                  </a:extLst>
                </p:cNvPr>
                <p:cNvCxnSpPr/>
                <p:nvPr/>
              </p:nvCxnSpPr>
              <p:spPr>
                <a:xfrm>
                  <a:off x="4794915" y="5886735"/>
                  <a:ext cx="598225" cy="11372"/>
                </a:xfrm>
                <a:prstGeom prst="straightConnector1">
                  <a:avLst/>
                </a:prstGeom>
                <a:ln w="38100">
                  <a:solidFill>
                    <a:schemeClr val="accent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65600598-7453-D5F7-E32F-E59C3CF5FC73}"/>
                </a:ext>
              </a:extLst>
            </p:cNvPr>
            <p:cNvSpPr txBox="1"/>
            <p:nvPr/>
          </p:nvSpPr>
          <p:spPr>
            <a:xfrm>
              <a:off x="736978" y="2429301"/>
              <a:ext cx="2169427" cy="3840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>
                  <a:solidFill>
                    <a:srgbClr val="FF0000"/>
                  </a:solidFill>
                </a:rPr>
                <a:t>Changing E-Field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B1851D86-F3DF-828E-B700-2321A339064C}"/>
                </a:ext>
              </a:extLst>
            </p:cNvPr>
            <p:cNvSpPr txBox="1"/>
            <p:nvPr/>
          </p:nvSpPr>
          <p:spPr>
            <a:xfrm>
              <a:off x="794920" y="4115015"/>
              <a:ext cx="2035792" cy="418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accent1"/>
                  </a:solidFill>
                </a:rPr>
                <a:t>Induced B-Field</a:t>
              </a:r>
            </a:p>
          </p:txBody>
        </p:sp>
        <p:sp>
          <p:nvSpPr>
            <p:cNvPr id="124" name="Freeform 138">
              <a:extLst>
                <a:ext uri="{FF2B5EF4-FFF2-40B4-BE49-F238E27FC236}">
                  <a16:creationId xmlns:a16="http://schemas.microsoft.com/office/drawing/2014/main" id="{73F61F17-F327-E2D6-09AE-8748AE164F06}"/>
                </a:ext>
              </a:extLst>
            </p:cNvPr>
            <p:cNvSpPr/>
            <p:nvPr/>
          </p:nvSpPr>
          <p:spPr>
            <a:xfrm>
              <a:off x="2470245" y="2238233"/>
              <a:ext cx="327546" cy="341194"/>
            </a:xfrm>
            <a:custGeom>
              <a:avLst/>
              <a:gdLst>
                <a:gd name="connsiteX0" fmla="*/ 0 w 327546"/>
                <a:gd name="connsiteY0" fmla="*/ 341194 h 341194"/>
                <a:gd name="connsiteX1" fmla="*/ 327546 w 327546"/>
                <a:gd name="connsiteY1" fmla="*/ 0 h 341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27546" h="341194">
                  <a:moveTo>
                    <a:pt x="0" y="341194"/>
                  </a:moveTo>
                  <a:lnTo>
                    <a:pt x="327546" y="0"/>
                  </a:lnTo>
                </a:path>
              </a:pathLst>
            </a:cu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rgbClr val="FF0000"/>
                </a:solidFill>
              </a:endParaRPr>
            </a:p>
          </p:txBody>
        </p:sp>
        <p:sp>
          <p:nvSpPr>
            <p:cNvPr id="125" name="Freeform 139">
              <a:extLst>
                <a:ext uri="{FF2B5EF4-FFF2-40B4-BE49-F238E27FC236}">
                  <a16:creationId xmlns:a16="http://schemas.microsoft.com/office/drawing/2014/main" id="{4B01A738-2527-8E52-3605-F876A0D28F4B}"/>
                </a:ext>
              </a:extLst>
            </p:cNvPr>
            <p:cNvSpPr/>
            <p:nvPr/>
          </p:nvSpPr>
          <p:spPr>
            <a:xfrm>
              <a:off x="2647666" y="4014716"/>
              <a:ext cx="384411" cy="188794"/>
            </a:xfrm>
            <a:custGeom>
              <a:avLst/>
              <a:gdLst>
                <a:gd name="connsiteX0" fmla="*/ 0 w 327546"/>
                <a:gd name="connsiteY0" fmla="*/ 341194 h 341194"/>
                <a:gd name="connsiteX1" fmla="*/ 327546 w 327546"/>
                <a:gd name="connsiteY1" fmla="*/ 0 h 341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27546" h="341194">
                  <a:moveTo>
                    <a:pt x="0" y="341194"/>
                  </a:moveTo>
                  <a:lnTo>
                    <a:pt x="327546" y="0"/>
                  </a:lnTo>
                </a:path>
              </a:pathLst>
            </a:cu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94394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87880" y="3322320"/>
            <a:ext cx="102108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324100" y="3474720"/>
            <a:ext cx="548640" cy="1371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992880" y="4206240"/>
            <a:ext cx="182880" cy="1676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5334000" y="4206240"/>
            <a:ext cx="182880" cy="1676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 rot="5400000">
            <a:off x="4297680" y="2407920"/>
            <a:ext cx="102108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 rot="5400000">
            <a:off x="4632960" y="2407920"/>
            <a:ext cx="1021080" cy="76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Elbow Connector 11"/>
          <p:cNvCxnSpPr>
            <a:stCxn id="4" idx="0"/>
            <a:endCxn id="8" idx="2"/>
          </p:cNvCxnSpPr>
          <p:nvPr/>
        </p:nvCxnSpPr>
        <p:spPr>
          <a:xfrm rot="5400000" flipH="1" flipV="1">
            <a:off x="3246120" y="1798320"/>
            <a:ext cx="876300" cy="2171700"/>
          </a:xfrm>
          <a:prstGeom prst="bentConnector2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1"/>
          <p:cNvCxnSpPr>
            <a:stCxn id="7" idx="6"/>
            <a:endCxn id="10" idx="0"/>
          </p:cNvCxnSpPr>
          <p:nvPr/>
        </p:nvCxnSpPr>
        <p:spPr>
          <a:xfrm flipH="1" flipV="1">
            <a:off x="5181600" y="2446020"/>
            <a:ext cx="335280" cy="1844040"/>
          </a:xfrm>
          <a:prstGeom prst="bentConnector3">
            <a:avLst>
              <a:gd name="adj1" fmla="val -109091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1"/>
          <p:cNvCxnSpPr>
            <a:stCxn id="6" idx="2"/>
            <a:endCxn id="5" idx="2"/>
          </p:cNvCxnSpPr>
          <p:nvPr/>
        </p:nvCxnSpPr>
        <p:spPr>
          <a:xfrm rot="10800000">
            <a:off x="2598420" y="3611880"/>
            <a:ext cx="1394460" cy="678180"/>
          </a:xfrm>
          <a:prstGeom prst="bentConnector2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 rot="20102490">
            <a:off x="4020035" y="4002803"/>
            <a:ext cx="1253328" cy="5914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3067050" y="3082925"/>
            <a:ext cx="3492500" cy="1811338"/>
            <a:chOff x="1932" y="1942"/>
            <a:chExt cx="2200" cy="1141"/>
          </a:xfrm>
        </p:grpSpPr>
        <p:sp>
          <p:nvSpPr>
            <p:cNvPr id="108548" name="Rectangle 4"/>
            <p:cNvSpPr>
              <a:spLocks noChangeArrowheads="1"/>
            </p:cNvSpPr>
            <p:nvPr/>
          </p:nvSpPr>
          <p:spPr bwMode="auto">
            <a:xfrm>
              <a:off x="2728" y="2308"/>
              <a:ext cx="56" cy="752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8549" name="Rectangle 5"/>
            <p:cNvSpPr>
              <a:spLocks noChangeArrowheads="1"/>
            </p:cNvSpPr>
            <p:nvPr/>
          </p:nvSpPr>
          <p:spPr bwMode="auto">
            <a:xfrm>
              <a:off x="3272" y="2308"/>
              <a:ext cx="56" cy="752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8550" name="Rectangle 6"/>
            <p:cNvSpPr>
              <a:spLocks noChangeArrowheads="1"/>
            </p:cNvSpPr>
            <p:nvPr/>
          </p:nvSpPr>
          <p:spPr bwMode="auto">
            <a:xfrm rot="-5400000">
              <a:off x="3696" y="2276"/>
              <a:ext cx="56" cy="816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8551" name="Rectangle 7"/>
            <p:cNvSpPr>
              <a:spLocks noChangeArrowheads="1"/>
            </p:cNvSpPr>
            <p:nvPr/>
          </p:nvSpPr>
          <p:spPr bwMode="auto">
            <a:xfrm rot="-5400000">
              <a:off x="2312" y="2276"/>
              <a:ext cx="56" cy="816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8552" name="Oval 8"/>
            <p:cNvSpPr>
              <a:spLocks noChangeArrowheads="1"/>
            </p:cNvSpPr>
            <p:nvPr/>
          </p:nvSpPr>
          <p:spPr bwMode="auto">
            <a:xfrm>
              <a:off x="2008" y="2020"/>
              <a:ext cx="56" cy="56"/>
            </a:xfrm>
            <a:prstGeom prst="ellipse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8553" name="Text Box 9"/>
            <p:cNvSpPr txBox="1">
              <a:spLocks noChangeArrowheads="1"/>
            </p:cNvSpPr>
            <p:nvPr/>
          </p:nvSpPr>
          <p:spPr bwMode="auto">
            <a:xfrm>
              <a:off x="2078" y="1942"/>
              <a:ext cx="25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/>
                <a:t>P</a:t>
              </a:r>
              <a:r>
                <a:rPr lang="en-US" baseline="-25000"/>
                <a:t>1</a:t>
              </a:r>
            </a:p>
          </p:txBody>
        </p:sp>
        <p:sp>
          <p:nvSpPr>
            <p:cNvPr id="108554" name="Oval 10"/>
            <p:cNvSpPr>
              <a:spLocks noChangeArrowheads="1"/>
            </p:cNvSpPr>
            <p:nvPr/>
          </p:nvSpPr>
          <p:spPr bwMode="auto">
            <a:xfrm>
              <a:off x="2960" y="2020"/>
              <a:ext cx="56" cy="56"/>
            </a:xfrm>
            <a:prstGeom prst="ellipse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8555" name="Text Box 11"/>
            <p:cNvSpPr txBox="1">
              <a:spLocks noChangeArrowheads="1"/>
            </p:cNvSpPr>
            <p:nvPr/>
          </p:nvSpPr>
          <p:spPr bwMode="auto">
            <a:xfrm>
              <a:off x="3030" y="1942"/>
              <a:ext cx="25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/>
                <a:t>P</a:t>
              </a:r>
              <a:r>
                <a:rPr lang="en-US" baseline="-25000"/>
                <a:t>2</a:t>
              </a:r>
            </a:p>
          </p:txBody>
        </p:sp>
        <p:sp>
          <p:nvSpPr>
            <p:cNvPr id="108556" name="Text Box 12"/>
            <p:cNvSpPr txBox="1">
              <a:spLocks noChangeArrowheads="1"/>
            </p:cNvSpPr>
            <p:nvPr/>
          </p:nvSpPr>
          <p:spPr bwMode="auto">
            <a:xfrm>
              <a:off x="2070" y="2871"/>
              <a:ext cx="159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>
                  <a:latin typeface="Times New Roman" pitchFamily="18" charset="0"/>
                </a:rPr>
                <a:t>I</a:t>
              </a:r>
            </a:p>
          </p:txBody>
        </p:sp>
        <p:sp>
          <p:nvSpPr>
            <p:cNvPr id="108557" name="Line 13"/>
            <p:cNvSpPr>
              <a:spLocks noChangeShapeType="1"/>
            </p:cNvSpPr>
            <p:nvPr/>
          </p:nvSpPr>
          <p:spPr bwMode="auto">
            <a:xfrm>
              <a:off x="2040" y="2832"/>
              <a:ext cx="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8" name="Rectangle 4"/>
          <p:cNvSpPr>
            <a:spLocks noChangeArrowheads="1"/>
          </p:cNvSpPr>
          <p:nvPr/>
        </p:nvSpPr>
        <p:spPr bwMode="auto">
          <a:xfrm>
            <a:off x="4330700" y="3663950"/>
            <a:ext cx="88900" cy="1193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3669" name="Rectangle 5"/>
          <p:cNvSpPr>
            <a:spLocks noChangeArrowheads="1"/>
          </p:cNvSpPr>
          <p:nvPr/>
        </p:nvSpPr>
        <p:spPr bwMode="auto">
          <a:xfrm>
            <a:off x="5194300" y="3663950"/>
            <a:ext cx="88900" cy="1193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3670" name="Rectangle 6"/>
          <p:cNvSpPr>
            <a:spLocks noChangeArrowheads="1"/>
          </p:cNvSpPr>
          <p:nvPr/>
        </p:nvSpPr>
        <p:spPr bwMode="auto">
          <a:xfrm rot="-5400000">
            <a:off x="5867400" y="3613150"/>
            <a:ext cx="88900" cy="12954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3671" name="Rectangle 7"/>
          <p:cNvSpPr>
            <a:spLocks noChangeArrowheads="1"/>
          </p:cNvSpPr>
          <p:nvPr/>
        </p:nvSpPr>
        <p:spPr bwMode="auto">
          <a:xfrm rot="-5400000">
            <a:off x="3587750" y="3530600"/>
            <a:ext cx="88900" cy="14605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3672" name="Oval 8"/>
          <p:cNvSpPr>
            <a:spLocks noChangeArrowheads="1"/>
          </p:cNvSpPr>
          <p:nvPr/>
        </p:nvSpPr>
        <p:spPr bwMode="auto">
          <a:xfrm>
            <a:off x="3187700" y="3206750"/>
            <a:ext cx="88900" cy="88900"/>
          </a:xfrm>
          <a:prstGeom prst="ellipse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3673" name="Text Box 9"/>
          <p:cNvSpPr txBox="1">
            <a:spLocks noChangeArrowheads="1"/>
          </p:cNvSpPr>
          <p:nvPr/>
        </p:nvSpPr>
        <p:spPr bwMode="auto">
          <a:xfrm>
            <a:off x="3298825" y="3082925"/>
            <a:ext cx="3968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P</a:t>
            </a:r>
            <a:r>
              <a:rPr lang="en-US" baseline="-25000"/>
              <a:t>1</a:t>
            </a:r>
          </a:p>
        </p:txBody>
      </p:sp>
      <p:sp>
        <p:nvSpPr>
          <p:cNvPr id="113674" name="Oval 10"/>
          <p:cNvSpPr>
            <a:spLocks noChangeArrowheads="1"/>
          </p:cNvSpPr>
          <p:nvPr/>
        </p:nvSpPr>
        <p:spPr bwMode="auto">
          <a:xfrm>
            <a:off x="4699000" y="3206750"/>
            <a:ext cx="88900" cy="88900"/>
          </a:xfrm>
          <a:prstGeom prst="ellipse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3675" name="Text Box 11"/>
          <p:cNvSpPr txBox="1">
            <a:spLocks noChangeArrowheads="1"/>
          </p:cNvSpPr>
          <p:nvPr/>
        </p:nvSpPr>
        <p:spPr bwMode="auto">
          <a:xfrm>
            <a:off x="4810125" y="3082925"/>
            <a:ext cx="3968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P</a:t>
            </a:r>
            <a:r>
              <a:rPr lang="en-US" baseline="-25000"/>
              <a:t>2</a:t>
            </a:r>
          </a:p>
        </p:txBody>
      </p:sp>
      <p:sp>
        <p:nvSpPr>
          <p:cNvPr id="113676" name="Text Box 12"/>
          <p:cNvSpPr txBox="1">
            <a:spLocks noChangeArrowheads="1"/>
          </p:cNvSpPr>
          <p:nvPr/>
        </p:nvSpPr>
        <p:spPr bwMode="auto">
          <a:xfrm>
            <a:off x="3705225" y="4557713"/>
            <a:ext cx="2524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pitchFamily="18" charset="0"/>
              </a:rPr>
              <a:t>I</a:t>
            </a:r>
          </a:p>
        </p:txBody>
      </p:sp>
      <p:sp>
        <p:nvSpPr>
          <p:cNvPr id="113677" name="Line 13"/>
          <p:cNvSpPr>
            <a:spLocks noChangeShapeType="1"/>
          </p:cNvSpPr>
          <p:nvPr/>
        </p:nvSpPr>
        <p:spPr bwMode="auto">
          <a:xfrm>
            <a:off x="3657600" y="4495800"/>
            <a:ext cx="3937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13678" name="Oval 14"/>
          <p:cNvSpPr>
            <a:spLocks noChangeArrowheads="1"/>
          </p:cNvSpPr>
          <p:nvPr/>
        </p:nvSpPr>
        <p:spPr bwMode="auto">
          <a:xfrm>
            <a:off x="3111500" y="3187700"/>
            <a:ext cx="203200" cy="2184400"/>
          </a:xfrm>
          <a:prstGeom prst="ellips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8" name="Rectangle 4"/>
          <p:cNvSpPr>
            <a:spLocks noChangeArrowheads="1"/>
          </p:cNvSpPr>
          <p:nvPr/>
        </p:nvSpPr>
        <p:spPr bwMode="auto">
          <a:xfrm>
            <a:off x="6216061" y="3663950"/>
            <a:ext cx="88900" cy="1193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3669" name="Rectangle 5"/>
          <p:cNvSpPr>
            <a:spLocks noChangeArrowheads="1"/>
          </p:cNvSpPr>
          <p:nvPr/>
        </p:nvSpPr>
        <p:spPr bwMode="auto">
          <a:xfrm>
            <a:off x="7079661" y="3663950"/>
            <a:ext cx="88900" cy="1193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3670" name="Rectangle 6"/>
          <p:cNvSpPr>
            <a:spLocks noChangeArrowheads="1"/>
          </p:cNvSpPr>
          <p:nvPr/>
        </p:nvSpPr>
        <p:spPr bwMode="auto">
          <a:xfrm rot="-5400000">
            <a:off x="7752761" y="3613150"/>
            <a:ext cx="88900" cy="12954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3671" name="Rectangle 7"/>
          <p:cNvSpPr>
            <a:spLocks noChangeArrowheads="1"/>
          </p:cNvSpPr>
          <p:nvPr/>
        </p:nvSpPr>
        <p:spPr bwMode="auto">
          <a:xfrm rot="-5400000">
            <a:off x="5473111" y="3530600"/>
            <a:ext cx="88900" cy="14605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3672" name="Oval 8"/>
          <p:cNvSpPr>
            <a:spLocks noChangeArrowheads="1"/>
          </p:cNvSpPr>
          <p:nvPr/>
        </p:nvSpPr>
        <p:spPr bwMode="auto">
          <a:xfrm>
            <a:off x="5073061" y="3206750"/>
            <a:ext cx="88900" cy="88900"/>
          </a:xfrm>
          <a:prstGeom prst="ellipse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3673" name="Text Box 9"/>
          <p:cNvSpPr txBox="1">
            <a:spLocks noChangeArrowheads="1"/>
          </p:cNvSpPr>
          <p:nvPr/>
        </p:nvSpPr>
        <p:spPr bwMode="auto">
          <a:xfrm>
            <a:off x="5184186" y="3082925"/>
            <a:ext cx="3968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P</a:t>
            </a:r>
            <a:r>
              <a:rPr lang="en-US" baseline="-25000"/>
              <a:t>1</a:t>
            </a:r>
          </a:p>
        </p:txBody>
      </p:sp>
      <p:sp>
        <p:nvSpPr>
          <p:cNvPr id="113674" name="Oval 10"/>
          <p:cNvSpPr>
            <a:spLocks noChangeArrowheads="1"/>
          </p:cNvSpPr>
          <p:nvPr/>
        </p:nvSpPr>
        <p:spPr bwMode="auto">
          <a:xfrm>
            <a:off x="6584361" y="3206750"/>
            <a:ext cx="88900" cy="88900"/>
          </a:xfrm>
          <a:prstGeom prst="ellipse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3675" name="Text Box 11"/>
          <p:cNvSpPr txBox="1">
            <a:spLocks noChangeArrowheads="1"/>
          </p:cNvSpPr>
          <p:nvPr/>
        </p:nvSpPr>
        <p:spPr bwMode="auto">
          <a:xfrm>
            <a:off x="6695486" y="3082925"/>
            <a:ext cx="3968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P</a:t>
            </a:r>
            <a:r>
              <a:rPr lang="en-US" baseline="-25000"/>
              <a:t>2</a:t>
            </a:r>
          </a:p>
        </p:txBody>
      </p:sp>
      <p:sp>
        <p:nvSpPr>
          <p:cNvPr id="113676" name="Text Box 12"/>
          <p:cNvSpPr txBox="1">
            <a:spLocks noChangeArrowheads="1"/>
          </p:cNvSpPr>
          <p:nvPr/>
        </p:nvSpPr>
        <p:spPr bwMode="auto">
          <a:xfrm>
            <a:off x="5590586" y="4557713"/>
            <a:ext cx="2524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pitchFamily="18" charset="0"/>
              </a:rPr>
              <a:t>I</a:t>
            </a:r>
          </a:p>
        </p:txBody>
      </p:sp>
      <p:sp>
        <p:nvSpPr>
          <p:cNvPr id="113677" name="Line 13"/>
          <p:cNvSpPr>
            <a:spLocks noChangeShapeType="1"/>
          </p:cNvSpPr>
          <p:nvPr/>
        </p:nvSpPr>
        <p:spPr bwMode="auto">
          <a:xfrm>
            <a:off x="5542961" y="4495800"/>
            <a:ext cx="3937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13678" name="Oval 14"/>
          <p:cNvSpPr>
            <a:spLocks noChangeArrowheads="1"/>
          </p:cNvSpPr>
          <p:nvPr/>
        </p:nvSpPr>
        <p:spPr bwMode="auto">
          <a:xfrm>
            <a:off x="4996861" y="3187700"/>
            <a:ext cx="203200" cy="2184400"/>
          </a:xfrm>
          <a:prstGeom prst="ellips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7ED04-D755-6805-25BF-6A7CEC5D4A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is the direction of the B-field at P</a:t>
            </a:r>
            <a:r>
              <a:rPr lang="en-US" baseline="-25000" dirty="0"/>
              <a:t>1</a:t>
            </a:r>
            <a:r>
              <a:rPr lang="en-US" dirty="0"/>
              <a:t>?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Into the board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Out of the board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Upward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Downward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To the left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To </a:t>
            </a:r>
            <a:r>
              <a:rPr lang="en-US"/>
              <a:t>the right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2985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Arrow Connector 18"/>
          <p:cNvCxnSpPr/>
          <p:nvPr/>
        </p:nvCxnSpPr>
        <p:spPr>
          <a:xfrm flipV="1">
            <a:off x="3109685" y="3663950"/>
            <a:ext cx="0" cy="615950"/>
          </a:xfrm>
          <a:prstGeom prst="straightConnector1">
            <a:avLst/>
          </a:prstGeom>
          <a:ln w="381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668" name="Rectangle 4"/>
          <p:cNvSpPr>
            <a:spLocks noChangeArrowheads="1"/>
          </p:cNvSpPr>
          <p:nvPr/>
        </p:nvSpPr>
        <p:spPr bwMode="auto">
          <a:xfrm>
            <a:off x="4330700" y="3663950"/>
            <a:ext cx="88900" cy="1193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3669" name="Rectangle 5"/>
          <p:cNvSpPr>
            <a:spLocks noChangeArrowheads="1"/>
          </p:cNvSpPr>
          <p:nvPr/>
        </p:nvSpPr>
        <p:spPr bwMode="auto">
          <a:xfrm>
            <a:off x="5194300" y="3663950"/>
            <a:ext cx="88900" cy="1193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3670" name="Rectangle 6"/>
          <p:cNvSpPr>
            <a:spLocks noChangeArrowheads="1"/>
          </p:cNvSpPr>
          <p:nvPr/>
        </p:nvSpPr>
        <p:spPr bwMode="auto">
          <a:xfrm rot="-5400000">
            <a:off x="5867400" y="3613150"/>
            <a:ext cx="88900" cy="12954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3671" name="Rectangle 7"/>
          <p:cNvSpPr>
            <a:spLocks noChangeArrowheads="1"/>
          </p:cNvSpPr>
          <p:nvPr/>
        </p:nvSpPr>
        <p:spPr bwMode="auto">
          <a:xfrm rot="-5400000">
            <a:off x="3587750" y="3530600"/>
            <a:ext cx="88900" cy="14605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3672" name="Oval 8"/>
          <p:cNvSpPr>
            <a:spLocks noChangeArrowheads="1"/>
          </p:cNvSpPr>
          <p:nvPr/>
        </p:nvSpPr>
        <p:spPr bwMode="auto">
          <a:xfrm>
            <a:off x="3187700" y="3206750"/>
            <a:ext cx="88900" cy="88900"/>
          </a:xfrm>
          <a:prstGeom prst="ellipse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3673" name="Text Box 9"/>
          <p:cNvSpPr txBox="1">
            <a:spLocks noChangeArrowheads="1"/>
          </p:cNvSpPr>
          <p:nvPr/>
        </p:nvSpPr>
        <p:spPr bwMode="auto">
          <a:xfrm>
            <a:off x="3298825" y="3082925"/>
            <a:ext cx="3968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P</a:t>
            </a:r>
            <a:r>
              <a:rPr lang="en-US" baseline="-25000"/>
              <a:t>1</a:t>
            </a:r>
          </a:p>
        </p:txBody>
      </p:sp>
      <p:sp>
        <p:nvSpPr>
          <p:cNvPr id="113674" name="Oval 10"/>
          <p:cNvSpPr>
            <a:spLocks noChangeArrowheads="1"/>
          </p:cNvSpPr>
          <p:nvPr/>
        </p:nvSpPr>
        <p:spPr bwMode="auto">
          <a:xfrm>
            <a:off x="4699000" y="3206750"/>
            <a:ext cx="88900" cy="88900"/>
          </a:xfrm>
          <a:prstGeom prst="ellipse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3675" name="Text Box 11"/>
          <p:cNvSpPr txBox="1">
            <a:spLocks noChangeArrowheads="1"/>
          </p:cNvSpPr>
          <p:nvPr/>
        </p:nvSpPr>
        <p:spPr bwMode="auto">
          <a:xfrm>
            <a:off x="4810125" y="3082925"/>
            <a:ext cx="3968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P</a:t>
            </a:r>
            <a:r>
              <a:rPr lang="en-US" baseline="-25000"/>
              <a:t>2</a:t>
            </a:r>
          </a:p>
        </p:txBody>
      </p:sp>
      <p:sp>
        <p:nvSpPr>
          <p:cNvPr id="113676" name="Text Box 12"/>
          <p:cNvSpPr txBox="1">
            <a:spLocks noChangeArrowheads="1"/>
          </p:cNvSpPr>
          <p:nvPr/>
        </p:nvSpPr>
        <p:spPr bwMode="auto">
          <a:xfrm>
            <a:off x="3705225" y="4557713"/>
            <a:ext cx="2524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pitchFamily="18" charset="0"/>
              </a:rPr>
              <a:t>I</a:t>
            </a:r>
          </a:p>
        </p:txBody>
      </p:sp>
      <p:sp>
        <p:nvSpPr>
          <p:cNvPr id="113677" name="Line 13"/>
          <p:cNvSpPr>
            <a:spLocks noChangeShapeType="1"/>
          </p:cNvSpPr>
          <p:nvPr/>
        </p:nvSpPr>
        <p:spPr bwMode="auto">
          <a:xfrm>
            <a:off x="3657600" y="4495800"/>
            <a:ext cx="3937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13678" name="Oval 14"/>
          <p:cNvSpPr>
            <a:spLocks noChangeArrowheads="1"/>
          </p:cNvSpPr>
          <p:nvPr/>
        </p:nvSpPr>
        <p:spPr bwMode="auto">
          <a:xfrm>
            <a:off x="3111500" y="3187700"/>
            <a:ext cx="203200" cy="2184400"/>
          </a:xfrm>
          <a:prstGeom prst="ellips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3314700" y="4279900"/>
            <a:ext cx="19787" cy="614363"/>
          </a:xfrm>
          <a:prstGeom prst="straightConnector1">
            <a:avLst/>
          </a:prstGeom>
          <a:ln w="381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>
            <a:off x="3114561" y="3178630"/>
            <a:ext cx="219926" cy="199570"/>
            <a:chOff x="6168571" y="1857829"/>
            <a:chExt cx="390979" cy="377371"/>
          </a:xfrm>
        </p:grpSpPr>
        <p:sp>
          <p:nvSpPr>
            <p:cNvPr id="6" name="Oval 5"/>
            <p:cNvSpPr/>
            <p:nvPr/>
          </p:nvSpPr>
          <p:spPr>
            <a:xfrm>
              <a:off x="6168571" y="1857829"/>
              <a:ext cx="390979" cy="37737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6266316" y="1952172"/>
              <a:ext cx="195489" cy="18868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3117642" y="5277757"/>
            <a:ext cx="197058" cy="188685"/>
            <a:chOff x="6164942" y="1857829"/>
            <a:chExt cx="394608" cy="377371"/>
          </a:xfrm>
        </p:grpSpPr>
        <p:sp>
          <p:nvSpPr>
            <p:cNvPr id="24" name="Oval 23"/>
            <p:cNvSpPr/>
            <p:nvPr/>
          </p:nvSpPr>
          <p:spPr>
            <a:xfrm>
              <a:off x="6168571" y="1857829"/>
              <a:ext cx="390979" cy="37737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Multiply 7"/>
            <p:cNvSpPr/>
            <p:nvPr/>
          </p:nvSpPr>
          <p:spPr>
            <a:xfrm>
              <a:off x="6164942" y="1857829"/>
              <a:ext cx="390525" cy="377371"/>
            </a:xfrm>
            <a:prstGeom prst="mathMultiply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2408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223.48.1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504544" cy="4525963"/>
          </a:xfrm>
        </p:spPr>
        <p:txBody>
          <a:bodyPr/>
          <a:lstStyle/>
          <a:p>
            <a:pPr>
              <a:buNone/>
            </a:pPr>
            <a:r>
              <a:rPr lang="en-US" dirty="0"/>
              <a:t>Suppose we repeat our process at point P</a:t>
            </a:r>
            <a:r>
              <a:rPr lang="en-US" baseline="-25000" dirty="0"/>
              <a:t>2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What would the magnetic field magnitude be?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0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>
                <a:sym typeface="Symbol"/>
              </a:rPr>
              <a:t></a:t>
            </a:r>
            <a:r>
              <a:rPr lang="en-US" baseline="-25000" dirty="0" err="1"/>
              <a:t>o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/>
              <a:t>/(2</a:t>
            </a:r>
            <a:r>
              <a:rPr lang="en-US" dirty="0">
                <a:sym typeface="Symbol"/>
              </a:rPr>
              <a:t></a:t>
            </a:r>
            <a:r>
              <a:rPr lang="en-US" dirty="0"/>
              <a:t>r)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>
                <a:sym typeface="Symbol"/>
              </a:rPr>
              <a:t></a:t>
            </a:r>
            <a:r>
              <a:rPr lang="en-US" baseline="-25000" dirty="0" err="1"/>
              <a:t>o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/>
              <a:t>/(</a:t>
            </a:r>
            <a:r>
              <a:rPr lang="en-US" dirty="0">
                <a:sym typeface="Symbol"/>
              </a:rPr>
              <a:t></a:t>
            </a:r>
            <a:r>
              <a:rPr lang="en-US" dirty="0"/>
              <a:t>r)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5T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137B81-8888-4253-92EC-0AED2A590749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504274" y="3544029"/>
            <a:ext cx="88900" cy="1193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367874" y="3544029"/>
            <a:ext cx="88900" cy="1193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 rot="-5400000">
            <a:off x="8040974" y="3493229"/>
            <a:ext cx="88900" cy="12954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 rot="-5400000">
            <a:off x="5761324" y="3410679"/>
            <a:ext cx="88900" cy="14605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Oval 8"/>
          <p:cNvSpPr>
            <a:spLocks noChangeArrowheads="1"/>
          </p:cNvSpPr>
          <p:nvPr/>
        </p:nvSpPr>
        <p:spPr bwMode="auto">
          <a:xfrm>
            <a:off x="5361274" y="3086829"/>
            <a:ext cx="88900" cy="88900"/>
          </a:xfrm>
          <a:prstGeom prst="ellipse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5472399" y="2963004"/>
            <a:ext cx="47869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1</a:t>
            </a:r>
          </a:p>
        </p:txBody>
      </p:sp>
      <p:sp>
        <p:nvSpPr>
          <p:cNvPr id="11" name="Oval 10"/>
          <p:cNvSpPr>
            <a:spLocks noChangeArrowheads="1"/>
          </p:cNvSpPr>
          <p:nvPr/>
        </p:nvSpPr>
        <p:spPr bwMode="auto">
          <a:xfrm>
            <a:off x="6872574" y="3086829"/>
            <a:ext cx="88900" cy="88900"/>
          </a:xfrm>
          <a:prstGeom prst="ellipse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6983699" y="2963004"/>
            <a:ext cx="55635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2</a:t>
            </a: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5561299" y="4412392"/>
            <a:ext cx="2524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pitchFamily="18" charset="0"/>
              </a:rPr>
              <a:t>I</a:t>
            </a:r>
          </a:p>
        </p:txBody>
      </p:sp>
      <p:sp>
        <p:nvSpPr>
          <p:cNvPr id="14" name="Line 13"/>
          <p:cNvSpPr>
            <a:spLocks noChangeShapeType="1"/>
          </p:cNvSpPr>
          <p:nvPr/>
        </p:nvSpPr>
        <p:spPr bwMode="auto">
          <a:xfrm>
            <a:off x="5462874" y="4375879"/>
            <a:ext cx="3937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5" name="Oval 14"/>
          <p:cNvSpPr>
            <a:spLocks noChangeArrowheads="1"/>
          </p:cNvSpPr>
          <p:nvPr/>
        </p:nvSpPr>
        <p:spPr bwMode="auto">
          <a:xfrm>
            <a:off x="6821774" y="3118579"/>
            <a:ext cx="203200" cy="2184400"/>
          </a:xfrm>
          <a:prstGeom prst="ellips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6110574" y="4280629"/>
            <a:ext cx="303213" cy="209550"/>
          </a:xfrm>
          <a:custGeom>
            <a:avLst/>
            <a:gdLst/>
            <a:ahLst/>
            <a:cxnLst>
              <a:cxn ang="0">
                <a:pos x="0" y="12"/>
              </a:cxn>
              <a:cxn ang="0">
                <a:pos x="160" y="20"/>
              </a:cxn>
              <a:cxn ang="0">
                <a:pos x="184" y="132"/>
              </a:cxn>
            </a:cxnLst>
            <a:rect l="0" t="0" r="r" b="b"/>
            <a:pathLst>
              <a:path w="191" h="132">
                <a:moveTo>
                  <a:pt x="0" y="12"/>
                </a:moveTo>
                <a:cubicBezTo>
                  <a:pt x="64" y="6"/>
                  <a:pt x="129" y="0"/>
                  <a:pt x="160" y="20"/>
                </a:cubicBezTo>
                <a:cubicBezTo>
                  <a:pt x="191" y="40"/>
                  <a:pt x="175" y="112"/>
                  <a:pt x="184" y="1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7" name="Freeform 16"/>
          <p:cNvSpPr>
            <a:spLocks/>
          </p:cNvSpPr>
          <p:nvPr/>
        </p:nvSpPr>
        <p:spPr bwMode="auto">
          <a:xfrm flipV="1">
            <a:off x="6123274" y="3810729"/>
            <a:ext cx="303213" cy="209550"/>
          </a:xfrm>
          <a:custGeom>
            <a:avLst/>
            <a:gdLst/>
            <a:ahLst/>
            <a:cxnLst>
              <a:cxn ang="0">
                <a:pos x="0" y="12"/>
              </a:cxn>
              <a:cxn ang="0">
                <a:pos x="160" y="20"/>
              </a:cxn>
              <a:cxn ang="0">
                <a:pos x="184" y="132"/>
              </a:cxn>
            </a:cxnLst>
            <a:rect l="0" t="0" r="r" b="b"/>
            <a:pathLst>
              <a:path w="191" h="132">
                <a:moveTo>
                  <a:pt x="0" y="12"/>
                </a:moveTo>
                <a:cubicBezTo>
                  <a:pt x="64" y="6"/>
                  <a:pt x="129" y="0"/>
                  <a:pt x="160" y="20"/>
                </a:cubicBezTo>
                <a:cubicBezTo>
                  <a:pt x="191" y="40"/>
                  <a:pt x="175" y="112"/>
                  <a:pt x="184" y="1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223.48.2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504544" cy="4525963"/>
          </a:xfrm>
        </p:spPr>
        <p:txBody>
          <a:bodyPr/>
          <a:lstStyle/>
          <a:p>
            <a:pPr>
              <a:buNone/>
            </a:pPr>
            <a:r>
              <a:rPr lang="en-US" dirty="0"/>
              <a:t>What is there inside the capacitor that could be making a </a:t>
            </a:r>
            <a:r>
              <a:rPr lang="en-US"/>
              <a:t>difference?</a:t>
            </a:r>
            <a:endParaRPr lang="en-US" dirty="0"/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An electric field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A battery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A current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A short circuit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137B81-8888-4253-92EC-0AED2A590749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504274" y="3544029"/>
            <a:ext cx="88900" cy="1193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367874" y="3544029"/>
            <a:ext cx="88900" cy="1193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 rot="-5400000">
            <a:off x="8040974" y="3493229"/>
            <a:ext cx="88900" cy="12954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 rot="-5400000">
            <a:off x="5761324" y="3410679"/>
            <a:ext cx="88900" cy="14605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Oval 8"/>
          <p:cNvSpPr>
            <a:spLocks noChangeArrowheads="1"/>
          </p:cNvSpPr>
          <p:nvPr/>
        </p:nvSpPr>
        <p:spPr bwMode="auto">
          <a:xfrm>
            <a:off x="5361274" y="3086829"/>
            <a:ext cx="88900" cy="88900"/>
          </a:xfrm>
          <a:prstGeom prst="ellipse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5472399" y="2963004"/>
            <a:ext cx="47869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1</a:t>
            </a:r>
          </a:p>
        </p:txBody>
      </p:sp>
      <p:sp>
        <p:nvSpPr>
          <p:cNvPr id="11" name="Oval 10"/>
          <p:cNvSpPr>
            <a:spLocks noChangeArrowheads="1"/>
          </p:cNvSpPr>
          <p:nvPr/>
        </p:nvSpPr>
        <p:spPr bwMode="auto">
          <a:xfrm>
            <a:off x="6872574" y="3086829"/>
            <a:ext cx="88900" cy="88900"/>
          </a:xfrm>
          <a:prstGeom prst="ellipse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6983699" y="2963004"/>
            <a:ext cx="55635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2</a:t>
            </a: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5561299" y="4412392"/>
            <a:ext cx="2524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pitchFamily="18" charset="0"/>
              </a:rPr>
              <a:t>I</a:t>
            </a:r>
          </a:p>
        </p:txBody>
      </p:sp>
      <p:sp>
        <p:nvSpPr>
          <p:cNvPr id="14" name="Line 13"/>
          <p:cNvSpPr>
            <a:spLocks noChangeShapeType="1"/>
          </p:cNvSpPr>
          <p:nvPr/>
        </p:nvSpPr>
        <p:spPr bwMode="auto">
          <a:xfrm>
            <a:off x="5462874" y="4375879"/>
            <a:ext cx="3937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5" name="Oval 14"/>
          <p:cNvSpPr>
            <a:spLocks noChangeArrowheads="1"/>
          </p:cNvSpPr>
          <p:nvPr/>
        </p:nvSpPr>
        <p:spPr bwMode="auto">
          <a:xfrm>
            <a:off x="6821774" y="3118579"/>
            <a:ext cx="203200" cy="2184400"/>
          </a:xfrm>
          <a:prstGeom prst="ellips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6110574" y="4280629"/>
            <a:ext cx="303213" cy="209550"/>
          </a:xfrm>
          <a:custGeom>
            <a:avLst/>
            <a:gdLst/>
            <a:ahLst/>
            <a:cxnLst>
              <a:cxn ang="0">
                <a:pos x="0" y="12"/>
              </a:cxn>
              <a:cxn ang="0">
                <a:pos x="160" y="20"/>
              </a:cxn>
              <a:cxn ang="0">
                <a:pos x="184" y="132"/>
              </a:cxn>
            </a:cxnLst>
            <a:rect l="0" t="0" r="r" b="b"/>
            <a:pathLst>
              <a:path w="191" h="132">
                <a:moveTo>
                  <a:pt x="0" y="12"/>
                </a:moveTo>
                <a:cubicBezTo>
                  <a:pt x="64" y="6"/>
                  <a:pt x="129" y="0"/>
                  <a:pt x="160" y="20"/>
                </a:cubicBezTo>
                <a:cubicBezTo>
                  <a:pt x="191" y="40"/>
                  <a:pt x="175" y="112"/>
                  <a:pt x="184" y="1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7" name="Freeform 16"/>
          <p:cNvSpPr>
            <a:spLocks/>
          </p:cNvSpPr>
          <p:nvPr/>
        </p:nvSpPr>
        <p:spPr bwMode="auto">
          <a:xfrm flipV="1">
            <a:off x="6123274" y="3810729"/>
            <a:ext cx="303213" cy="209550"/>
          </a:xfrm>
          <a:custGeom>
            <a:avLst/>
            <a:gdLst/>
            <a:ahLst/>
            <a:cxnLst>
              <a:cxn ang="0">
                <a:pos x="0" y="12"/>
              </a:cxn>
              <a:cxn ang="0">
                <a:pos x="160" y="20"/>
              </a:cxn>
              <a:cxn ang="0">
                <a:pos x="184" y="132"/>
              </a:cxn>
            </a:cxnLst>
            <a:rect l="0" t="0" r="r" b="b"/>
            <a:pathLst>
              <a:path w="191" h="132">
                <a:moveTo>
                  <a:pt x="0" y="12"/>
                </a:moveTo>
                <a:cubicBezTo>
                  <a:pt x="64" y="6"/>
                  <a:pt x="129" y="0"/>
                  <a:pt x="160" y="20"/>
                </a:cubicBezTo>
                <a:cubicBezTo>
                  <a:pt x="191" y="40"/>
                  <a:pt x="175" y="112"/>
                  <a:pt x="184" y="1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223.48.3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504544" cy="4525963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dirty="0"/>
              <a:t>Maxwell defined the “displacement current,” but what is it?</a:t>
            </a:r>
          </a:p>
          <a:p>
            <a:pPr>
              <a:buNone/>
            </a:pPr>
            <a:endParaRPr lang="en-US" dirty="0"/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A flow of charge across the capacitor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A flow of charge bypassing the capacitor 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An electric field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A change in the electric flux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137B81-8888-4253-92EC-0AED2A590749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504274" y="3544029"/>
            <a:ext cx="88900" cy="1193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367874" y="3544029"/>
            <a:ext cx="88900" cy="1193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 rot="-5400000">
            <a:off x="8040974" y="3493229"/>
            <a:ext cx="88900" cy="12954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 rot="-5400000">
            <a:off x="5761324" y="3410679"/>
            <a:ext cx="88900" cy="14605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Oval 8"/>
          <p:cNvSpPr>
            <a:spLocks noChangeArrowheads="1"/>
          </p:cNvSpPr>
          <p:nvPr/>
        </p:nvSpPr>
        <p:spPr bwMode="auto">
          <a:xfrm>
            <a:off x="5361274" y="3086829"/>
            <a:ext cx="88900" cy="88900"/>
          </a:xfrm>
          <a:prstGeom prst="ellipse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5472399" y="2963004"/>
            <a:ext cx="47869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1</a:t>
            </a:r>
          </a:p>
        </p:txBody>
      </p:sp>
      <p:sp>
        <p:nvSpPr>
          <p:cNvPr id="11" name="Oval 10"/>
          <p:cNvSpPr>
            <a:spLocks noChangeArrowheads="1"/>
          </p:cNvSpPr>
          <p:nvPr/>
        </p:nvSpPr>
        <p:spPr bwMode="auto">
          <a:xfrm>
            <a:off x="6872574" y="3086829"/>
            <a:ext cx="88900" cy="88900"/>
          </a:xfrm>
          <a:prstGeom prst="ellipse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6983699" y="2963004"/>
            <a:ext cx="55635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2</a:t>
            </a: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5561299" y="4412392"/>
            <a:ext cx="2524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pitchFamily="18" charset="0"/>
              </a:rPr>
              <a:t>I</a:t>
            </a:r>
          </a:p>
        </p:txBody>
      </p:sp>
      <p:sp>
        <p:nvSpPr>
          <p:cNvPr id="14" name="Line 13"/>
          <p:cNvSpPr>
            <a:spLocks noChangeShapeType="1"/>
          </p:cNvSpPr>
          <p:nvPr/>
        </p:nvSpPr>
        <p:spPr bwMode="auto">
          <a:xfrm>
            <a:off x="5462874" y="4375879"/>
            <a:ext cx="3937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5" name="Oval 14"/>
          <p:cNvSpPr>
            <a:spLocks noChangeArrowheads="1"/>
          </p:cNvSpPr>
          <p:nvPr/>
        </p:nvSpPr>
        <p:spPr bwMode="auto">
          <a:xfrm>
            <a:off x="6821774" y="3118579"/>
            <a:ext cx="203200" cy="2184400"/>
          </a:xfrm>
          <a:prstGeom prst="ellips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6110574" y="4280629"/>
            <a:ext cx="303213" cy="209550"/>
          </a:xfrm>
          <a:custGeom>
            <a:avLst/>
            <a:gdLst/>
            <a:ahLst/>
            <a:cxnLst>
              <a:cxn ang="0">
                <a:pos x="0" y="12"/>
              </a:cxn>
              <a:cxn ang="0">
                <a:pos x="160" y="20"/>
              </a:cxn>
              <a:cxn ang="0">
                <a:pos x="184" y="132"/>
              </a:cxn>
            </a:cxnLst>
            <a:rect l="0" t="0" r="r" b="b"/>
            <a:pathLst>
              <a:path w="191" h="132">
                <a:moveTo>
                  <a:pt x="0" y="12"/>
                </a:moveTo>
                <a:cubicBezTo>
                  <a:pt x="64" y="6"/>
                  <a:pt x="129" y="0"/>
                  <a:pt x="160" y="20"/>
                </a:cubicBezTo>
                <a:cubicBezTo>
                  <a:pt x="191" y="40"/>
                  <a:pt x="175" y="112"/>
                  <a:pt x="184" y="1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7" name="Freeform 16"/>
          <p:cNvSpPr>
            <a:spLocks/>
          </p:cNvSpPr>
          <p:nvPr/>
        </p:nvSpPr>
        <p:spPr bwMode="auto">
          <a:xfrm flipV="1">
            <a:off x="6123274" y="3810729"/>
            <a:ext cx="303213" cy="209550"/>
          </a:xfrm>
          <a:custGeom>
            <a:avLst/>
            <a:gdLst/>
            <a:ahLst/>
            <a:cxnLst>
              <a:cxn ang="0">
                <a:pos x="0" y="12"/>
              </a:cxn>
              <a:cxn ang="0">
                <a:pos x="160" y="20"/>
              </a:cxn>
              <a:cxn ang="0">
                <a:pos x="184" y="132"/>
              </a:cxn>
            </a:cxnLst>
            <a:rect l="0" t="0" r="r" b="b"/>
            <a:pathLst>
              <a:path w="191" h="132">
                <a:moveTo>
                  <a:pt x="0" y="12"/>
                </a:moveTo>
                <a:cubicBezTo>
                  <a:pt x="64" y="6"/>
                  <a:pt x="129" y="0"/>
                  <a:pt x="160" y="20"/>
                </a:cubicBezTo>
                <a:cubicBezTo>
                  <a:pt x="191" y="40"/>
                  <a:pt x="175" y="112"/>
                  <a:pt x="184" y="1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Winter 2008</a:t>
            </a:r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Displacement Current</a:t>
            </a:r>
          </a:p>
        </p:txBody>
      </p:sp>
      <p:sp>
        <p:nvSpPr>
          <p:cNvPr id="114692" name="Rectangle 4"/>
          <p:cNvSpPr>
            <a:spLocks noChangeArrowheads="1"/>
          </p:cNvSpPr>
          <p:nvPr/>
        </p:nvSpPr>
        <p:spPr bwMode="auto">
          <a:xfrm>
            <a:off x="4330700" y="3663950"/>
            <a:ext cx="88900" cy="1193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4693" name="Rectangle 5"/>
          <p:cNvSpPr>
            <a:spLocks noChangeArrowheads="1"/>
          </p:cNvSpPr>
          <p:nvPr/>
        </p:nvSpPr>
        <p:spPr bwMode="auto">
          <a:xfrm>
            <a:off x="5194300" y="3663950"/>
            <a:ext cx="88900" cy="1193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4694" name="Rectangle 6"/>
          <p:cNvSpPr>
            <a:spLocks noChangeArrowheads="1"/>
          </p:cNvSpPr>
          <p:nvPr/>
        </p:nvSpPr>
        <p:spPr bwMode="auto">
          <a:xfrm rot="-5400000">
            <a:off x="5867400" y="3613150"/>
            <a:ext cx="88900" cy="12954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4695" name="Rectangle 7"/>
          <p:cNvSpPr>
            <a:spLocks noChangeArrowheads="1"/>
          </p:cNvSpPr>
          <p:nvPr/>
        </p:nvSpPr>
        <p:spPr bwMode="auto">
          <a:xfrm rot="-5400000">
            <a:off x="3587750" y="3530600"/>
            <a:ext cx="88900" cy="14605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4696" name="Oval 8"/>
          <p:cNvSpPr>
            <a:spLocks noChangeArrowheads="1"/>
          </p:cNvSpPr>
          <p:nvPr/>
        </p:nvSpPr>
        <p:spPr bwMode="auto">
          <a:xfrm>
            <a:off x="3187700" y="3206750"/>
            <a:ext cx="88900" cy="88900"/>
          </a:xfrm>
          <a:prstGeom prst="ellipse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4697" name="Text Box 9"/>
          <p:cNvSpPr txBox="1">
            <a:spLocks noChangeArrowheads="1"/>
          </p:cNvSpPr>
          <p:nvPr/>
        </p:nvSpPr>
        <p:spPr bwMode="auto">
          <a:xfrm>
            <a:off x="3298825" y="3082925"/>
            <a:ext cx="3968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P</a:t>
            </a:r>
            <a:r>
              <a:rPr lang="en-US" baseline="-25000"/>
              <a:t>1</a:t>
            </a:r>
          </a:p>
        </p:txBody>
      </p:sp>
      <p:sp>
        <p:nvSpPr>
          <p:cNvPr id="114698" name="Oval 10"/>
          <p:cNvSpPr>
            <a:spLocks noChangeArrowheads="1"/>
          </p:cNvSpPr>
          <p:nvPr/>
        </p:nvSpPr>
        <p:spPr bwMode="auto">
          <a:xfrm>
            <a:off x="4699000" y="3206750"/>
            <a:ext cx="88900" cy="88900"/>
          </a:xfrm>
          <a:prstGeom prst="ellipse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4699" name="Text Box 11"/>
          <p:cNvSpPr txBox="1">
            <a:spLocks noChangeArrowheads="1"/>
          </p:cNvSpPr>
          <p:nvPr/>
        </p:nvSpPr>
        <p:spPr bwMode="auto">
          <a:xfrm>
            <a:off x="4810125" y="3082925"/>
            <a:ext cx="3968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P</a:t>
            </a:r>
            <a:r>
              <a:rPr lang="en-US" baseline="-25000"/>
              <a:t>2</a:t>
            </a:r>
          </a:p>
        </p:txBody>
      </p:sp>
      <p:sp>
        <p:nvSpPr>
          <p:cNvPr id="114700" name="Text Box 12"/>
          <p:cNvSpPr txBox="1">
            <a:spLocks noChangeArrowheads="1"/>
          </p:cNvSpPr>
          <p:nvPr/>
        </p:nvSpPr>
        <p:spPr bwMode="auto">
          <a:xfrm>
            <a:off x="3387725" y="4532313"/>
            <a:ext cx="2524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pitchFamily="18" charset="0"/>
              </a:rPr>
              <a:t>I</a:t>
            </a:r>
          </a:p>
        </p:txBody>
      </p:sp>
      <p:sp>
        <p:nvSpPr>
          <p:cNvPr id="114701" name="Line 13"/>
          <p:cNvSpPr>
            <a:spLocks noChangeShapeType="1"/>
          </p:cNvSpPr>
          <p:nvPr/>
        </p:nvSpPr>
        <p:spPr bwMode="auto">
          <a:xfrm>
            <a:off x="3289300" y="4495800"/>
            <a:ext cx="3937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14702" name="Oval 14"/>
          <p:cNvSpPr>
            <a:spLocks noChangeArrowheads="1"/>
          </p:cNvSpPr>
          <p:nvPr/>
        </p:nvSpPr>
        <p:spPr bwMode="auto">
          <a:xfrm>
            <a:off x="4648200" y="3238500"/>
            <a:ext cx="203200" cy="2184400"/>
          </a:xfrm>
          <a:prstGeom prst="ellips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4703" name="Freeform 15"/>
          <p:cNvSpPr>
            <a:spLocks/>
          </p:cNvSpPr>
          <p:nvPr/>
        </p:nvSpPr>
        <p:spPr bwMode="auto">
          <a:xfrm>
            <a:off x="3937000" y="4400550"/>
            <a:ext cx="303213" cy="209550"/>
          </a:xfrm>
          <a:custGeom>
            <a:avLst/>
            <a:gdLst/>
            <a:ahLst/>
            <a:cxnLst>
              <a:cxn ang="0">
                <a:pos x="0" y="12"/>
              </a:cxn>
              <a:cxn ang="0">
                <a:pos x="160" y="20"/>
              </a:cxn>
              <a:cxn ang="0">
                <a:pos x="184" y="132"/>
              </a:cxn>
            </a:cxnLst>
            <a:rect l="0" t="0" r="r" b="b"/>
            <a:pathLst>
              <a:path w="191" h="132">
                <a:moveTo>
                  <a:pt x="0" y="12"/>
                </a:moveTo>
                <a:cubicBezTo>
                  <a:pt x="64" y="6"/>
                  <a:pt x="129" y="0"/>
                  <a:pt x="160" y="20"/>
                </a:cubicBezTo>
                <a:cubicBezTo>
                  <a:pt x="191" y="40"/>
                  <a:pt x="175" y="112"/>
                  <a:pt x="184" y="1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14704" name="Freeform 16"/>
          <p:cNvSpPr>
            <a:spLocks/>
          </p:cNvSpPr>
          <p:nvPr/>
        </p:nvSpPr>
        <p:spPr bwMode="auto">
          <a:xfrm flipV="1">
            <a:off x="3949700" y="3930650"/>
            <a:ext cx="303213" cy="209550"/>
          </a:xfrm>
          <a:custGeom>
            <a:avLst/>
            <a:gdLst/>
            <a:ahLst/>
            <a:cxnLst>
              <a:cxn ang="0">
                <a:pos x="0" y="12"/>
              </a:cxn>
              <a:cxn ang="0">
                <a:pos x="160" y="20"/>
              </a:cxn>
              <a:cxn ang="0">
                <a:pos x="184" y="132"/>
              </a:cxn>
            </a:cxnLst>
            <a:rect l="0" t="0" r="r" b="b"/>
            <a:pathLst>
              <a:path w="191" h="132">
                <a:moveTo>
                  <a:pt x="0" y="12"/>
                </a:moveTo>
                <a:cubicBezTo>
                  <a:pt x="64" y="6"/>
                  <a:pt x="129" y="0"/>
                  <a:pt x="160" y="20"/>
                </a:cubicBezTo>
                <a:cubicBezTo>
                  <a:pt x="191" y="40"/>
                  <a:pt x="175" y="112"/>
                  <a:pt x="184" y="1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Winter 2008</a:t>
            </a:r>
          </a:p>
        </p:txBody>
      </p:sp>
      <p:sp>
        <p:nvSpPr>
          <p:cNvPr id="2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Displacement Current</a:t>
            </a:r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2168525" y="2790825"/>
            <a:ext cx="4391025" cy="2632075"/>
            <a:chOff x="1366" y="1758"/>
            <a:chExt cx="2766" cy="1658"/>
          </a:xfrm>
        </p:grpSpPr>
        <p:sp>
          <p:nvSpPr>
            <p:cNvPr id="115729" name="Arc 17"/>
            <p:cNvSpPr>
              <a:spLocks/>
            </p:cNvSpPr>
            <p:nvPr/>
          </p:nvSpPr>
          <p:spPr bwMode="auto">
            <a:xfrm>
              <a:off x="2048" y="2032"/>
              <a:ext cx="1024" cy="137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43200"/>
                <a:gd name="T2" fmla="*/ 0 w 21600"/>
                <a:gd name="T3" fmla="*/ 43200 h 43200"/>
                <a:gd name="T4" fmla="*/ 0 w 21600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32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</a:path>
                <a:path w="21600" h="432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5716" name="Rectangle 4"/>
            <p:cNvSpPr>
              <a:spLocks noChangeArrowheads="1"/>
            </p:cNvSpPr>
            <p:nvPr/>
          </p:nvSpPr>
          <p:spPr bwMode="auto">
            <a:xfrm>
              <a:off x="2728" y="2308"/>
              <a:ext cx="56" cy="752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5717" name="Rectangle 5"/>
            <p:cNvSpPr>
              <a:spLocks noChangeArrowheads="1"/>
            </p:cNvSpPr>
            <p:nvPr/>
          </p:nvSpPr>
          <p:spPr bwMode="auto">
            <a:xfrm>
              <a:off x="3272" y="2308"/>
              <a:ext cx="56" cy="752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5718" name="Rectangle 6"/>
            <p:cNvSpPr>
              <a:spLocks noChangeArrowheads="1"/>
            </p:cNvSpPr>
            <p:nvPr/>
          </p:nvSpPr>
          <p:spPr bwMode="auto">
            <a:xfrm rot="-5400000">
              <a:off x="3696" y="2276"/>
              <a:ext cx="56" cy="816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5719" name="Rectangle 7"/>
            <p:cNvSpPr>
              <a:spLocks noChangeArrowheads="1"/>
            </p:cNvSpPr>
            <p:nvPr/>
          </p:nvSpPr>
          <p:spPr bwMode="auto">
            <a:xfrm rot="-5400000">
              <a:off x="2260" y="2224"/>
              <a:ext cx="56" cy="920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5720" name="Oval 8"/>
            <p:cNvSpPr>
              <a:spLocks noChangeArrowheads="1"/>
            </p:cNvSpPr>
            <p:nvPr/>
          </p:nvSpPr>
          <p:spPr bwMode="auto">
            <a:xfrm>
              <a:off x="2008" y="2020"/>
              <a:ext cx="56" cy="56"/>
            </a:xfrm>
            <a:prstGeom prst="ellipse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5721" name="Text Box 9"/>
            <p:cNvSpPr txBox="1">
              <a:spLocks noChangeArrowheads="1"/>
            </p:cNvSpPr>
            <p:nvPr/>
          </p:nvSpPr>
          <p:spPr bwMode="auto">
            <a:xfrm>
              <a:off x="1966" y="1822"/>
              <a:ext cx="25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/>
                <a:t>P</a:t>
              </a:r>
              <a:r>
                <a:rPr lang="en-US" baseline="-25000"/>
                <a:t>1</a:t>
              </a:r>
            </a:p>
          </p:txBody>
        </p:sp>
        <p:sp>
          <p:nvSpPr>
            <p:cNvPr id="115722" name="Oval 10"/>
            <p:cNvSpPr>
              <a:spLocks noChangeArrowheads="1"/>
            </p:cNvSpPr>
            <p:nvPr/>
          </p:nvSpPr>
          <p:spPr bwMode="auto">
            <a:xfrm>
              <a:off x="2960" y="2020"/>
              <a:ext cx="56" cy="56"/>
            </a:xfrm>
            <a:prstGeom prst="ellipse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5723" name="Text Box 11"/>
            <p:cNvSpPr txBox="1">
              <a:spLocks noChangeArrowheads="1"/>
            </p:cNvSpPr>
            <p:nvPr/>
          </p:nvSpPr>
          <p:spPr bwMode="auto">
            <a:xfrm>
              <a:off x="3030" y="1942"/>
              <a:ext cx="25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/>
                <a:t>P</a:t>
              </a:r>
              <a:r>
                <a:rPr lang="en-US" baseline="-25000"/>
                <a:t>2</a:t>
              </a:r>
            </a:p>
          </p:txBody>
        </p:sp>
        <p:sp>
          <p:nvSpPr>
            <p:cNvPr id="115724" name="Text Box 12"/>
            <p:cNvSpPr txBox="1">
              <a:spLocks noChangeArrowheads="1"/>
            </p:cNvSpPr>
            <p:nvPr/>
          </p:nvSpPr>
          <p:spPr bwMode="auto">
            <a:xfrm>
              <a:off x="2134" y="2855"/>
              <a:ext cx="159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>
                  <a:latin typeface="Times New Roman" pitchFamily="18" charset="0"/>
                </a:rPr>
                <a:t>I</a:t>
              </a:r>
            </a:p>
          </p:txBody>
        </p:sp>
        <p:sp>
          <p:nvSpPr>
            <p:cNvPr id="115725" name="Line 13"/>
            <p:cNvSpPr>
              <a:spLocks noChangeShapeType="1"/>
            </p:cNvSpPr>
            <p:nvPr/>
          </p:nvSpPr>
          <p:spPr bwMode="auto">
            <a:xfrm>
              <a:off x="2072" y="2832"/>
              <a:ext cx="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15726" name="Oval 14"/>
            <p:cNvSpPr>
              <a:spLocks noChangeArrowheads="1"/>
            </p:cNvSpPr>
            <p:nvPr/>
          </p:nvSpPr>
          <p:spPr bwMode="auto">
            <a:xfrm>
              <a:off x="1968" y="2040"/>
              <a:ext cx="128" cy="1376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5727" name="Freeform 15"/>
            <p:cNvSpPr>
              <a:spLocks/>
            </p:cNvSpPr>
            <p:nvPr/>
          </p:nvSpPr>
          <p:spPr bwMode="auto">
            <a:xfrm>
              <a:off x="2480" y="2772"/>
              <a:ext cx="191" cy="132"/>
            </a:xfrm>
            <a:custGeom>
              <a:avLst/>
              <a:gdLst/>
              <a:ahLst/>
              <a:cxnLst>
                <a:cxn ang="0">
                  <a:pos x="0" y="12"/>
                </a:cxn>
                <a:cxn ang="0">
                  <a:pos x="160" y="20"/>
                </a:cxn>
                <a:cxn ang="0">
                  <a:pos x="184" y="132"/>
                </a:cxn>
              </a:cxnLst>
              <a:rect l="0" t="0" r="r" b="b"/>
              <a:pathLst>
                <a:path w="191" h="132">
                  <a:moveTo>
                    <a:pt x="0" y="12"/>
                  </a:moveTo>
                  <a:cubicBezTo>
                    <a:pt x="64" y="6"/>
                    <a:pt x="129" y="0"/>
                    <a:pt x="160" y="20"/>
                  </a:cubicBezTo>
                  <a:cubicBezTo>
                    <a:pt x="191" y="40"/>
                    <a:pt x="175" y="112"/>
                    <a:pt x="184" y="132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15728" name="Freeform 16"/>
            <p:cNvSpPr>
              <a:spLocks/>
            </p:cNvSpPr>
            <p:nvPr/>
          </p:nvSpPr>
          <p:spPr bwMode="auto">
            <a:xfrm flipV="1">
              <a:off x="2488" y="2476"/>
              <a:ext cx="191" cy="132"/>
            </a:xfrm>
            <a:custGeom>
              <a:avLst/>
              <a:gdLst/>
              <a:ahLst/>
              <a:cxnLst>
                <a:cxn ang="0">
                  <a:pos x="0" y="12"/>
                </a:cxn>
                <a:cxn ang="0">
                  <a:pos x="160" y="20"/>
                </a:cxn>
                <a:cxn ang="0">
                  <a:pos x="184" y="132"/>
                </a:cxn>
              </a:cxnLst>
              <a:rect l="0" t="0" r="r" b="b"/>
              <a:pathLst>
                <a:path w="191" h="132">
                  <a:moveTo>
                    <a:pt x="0" y="12"/>
                  </a:moveTo>
                  <a:cubicBezTo>
                    <a:pt x="64" y="6"/>
                    <a:pt x="129" y="0"/>
                    <a:pt x="160" y="20"/>
                  </a:cubicBezTo>
                  <a:cubicBezTo>
                    <a:pt x="191" y="40"/>
                    <a:pt x="175" y="112"/>
                    <a:pt x="184" y="132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15730" name="Rectangle 18"/>
            <p:cNvSpPr>
              <a:spLocks noChangeArrowheads="1"/>
            </p:cNvSpPr>
            <p:nvPr/>
          </p:nvSpPr>
          <p:spPr bwMode="auto">
            <a:xfrm rot="-5400000">
              <a:off x="1804" y="2496"/>
              <a:ext cx="56" cy="376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5731" name="Freeform 19"/>
            <p:cNvSpPr>
              <a:spLocks/>
            </p:cNvSpPr>
            <p:nvPr/>
          </p:nvSpPr>
          <p:spPr bwMode="auto">
            <a:xfrm>
              <a:off x="2171" y="3108"/>
              <a:ext cx="518" cy="200"/>
            </a:xfrm>
            <a:custGeom>
              <a:avLst/>
              <a:gdLst/>
              <a:ahLst/>
              <a:cxnLst>
                <a:cxn ang="0">
                  <a:pos x="21" y="180"/>
                </a:cxn>
                <a:cxn ang="0">
                  <a:pos x="301" y="92"/>
                </a:cxn>
                <a:cxn ang="0">
                  <a:pos x="493" y="4"/>
                </a:cxn>
                <a:cxn ang="0">
                  <a:pos x="453" y="68"/>
                </a:cxn>
                <a:cxn ang="0">
                  <a:pos x="173" y="180"/>
                </a:cxn>
                <a:cxn ang="0">
                  <a:pos x="21" y="180"/>
                </a:cxn>
              </a:cxnLst>
              <a:rect l="0" t="0" r="r" b="b"/>
              <a:pathLst>
                <a:path w="518" h="200">
                  <a:moveTo>
                    <a:pt x="21" y="180"/>
                  </a:moveTo>
                  <a:cubicBezTo>
                    <a:pt x="42" y="165"/>
                    <a:pt x="222" y="121"/>
                    <a:pt x="301" y="92"/>
                  </a:cubicBezTo>
                  <a:cubicBezTo>
                    <a:pt x="380" y="63"/>
                    <a:pt x="468" y="8"/>
                    <a:pt x="493" y="4"/>
                  </a:cubicBezTo>
                  <a:cubicBezTo>
                    <a:pt x="518" y="0"/>
                    <a:pt x="506" y="39"/>
                    <a:pt x="453" y="68"/>
                  </a:cubicBezTo>
                  <a:cubicBezTo>
                    <a:pt x="400" y="97"/>
                    <a:pt x="244" y="160"/>
                    <a:pt x="173" y="180"/>
                  </a:cubicBezTo>
                  <a:cubicBezTo>
                    <a:pt x="102" y="200"/>
                    <a:pt x="0" y="195"/>
                    <a:pt x="21" y="180"/>
                  </a:cubicBezTo>
                  <a:close/>
                </a:path>
              </a:pathLst>
            </a:custGeom>
            <a:solidFill>
              <a:schemeClr val="bg1"/>
            </a:solidFill>
            <a:ln w="9525" cap="flat" cmpd="sng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15732" name="Line 20"/>
            <p:cNvSpPr>
              <a:spLocks noChangeShapeType="1"/>
            </p:cNvSpPr>
            <p:nvPr/>
          </p:nvSpPr>
          <p:spPr bwMode="auto">
            <a:xfrm flipH="1" flipV="1">
              <a:off x="1600" y="2232"/>
              <a:ext cx="456" cy="2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 type="triangle" w="med" len="med"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15735" name="Text Box 23"/>
            <p:cNvSpPr txBox="1">
              <a:spLocks noChangeArrowheads="1"/>
            </p:cNvSpPr>
            <p:nvPr/>
          </p:nvSpPr>
          <p:spPr bwMode="auto">
            <a:xfrm>
              <a:off x="1366" y="2078"/>
              <a:ext cx="25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/>
                <a:t>S</a:t>
              </a:r>
              <a:r>
                <a:rPr lang="en-US" baseline="-25000"/>
                <a:t>1</a:t>
              </a:r>
            </a:p>
          </p:txBody>
        </p:sp>
        <p:sp>
          <p:nvSpPr>
            <p:cNvPr id="115736" name="Text Box 24"/>
            <p:cNvSpPr txBox="1">
              <a:spLocks noChangeArrowheads="1"/>
            </p:cNvSpPr>
            <p:nvPr/>
          </p:nvSpPr>
          <p:spPr bwMode="auto">
            <a:xfrm>
              <a:off x="2558" y="1758"/>
              <a:ext cx="25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/>
                <a:t>S</a:t>
              </a:r>
              <a:r>
                <a:rPr lang="en-US" baseline="-25000"/>
                <a:t>2</a:t>
              </a:r>
            </a:p>
          </p:txBody>
        </p:sp>
        <p:sp>
          <p:nvSpPr>
            <p:cNvPr id="115737" name="Line 25"/>
            <p:cNvSpPr>
              <a:spLocks noChangeShapeType="1"/>
            </p:cNvSpPr>
            <p:nvPr/>
          </p:nvSpPr>
          <p:spPr bwMode="auto">
            <a:xfrm flipH="1">
              <a:off x="2488" y="1936"/>
              <a:ext cx="16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Winter 2008</a:t>
            </a:r>
          </a:p>
        </p:txBody>
      </p:sp>
      <p:sp>
        <p:nvSpPr>
          <p:cNvPr id="2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Displacement Current</a:t>
            </a:r>
          </a:p>
        </p:txBody>
      </p:sp>
      <p:sp>
        <p:nvSpPr>
          <p:cNvPr id="110596" name="Rectangle 4"/>
          <p:cNvSpPr>
            <a:spLocks noChangeArrowheads="1"/>
          </p:cNvSpPr>
          <p:nvPr/>
        </p:nvSpPr>
        <p:spPr bwMode="auto">
          <a:xfrm>
            <a:off x="4330700" y="3663950"/>
            <a:ext cx="88900" cy="1193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0597" name="Rectangle 5"/>
          <p:cNvSpPr>
            <a:spLocks noChangeArrowheads="1"/>
          </p:cNvSpPr>
          <p:nvPr/>
        </p:nvSpPr>
        <p:spPr bwMode="auto">
          <a:xfrm>
            <a:off x="5194300" y="3663950"/>
            <a:ext cx="88900" cy="1193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0598" name="Rectangle 6"/>
          <p:cNvSpPr>
            <a:spLocks noChangeArrowheads="1"/>
          </p:cNvSpPr>
          <p:nvPr/>
        </p:nvSpPr>
        <p:spPr bwMode="auto">
          <a:xfrm rot="-5400000">
            <a:off x="5867400" y="3613150"/>
            <a:ext cx="88900" cy="12954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0599" name="Rectangle 7"/>
          <p:cNvSpPr>
            <a:spLocks noChangeArrowheads="1"/>
          </p:cNvSpPr>
          <p:nvPr/>
        </p:nvSpPr>
        <p:spPr bwMode="auto">
          <a:xfrm rot="-5400000">
            <a:off x="3670300" y="3613150"/>
            <a:ext cx="88900" cy="12954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0600" name="Oval 8"/>
          <p:cNvSpPr>
            <a:spLocks noChangeArrowheads="1"/>
          </p:cNvSpPr>
          <p:nvPr/>
        </p:nvSpPr>
        <p:spPr bwMode="auto">
          <a:xfrm>
            <a:off x="3187700" y="3206750"/>
            <a:ext cx="88900" cy="88900"/>
          </a:xfrm>
          <a:prstGeom prst="ellipse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0601" name="Text Box 9"/>
          <p:cNvSpPr txBox="1">
            <a:spLocks noChangeArrowheads="1"/>
          </p:cNvSpPr>
          <p:nvPr/>
        </p:nvSpPr>
        <p:spPr bwMode="auto">
          <a:xfrm>
            <a:off x="3298825" y="3082925"/>
            <a:ext cx="3968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P</a:t>
            </a:r>
            <a:r>
              <a:rPr lang="en-US" baseline="-25000"/>
              <a:t>1</a:t>
            </a:r>
          </a:p>
        </p:txBody>
      </p:sp>
      <p:sp>
        <p:nvSpPr>
          <p:cNvPr id="110602" name="Oval 10"/>
          <p:cNvSpPr>
            <a:spLocks noChangeArrowheads="1"/>
          </p:cNvSpPr>
          <p:nvPr/>
        </p:nvSpPr>
        <p:spPr bwMode="auto">
          <a:xfrm>
            <a:off x="4699000" y="3206750"/>
            <a:ext cx="88900" cy="88900"/>
          </a:xfrm>
          <a:prstGeom prst="ellipse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0603" name="Text Box 11"/>
          <p:cNvSpPr txBox="1">
            <a:spLocks noChangeArrowheads="1"/>
          </p:cNvSpPr>
          <p:nvPr/>
        </p:nvSpPr>
        <p:spPr bwMode="auto">
          <a:xfrm>
            <a:off x="4810125" y="3082925"/>
            <a:ext cx="3968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P</a:t>
            </a:r>
            <a:r>
              <a:rPr lang="en-US" baseline="-25000"/>
              <a:t>2</a:t>
            </a:r>
          </a:p>
        </p:txBody>
      </p:sp>
      <p:sp>
        <p:nvSpPr>
          <p:cNvPr id="110604" name="Text Box 12"/>
          <p:cNvSpPr txBox="1">
            <a:spLocks noChangeArrowheads="1"/>
          </p:cNvSpPr>
          <p:nvPr/>
        </p:nvSpPr>
        <p:spPr bwMode="auto">
          <a:xfrm>
            <a:off x="3286125" y="4557713"/>
            <a:ext cx="2524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pitchFamily="18" charset="0"/>
              </a:rPr>
              <a:t>I</a:t>
            </a:r>
          </a:p>
        </p:txBody>
      </p:sp>
      <p:sp>
        <p:nvSpPr>
          <p:cNvPr id="110605" name="Line 13"/>
          <p:cNvSpPr>
            <a:spLocks noChangeShapeType="1"/>
          </p:cNvSpPr>
          <p:nvPr/>
        </p:nvSpPr>
        <p:spPr bwMode="auto">
          <a:xfrm>
            <a:off x="3238500" y="4495800"/>
            <a:ext cx="3937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10606" name="Line 14"/>
          <p:cNvSpPr>
            <a:spLocks noChangeShapeType="1"/>
          </p:cNvSpPr>
          <p:nvPr/>
        </p:nvSpPr>
        <p:spPr bwMode="auto">
          <a:xfrm>
            <a:off x="4419600" y="3810000"/>
            <a:ext cx="749300" cy="0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10607" name="Line 15"/>
          <p:cNvSpPr>
            <a:spLocks noChangeShapeType="1"/>
          </p:cNvSpPr>
          <p:nvPr/>
        </p:nvSpPr>
        <p:spPr bwMode="auto">
          <a:xfrm>
            <a:off x="4419600" y="3962400"/>
            <a:ext cx="749300" cy="0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10608" name="Line 16"/>
          <p:cNvSpPr>
            <a:spLocks noChangeShapeType="1"/>
          </p:cNvSpPr>
          <p:nvPr/>
        </p:nvSpPr>
        <p:spPr bwMode="auto">
          <a:xfrm>
            <a:off x="4419600" y="4114800"/>
            <a:ext cx="749300" cy="0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10609" name="Line 17"/>
          <p:cNvSpPr>
            <a:spLocks noChangeShapeType="1"/>
          </p:cNvSpPr>
          <p:nvPr/>
        </p:nvSpPr>
        <p:spPr bwMode="auto">
          <a:xfrm>
            <a:off x="4419600" y="4267200"/>
            <a:ext cx="749300" cy="0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10610" name="Line 18"/>
          <p:cNvSpPr>
            <a:spLocks noChangeShapeType="1"/>
          </p:cNvSpPr>
          <p:nvPr/>
        </p:nvSpPr>
        <p:spPr bwMode="auto">
          <a:xfrm>
            <a:off x="4419600" y="4419600"/>
            <a:ext cx="749300" cy="0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10611" name="Line 19"/>
          <p:cNvSpPr>
            <a:spLocks noChangeShapeType="1"/>
          </p:cNvSpPr>
          <p:nvPr/>
        </p:nvSpPr>
        <p:spPr bwMode="auto">
          <a:xfrm>
            <a:off x="4419600" y="4572000"/>
            <a:ext cx="749300" cy="0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10612" name="Line 20"/>
          <p:cNvSpPr>
            <a:spLocks noChangeShapeType="1"/>
          </p:cNvSpPr>
          <p:nvPr/>
        </p:nvSpPr>
        <p:spPr bwMode="auto">
          <a:xfrm>
            <a:off x="4419600" y="4724400"/>
            <a:ext cx="749300" cy="0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10613" name="Text Box 21"/>
          <p:cNvSpPr txBox="1">
            <a:spLocks noChangeArrowheads="1"/>
          </p:cNvSpPr>
          <p:nvPr/>
        </p:nvSpPr>
        <p:spPr bwMode="auto">
          <a:xfrm>
            <a:off x="4556125" y="4962525"/>
            <a:ext cx="3190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110614" name="Line 22"/>
          <p:cNvSpPr>
            <a:spLocks noChangeShapeType="1"/>
          </p:cNvSpPr>
          <p:nvPr/>
        </p:nvSpPr>
        <p:spPr bwMode="auto">
          <a:xfrm flipH="1" flipV="1">
            <a:off x="5473700" y="3695700"/>
            <a:ext cx="12700" cy="558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10615" name="Text Box 23"/>
          <p:cNvSpPr txBox="1">
            <a:spLocks noChangeArrowheads="1"/>
          </p:cNvSpPr>
          <p:nvPr/>
        </p:nvSpPr>
        <p:spPr bwMode="auto">
          <a:xfrm>
            <a:off x="5559425" y="3705225"/>
            <a:ext cx="330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Winter 2008</a:t>
            </a:r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Displacement Current</a:t>
            </a:r>
          </a:p>
        </p:txBody>
      </p:sp>
      <p:sp>
        <p:nvSpPr>
          <p:cNvPr id="111620" name="Rectangle 4"/>
          <p:cNvSpPr>
            <a:spLocks noChangeArrowheads="1"/>
          </p:cNvSpPr>
          <p:nvPr/>
        </p:nvSpPr>
        <p:spPr bwMode="auto">
          <a:xfrm>
            <a:off x="4330700" y="3663950"/>
            <a:ext cx="88900" cy="1193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1621" name="Rectangle 5"/>
          <p:cNvSpPr>
            <a:spLocks noChangeArrowheads="1"/>
          </p:cNvSpPr>
          <p:nvPr/>
        </p:nvSpPr>
        <p:spPr bwMode="auto">
          <a:xfrm>
            <a:off x="5194300" y="3663950"/>
            <a:ext cx="88900" cy="1193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1622" name="Rectangle 6"/>
          <p:cNvSpPr>
            <a:spLocks noChangeArrowheads="1"/>
          </p:cNvSpPr>
          <p:nvPr/>
        </p:nvSpPr>
        <p:spPr bwMode="auto">
          <a:xfrm rot="-5400000">
            <a:off x="5867400" y="3613150"/>
            <a:ext cx="88900" cy="12954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1623" name="Rectangle 7"/>
          <p:cNvSpPr>
            <a:spLocks noChangeArrowheads="1"/>
          </p:cNvSpPr>
          <p:nvPr/>
        </p:nvSpPr>
        <p:spPr bwMode="auto">
          <a:xfrm rot="-5400000">
            <a:off x="3587750" y="3530600"/>
            <a:ext cx="88900" cy="14605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1624" name="Oval 8"/>
          <p:cNvSpPr>
            <a:spLocks noChangeArrowheads="1"/>
          </p:cNvSpPr>
          <p:nvPr/>
        </p:nvSpPr>
        <p:spPr bwMode="auto">
          <a:xfrm>
            <a:off x="3187700" y="3206750"/>
            <a:ext cx="88900" cy="88900"/>
          </a:xfrm>
          <a:prstGeom prst="ellipse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1625" name="Text Box 9"/>
          <p:cNvSpPr txBox="1">
            <a:spLocks noChangeArrowheads="1"/>
          </p:cNvSpPr>
          <p:nvPr/>
        </p:nvSpPr>
        <p:spPr bwMode="auto">
          <a:xfrm>
            <a:off x="3298825" y="3082925"/>
            <a:ext cx="3968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P</a:t>
            </a:r>
            <a:r>
              <a:rPr lang="en-US" baseline="-25000"/>
              <a:t>1</a:t>
            </a:r>
          </a:p>
        </p:txBody>
      </p:sp>
      <p:sp>
        <p:nvSpPr>
          <p:cNvPr id="111626" name="Oval 10"/>
          <p:cNvSpPr>
            <a:spLocks noChangeArrowheads="1"/>
          </p:cNvSpPr>
          <p:nvPr/>
        </p:nvSpPr>
        <p:spPr bwMode="auto">
          <a:xfrm>
            <a:off x="4699000" y="3206750"/>
            <a:ext cx="88900" cy="88900"/>
          </a:xfrm>
          <a:prstGeom prst="ellipse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1627" name="Text Box 11"/>
          <p:cNvSpPr txBox="1">
            <a:spLocks noChangeArrowheads="1"/>
          </p:cNvSpPr>
          <p:nvPr/>
        </p:nvSpPr>
        <p:spPr bwMode="auto">
          <a:xfrm>
            <a:off x="4810125" y="3082925"/>
            <a:ext cx="3968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P</a:t>
            </a:r>
            <a:r>
              <a:rPr lang="en-US" baseline="-25000"/>
              <a:t>2</a:t>
            </a:r>
          </a:p>
        </p:txBody>
      </p:sp>
      <p:sp>
        <p:nvSpPr>
          <p:cNvPr id="111628" name="Text Box 12"/>
          <p:cNvSpPr txBox="1">
            <a:spLocks noChangeArrowheads="1"/>
          </p:cNvSpPr>
          <p:nvPr/>
        </p:nvSpPr>
        <p:spPr bwMode="auto">
          <a:xfrm>
            <a:off x="3705225" y="4557713"/>
            <a:ext cx="2524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pitchFamily="18" charset="0"/>
              </a:rPr>
              <a:t>I</a:t>
            </a:r>
          </a:p>
        </p:txBody>
      </p:sp>
      <p:sp>
        <p:nvSpPr>
          <p:cNvPr id="111629" name="Line 13"/>
          <p:cNvSpPr>
            <a:spLocks noChangeShapeType="1"/>
          </p:cNvSpPr>
          <p:nvPr/>
        </p:nvSpPr>
        <p:spPr bwMode="auto">
          <a:xfrm>
            <a:off x="3657600" y="4495800"/>
            <a:ext cx="3937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11638" name="Oval 22"/>
          <p:cNvSpPr>
            <a:spLocks noChangeArrowheads="1"/>
          </p:cNvSpPr>
          <p:nvPr/>
        </p:nvSpPr>
        <p:spPr bwMode="auto">
          <a:xfrm>
            <a:off x="3111500" y="3187700"/>
            <a:ext cx="203200" cy="2184400"/>
          </a:xfrm>
          <a:prstGeom prst="ellips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Winter 2008</a:t>
            </a:r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Displacement Current</a:t>
            </a:r>
          </a:p>
        </p:txBody>
      </p:sp>
      <p:sp>
        <p:nvSpPr>
          <p:cNvPr id="112644" name="Rectangle 4"/>
          <p:cNvSpPr>
            <a:spLocks noChangeArrowheads="1"/>
          </p:cNvSpPr>
          <p:nvPr/>
        </p:nvSpPr>
        <p:spPr bwMode="auto">
          <a:xfrm>
            <a:off x="4330700" y="3663950"/>
            <a:ext cx="88900" cy="1193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2645" name="Rectangle 5"/>
          <p:cNvSpPr>
            <a:spLocks noChangeArrowheads="1"/>
          </p:cNvSpPr>
          <p:nvPr/>
        </p:nvSpPr>
        <p:spPr bwMode="auto">
          <a:xfrm>
            <a:off x="5194300" y="3663950"/>
            <a:ext cx="88900" cy="1193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2646" name="Rectangle 6"/>
          <p:cNvSpPr>
            <a:spLocks noChangeArrowheads="1"/>
          </p:cNvSpPr>
          <p:nvPr/>
        </p:nvSpPr>
        <p:spPr bwMode="auto">
          <a:xfrm rot="-5400000">
            <a:off x="5867400" y="3613150"/>
            <a:ext cx="88900" cy="12954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2647" name="Rectangle 7"/>
          <p:cNvSpPr>
            <a:spLocks noChangeArrowheads="1"/>
          </p:cNvSpPr>
          <p:nvPr/>
        </p:nvSpPr>
        <p:spPr bwMode="auto">
          <a:xfrm rot="-5400000">
            <a:off x="3587750" y="3530600"/>
            <a:ext cx="88900" cy="14605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2648" name="Oval 8"/>
          <p:cNvSpPr>
            <a:spLocks noChangeArrowheads="1"/>
          </p:cNvSpPr>
          <p:nvPr/>
        </p:nvSpPr>
        <p:spPr bwMode="auto">
          <a:xfrm>
            <a:off x="3187700" y="3206750"/>
            <a:ext cx="88900" cy="88900"/>
          </a:xfrm>
          <a:prstGeom prst="ellipse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2649" name="Text Box 9"/>
          <p:cNvSpPr txBox="1">
            <a:spLocks noChangeArrowheads="1"/>
          </p:cNvSpPr>
          <p:nvPr/>
        </p:nvSpPr>
        <p:spPr bwMode="auto">
          <a:xfrm>
            <a:off x="3298825" y="3082925"/>
            <a:ext cx="3968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P</a:t>
            </a:r>
            <a:r>
              <a:rPr lang="en-US" baseline="-25000"/>
              <a:t>1</a:t>
            </a:r>
          </a:p>
        </p:txBody>
      </p:sp>
      <p:sp>
        <p:nvSpPr>
          <p:cNvPr id="112650" name="Oval 10"/>
          <p:cNvSpPr>
            <a:spLocks noChangeArrowheads="1"/>
          </p:cNvSpPr>
          <p:nvPr/>
        </p:nvSpPr>
        <p:spPr bwMode="auto">
          <a:xfrm>
            <a:off x="4699000" y="3206750"/>
            <a:ext cx="88900" cy="88900"/>
          </a:xfrm>
          <a:prstGeom prst="ellipse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2651" name="Text Box 11"/>
          <p:cNvSpPr txBox="1">
            <a:spLocks noChangeArrowheads="1"/>
          </p:cNvSpPr>
          <p:nvPr/>
        </p:nvSpPr>
        <p:spPr bwMode="auto">
          <a:xfrm>
            <a:off x="4810125" y="3082925"/>
            <a:ext cx="3968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P</a:t>
            </a:r>
            <a:r>
              <a:rPr lang="en-US" baseline="-25000"/>
              <a:t>2</a:t>
            </a:r>
          </a:p>
        </p:txBody>
      </p:sp>
      <p:sp>
        <p:nvSpPr>
          <p:cNvPr id="112652" name="Text Box 12"/>
          <p:cNvSpPr txBox="1">
            <a:spLocks noChangeArrowheads="1"/>
          </p:cNvSpPr>
          <p:nvPr/>
        </p:nvSpPr>
        <p:spPr bwMode="auto">
          <a:xfrm>
            <a:off x="3705225" y="4557713"/>
            <a:ext cx="2524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pitchFamily="18" charset="0"/>
              </a:rPr>
              <a:t>I</a:t>
            </a:r>
          </a:p>
        </p:txBody>
      </p:sp>
      <p:sp>
        <p:nvSpPr>
          <p:cNvPr id="112653" name="Line 13"/>
          <p:cNvSpPr>
            <a:spLocks noChangeShapeType="1"/>
          </p:cNvSpPr>
          <p:nvPr/>
        </p:nvSpPr>
        <p:spPr bwMode="auto">
          <a:xfrm>
            <a:off x="3657600" y="4495800"/>
            <a:ext cx="3937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12654" name="Line 14"/>
          <p:cNvSpPr>
            <a:spLocks noChangeShapeType="1"/>
          </p:cNvSpPr>
          <p:nvPr/>
        </p:nvSpPr>
        <p:spPr bwMode="auto">
          <a:xfrm>
            <a:off x="4419600" y="3810000"/>
            <a:ext cx="749300" cy="0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12655" name="Line 15"/>
          <p:cNvSpPr>
            <a:spLocks noChangeShapeType="1"/>
          </p:cNvSpPr>
          <p:nvPr/>
        </p:nvSpPr>
        <p:spPr bwMode="auto">
          <a:xfrm>
            <a:off x="4419600" y="3962400"/>
            <a:ext cx="749300" cy="0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12656" name="Line 16"/>
          <p:cNvSpPr>
            <a:spLocks noChangeShapeType="1"/>
          </p:cNvSpPr>
          <p:nvPr/>
        </p:nvSpPr>
        <p:spPr bwMode="auto">
          <a:xfrm>
            <a:off x="4419600" y="4114800"/>
            <a:ext cx="749300" cy="0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12657" name="Line 17"/>
          <p:cNvSpPr>
            <a:spLocks noChangeShapeType="1"/>
          </p:cNvSpPr>
          <p:nvPr/>
        </p:nvSpPr>
        <p:spPr bwMode="auto">
          <a:xfrm>
            <a:off x="4419600" y="4267200"/>
            <a:ext cx="749300" cy="0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12658" name="Line 18"/>
          <p:cNvSpPr>
            <a:spLocks noChangeShapeType="1"/>
          </p:cNvSpPr>
          <p:nvPr/>
        </p:nvSpPr>
        <p:spPr bwMode="auto">
          <a:xfrm>
            <a:off x="4419600" y="4419600"/>
            <a:ext cx="749300" cy="0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12659" name="Line 19"/>
          <p:cNvSpPr>
            <a:spLocks noChangeShapeType="1"/>
          </p:cNvSpPr>
          <p:nvPr/>
        </p:nvSpPr>
        <p:spPr bwMode="auto">
          <a:xfrm>
            <a:off x="4419600" y="4572000"/>
            <a:ext cx="749300" cy="0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12660" name="Line 20"/>
          <p:cNvSpPr>
            <a:spLocks noChangeShapeType="1"/>
          </p:cNvSpPr>
          <p:nvPr/>
        </p:nvSpPr>
        <p:spPr bwMode="auto">
          <a:xfrm>
            <a:off x="4419600" y="4724400"/>
            <a:ext cx="749300" cy="0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12661" name="Text Box 21"/>
          <p:cNvSpPr txBox="1">
            <a:spLocks noChangeArrowheads="1"/>
          </p:cNvSpPr>
          <p:nvPr/>
        </p:nvSpPr>
        <p:spPr bwMode="auto">
          <a:xfrm>
            <a:off x="4886325" y="4962525"/>
            <a:ext cx="3190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112662" name="Oval 22"/>
          <p:cNvSpPr>
            <a:spLocks noChangeArrowheads="1"/>
          </p:cNvSpPr>
          <p:nvPr/>
        </p:nvSpPr>
        <p:spPr bwMode="auto">
          <a:xfrm>
            <a:off x="4622800" y="3225800"/>
            <a:ext cx="203200" cy="2184400"/>
          </a:xfrm>
          <a:prstGeom prst="ellips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Winter 2008</a:t>
            </a:r>
          </a:p>
        </p:txBody>
      </p:sp>
      <p:sp>
        <p:nvSpPr>
          <p:cNvPr id="3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Displacement Current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168525" y="2790825"/>
            <a:ext cx="4391025" cy="2632075"/>
            <a:chOff x="1366" y="1758"/>
            <a:chExt cx="2766" cy="1658"/>
          </a:xfrm>
        </p:grpSpPr>
        <p:sp>
          <p:nvSpPr>
            <p:cNvPr id="116741" name="Arc 5"/>
            <p:cNvSpPr>
              <a:spLocks/>
            </p:cNvSpPr>
            <p:nvPr/>
          </p:nvSpPr>
          <p:spPr bwMode="auto">
            <a:xfrm>
              <a:off x="2048" y="2032"/>
              <a:ext cx="1024" cy="137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43200"/>
                <a:gd name="T2" fmla="*/ 0 w 21600"/>
                <a:gd name="T3" fmla="*/ 43200 h 43200"/>
                <a:gd name="T4" fmla="*/ 0 w 21600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32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</a:path>
                <a:path w="21600" h="432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742" name="Rectangle 6"/>
            <p:cNvSpPr>
              <a:spLocks noChangeArrowheads="1"/>
            </p:cNvSpPr>
            <p:nvPr/>
          </p:nvSpPr>
          <p:spPr bwMode="auto">
            <a:xfrm>
              <a:off x="2728" y="2308"/>
              <a:ext cx="56" cy="752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743" name="Rectangle 7"/>
            <p:cNvSpPr>
              <a:spLocks noChangeArrowheads="1"/>
            </p:cNvSpPr>
            <p:nvPr/>
          </p:nvSpPr>
          <p:spPr bwMode="auto">
            <a:xfrm>
              <a:off x="3272" y="2308"/>
              <a:ext cx="56" cy="752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744" name="Rectangle 8"/>
            <p:cNvSpPr>
              <a:spLocks noChangeArrowheads="1"/>
            </p:cNvSpPr>
            <p:nvPr/>
          </p:nvSpPr>
          <p:spPr bwMode="auto">
            <a:xfrm rot="-5400000">
              <a:off x="3696" y="2276"/>
              <a:ext cx="56" cy="816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745" name="Rectangle 9"/>
            <p:cNvSpPr>
              <a:spLocks noChangeArrowheads="1"/>
            </p:cNvSpPr>
            <p:nvPr/>
          </p:nvSpPr>
          <p:spPr bwMode="auto">
            <a:xfrm rot="-5400000">
              <a:off x="2260" y="2224"/>
              <a:ext cx="56" cy="920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746" name="Oval 10"/>
            <p:cNvSpPr>
              <a:spLocks noChangeArrowheads="1"/>
            </p:cNvSpPr>
            <p:nvPr/>
          </p:nvSpPr>
          <p:spPr bwMode="auto">
            <a:xfrm>
              <a:off x="2008" y="2020"/>
              <a:ext cx="56" cy="56"/>
            </a:xfrm>
            <a:prstGeom prst="ellipse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747" name="Text Box 11"/>
            <p:cNvSpPr txBox="1">
              <a:spLocks noChangeArrowheads="1"/>
            </p:cNvSpPr>
            <p:nvPr/>
          </p:nvSpPr>
          <p:spPr bwMode="auto">
            <a:xfrm>
              <a:off x="1966" y="1822"/>
              <a:ext cx="25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/>
                <a:t>P</a:t>
              </a:r>
              <a:r>
                <a:rPr lang="en-US" baseline="-25000"/>
                <a:t>1</a:t>
              </a:r>
            </a:p>
          </p:txBody>
        </p:sp>
        <p:sp>
          <p:nvSpPr>
            <p:cNvPr id="116748" name="Oval 12"/>
            <p:cNvSpPr>
              <a:spLocks noChangeArrowheads="1"/>
            </p:cNvSpPr>
            <p:nvPr/>
          </p:nvSpPr>
          <p:spPr bwMode="auto">
            <a:xfrm>
              <a:off x="2960" y="2020"/>
              <a:ext cx="56" cy="56"/>
            </a:xfrm>
            <a:prstGeom prst="ellipse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749" name="Text Box 13"/>
            <p:cNvSpPr txBox="1">
              <a:spLocks noChangeArrowheads="1"/>
            </p:cNvSpPr>
            <p:nvPr/>
          </p:nvSpPr>
          <p:spPr bwMode="auto">
            <a:xfrm>
              <a:off x="3030" y="1942"/>
              <a:ext cx="25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/>
                <a:t>P</a:t>
              </a:r>
              <a:r>
                <a:rPr lang="en-US" baseline="-25000"/>
                <a:t>2</a:t>
              </a:r>
            </a:p>
          </p:txBody>
        </p:sp>
        <p:sp>
          <p:nvSpPr>
            <p:cNvPr id="116750" name="Text Box 14"/>
            <p:cNvSpPr txBox="1">
              <a:spLocks noChangeArrowheads="1"/>
            </p:cNvSpPr>
            <p:nvPr/>
          </p:nvSpPr>
          <p:spPr bwMode="auto">
            <a:xfrm>
              <a:off x="2134" y="2855"/>
              <a:ext cx="159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>
                  <a:latin typeface="Times New Roman" pitchFamily="18" charset="0"/>
                </a:rPr>
                <a:t>I</a:t>
              </a:r>
            </a:p>
          </p:txBody>
        </p:sp>
        <p:sp>
          <p:nvSpPr>
            <p:cNvPr id="116751" name="Line 15"/>
            <p:cNvSpPr>
              <a:spLocks noChangeShapeType="1"/>
            </p:cNvSpPr>
            <p:nvPr/>
          </p:nvSpPr>
          <p:spPr bwMode="auto">
            <a:xfrm>
              <a:off x="2072" y="2832"/>
              <a:ext cx="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16752" name="Oval 16"/>
            <p:cNvSpPr>
              <a:spLocks noChangeArrowheads="1"/>
            </p:cNvSpPr>
            <p:nvPr/>
          </p:nvSpPr>
          <p:spPr bwMode="auto">
            <a:xfrm>
              <a:off x="1968" y="2040"/>
              <a:ext cx="128" cy="1376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753" name="Freeform 17"/>
            <p:cNvSpPr>
              <a:spLocks/>
            </p:cNvSpPr>
            <p:nvPr/>
          </p:nvSpPr>
          <p:spPr bwMode="auto">
            <a:xfrm>
              <a:off x="2480" y="2772"/>
              <a:ext cx="191" cy="132"/>
            </a:xfrm>
            <a:custGeom>
              <a:avLst/>
              <a:gdLst/>
              <a:ahLst/>
              <a:cxnLst>
                <a:cxn ang="0">
                  <a:pos x="0" y="12"/>
                </a:cxn>
                <a:cxn ang="0">
                  <a:pos x="160" y="20"/>
                </a:cxn>
                <a:cxn ang="0">
                  <a:pos x="184" y="132"/>
                </a:cxn>
              </a:cxnLst>
              <a:rect l="0" t="0" r="r" b="b"/>
              <a:pathLst>
                <a:path w="191" h="132">
                  <a:moveTo>
                    <a:pt x="0" y="12"/>
                  </a:moveTo>
                  <a:cubicBezTo>
                    <a:pt x="64" y="6"/>
                    <a:pt x="129" y="0"/>
                    <a:pt x="160" y="20"/>
                  </a:cubicBezTo>
                  <a:cubicBezTo>
                    <a:pt x="191" y="40"/>
                    <a:pt x="175" y="112"/>
                    <a:pt x="184" y="132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16754" name="Freeform 18"/>
            <p:cNvSpPr>
              <a:spLocks/>
            </p:cNvSpPr>
            <p:nvPr/>
          </p:nvSpPr>
          <p:spPr bwMode="auto">
            <a:xfrm flipV="1">
              <a:off x="2488" y="2476"/>
              <a:ext cx="191" cy="132"/>
            </a:xfrm>
            <a:custGeom>
              <a:avLst/>
              <a:gdLst/>
              <a:ahLst/>
              <a:cxnLst>
                <a:cxn ang="0">
                  <a:pos x="0" y="12"/>
                </a:cxn>
                <a:cxn ang="0">
                  <a:pos x="160" y="20"/>
                </a:cxn>
                <a:cxn ang="0">
                  <a:pos x="184" y="132"/>
                </a:cxn>
              </a:cxnLst>
              <a:rect l="0" t="0" r="r" b="b"/>
              <a:pathLst>
                <a:path w="191" h="132">
                  <a:moveTo>
                    <a:pt x="0" y="12"/>
                  </a:moveTo>
                  <a:cubicBezTo>
                    <a:pt x="64" y="6"/>
                    <a:pt x="129" y="0"/>
                    <a:pt x="160" y="20"/>
                  </a:cubicBezTo>
                  <a:cubicBezTo>
                    <a:pt x="191" y="40"/>
                    <a:pt x="175" y="112"/>
                    <a:pt x="184" y="132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16755" name="Rectangle 19"/>
            <p:cNvSpPr>
              <a:spLocks noChangeArrowheads="1"/>
            </p:cNvSpPr>
            <p:nvPr/>
          </p:nvSpPr>
          <p:spPr bwMode="auto">
            <a:xfrm rot="-5400000">
              <a:off x="1804" y="2496"/>
              <a:ext cx="56" cy="376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756" name="Freeform 20"/>
            <p:cNvSpPr>
              <a:spLocks/>
            </p:cNvSpPr>
            <p:nvPr/>
          </p:nvSpPr>
          <p:spPr bwMode="auto">
            <a:xfrm>
              <a:off x="2171" y="3108"/>
              <a:ext cx="518" cy="200"/>
            </a:xfrm>
            <a:custGeom>
              <a:avLst/>
              <a:gdLst/>
              <a:ahLst/>
              <a:cxnLst>
                <a:cxn ang="0">
                  <a:pos x="21" y="180"/>
                </a:cxn>
                <a:cxn ang="0">
                  <a:pos x="301" y="92"/>
                </a:cxn>
                <a:cxn ang="0">
                  <a:pos x="493" y="4"/>
                </a:cxn>
                <a:cxn ang="0">
                  <a:pos x="453" y="68"/>
                </a:cxn>
                <a:cxn ang="0">
                  <a:pos x="173" y="180"/>
                </a:cxn>
                <a:cxn ang="0">
                  <a:pos x="21" y="180"/>
                </a:cxn>
              </a:cxnLst>
              <a:rect l="0" t="0" r="r" b="b"/>
              <a:pathLst>
                <a:path w="518" h="200">
                  <a:moveTo>
                    <a:pt x="21" y="180"/>
                  </a:moveTo>
                  <a:cubicBezTo>
                    <a:pt x="42" y="165"/>
                    <a:pt x="222" y="121"/>
                    <a:pt x="301" y="92"/>
                  </a:cubicBezTo>
                  <a:cubicBezTo>
                    <a:pt x="380" y="63"/>
                    <a:pt x="468" y="8"/>
                    <a:pt x="493" y="4"/>
                  </a:cubicBezTo>
                  <a:cubicBezTo>
                    <a:pt x="518" y="0"/>
                    <a:pt x="506" y="39"/>
                    <a:pt x="453" y="68"/>
                  </a:cubicBezTo>
                  <a:cubicBezTo>
                    <a:pt x="400" y="97"/>
                    <a:pt x="244" y="160"/>
                    <a:pt x="173" y="180"/>
                  </a:cubicBezTo>
                  <a:cubicBezTo>
                    <a:pt x="102" y="200"/>
                    <a:pt x="0" y="195"/>
                    <a:pt x="21" y="180"/>
                  </a:cubicBezTo>
                  <a:close/>
                </a:path>
              </a:pathLst>
            </a:custGeom>
            <a:solidFill>
              <a:schemeClr val="bg1"/>
            </a:solidFill>
            <a:ln w="9525" cap="flat" cmpd="sng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16757" name="Line 21"/>
            <p:cNvSpPr>
              <a:spLocks noChangeShapeType="1"/>
            </p:cNvSpPr>
            <p:nvPr/>
          </p:nvSpPr>
          <p:spPr bwMode="auto">
            <a:xfrm flipH="1" flipV="1">
              <a:off x="1600" y="2232"/>
              <a:ext cx="456" cy="2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 type="triangle" w="med" len="med"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16758" name="Text Box 22"/>
            <p:cNvSpPr txBox="1">
              <a:spLocks noChangeArrowheads="1"/>
            </p:cNvSpPr>
            <p:nvPr/>
          </p:nvSpPr>
          <p:spPr bwMode="auto">
            <a:xfrm>
              <a:off x="1366" y="2078"/>
              <a:ext cx="25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/>
                <a:t>S</a:t>
              </a:r>
              <a:r>
                <a:rPr lang="en-US" baseline="-25000"/>
                <a:t>1</a:t>
              </a:r>
            </a:p>
          </p:txBody>
        </p:sp>
        <p:sp>
          <p:nvSpPr>
            <p:cNvPr id="116759" name="Text Box 23"/>
            <p:cNvSpPr txBox="1">
              <a:spLocks noChangeArrowheads="1"/>
            </p:cNvSpPr>
            <p:nvPr/>
          </p:nvSpPr>
          <p:spPr bwMode="auto">
            <a:xfrm>
              <a:off x="2558" y="1758"/>
              <a:ext cx="25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/>
                <a:t>S</a:t>
              </a:r>
              <a:r>
                <a:rPr lang="en-US" baseline="-25000"/>
                <a:t>2</a:t>
              </a:r>
            </a:p>
          </p:txBody>
        </p:sp>
        <p:sp>
          <p:nvSpPr>
            <p:cNvPr id="116760" name="Line 24"/>
            <p:cNvSpPr>
              <a:spLocks noChangeShapeType="1"/>
            </p:cNvSpPr>
            <p:nvPr/>
          </p:nvSpPr>
          <p:spPr bwMode="auto">
            <a:xfrm flipH="1">
              <a:off x="2488" y="1936"/>
              <a:ext cx="16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116761" name="Line 25"/>
          <p:cNvSpPr>
            <a:spLocks noChangeShapeType="1"/>
          </p:cNvSpPr>
          <p:nvPr/>
        </p:nvSpPr>
        <p:spPr bwMode="auto">
          <a:xfrm>
            <a:off x="4419600" y="3810000"/>
            <a:ext cx="749300" cy="0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16762" name="Line 26"/>
          <p:cNvSpPr>
            <a:spLocks noChangeShapeType="1"/>
          </p:cNvSpPr>
          <p:nvPr/>
        </p:nvSpPr>
        <p:spPr bwMode="auto">
          <a:xfrm>
            <a:off x="4419600" y="3962400"/>
            <a:ext cx="749300" cy="0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16763" name="Line 27"/>
          <p:cNvSpPr>
            <a:spLocks noChangeShapeType="1"/>
          </p:cNvSpPr>
          <p:nvPr/>
        </p:nvSpPr>
        <p:spPr bwMode="auto">
          <a:xfrm>
            <a:off x="4419600" y="4114800"/>
            <a:ext cx="749300" cy="0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16764" name="Line 28"/>
          <p:cNvSpPr>
            <a:spLocks noChangeShapeType="1"/>
          </p:cNvSpPr>
          <p:nvPr/>
        </p:nvSpPr>
        <p:spPr bwMode="auto">
          <a:xfrm>
            <a:off x="4419600" y="4267200"/>
            <a:ext cx="749300" cy="0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16765" name="Line 29"/>
          <p:cNvSpPr>
            <a:spLocks noChangeShapeType="1"/>
          </p:cNvSpPr>
          <p:nvPr/>
        </p:nvSpPr>
        <p:spPr bwMode="auto">
          <a:xfrm>
            <a:off x="4419600" y="4419600"/>
            <a:ext cx="749300" cy="0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16766" name="Line 30"/>
          <p:cNvSpPr>
            <a:spLocks noChangeShapeType="1"/>
          </p:cNvSpPr>
          <p:nvPr/>
        </p:nvSpPr>
        <p:spPr bwMode="auto">
          <a:xfrm>
            <a:off x="4419600" y="4572000"/>
            <a:ext cx="749300" cy="0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16767" name="Line 31"/>
          <p:cNvSpPr>
            <a:spLocks noChangeShapeType="1"/>
          </p:cNvSpPr>
          <p:nvPr/>
        </p:nvSpPr>
        <p:spPr bwMode="auto">
          <a:xfrm>
            <a:off x="4419600" y="4724400"/>
            <a:ext cx="749300" cy="0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16768" name="Text Box 32"/>
          <p:cNvSpPr txBox="1">
            <a:spLocks noChangeArrowheads="1"/>
          </p:cNvSpPr>
          <p:nvPr/>
        </p:nvSpPr>
        <p:spPr bwMode="auto">
          <a:xfrm>
            <a:off x="4886325" y="4962525"/>
            <a:ext cx="3190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25" name="Object 1"/>
          <p:cNvGraphicFramePr>
            <a:graphicFrameLocks noChangeAspect="1"/>
          </p:cNvGraphicFramePr>
          <p:nvPr/>
        </p:nvGraphicFramePr>
        <p:xfrm>
          <a:off x="-1" y="1645920"/>
          <a:ext cx="9206079" cy="2697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43300" imgH="1041400" progId="Equation.3">
                  <p:embed/>
                </p:oleObj>
              </mc:Choice>
              <mc:Fallback>
                <p:oleObj name="Equation" r:id="rId2" imgW="3543300" imgH="1041400" progId="Equation.3">
                  <p:embed/>
                  <p:pic>
                    <p:nvPicPr>
                      <p:cNvPr id="1025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" y="1645920"/>
                        <a:ext cx="9206079" cy="2697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4577" name="Object 1"/>
          <p:cNvGraphicFramePr>
            <a:graphicFrameLocks noChangeAspect="1"/>
          </p:cNvGraphicFramePr>
          <p:nvPr/>
        </p:nvGraphicFramePr>
        <p:xfrm>
          <a:off x="0" y="1584960"/>
          <a:ext cx="9144419" cy="2575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83000" imgH="1041400" progId="Equation.3">
                  <p:embed/>
                </p:oleObj>
              </mc:Choice>
              <mc:Fallback>
                <p:oleObj name="Equation" r:id="rId2" imgW="3683000" imgH="1041400" progId="Equation.3">
                  <p:embed/>
                  <p:pic>
                    <p:nvPicPr>
                      <p:cNvPr id="24577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584960"/>
                        <a:ext cx="9144419" cy="25755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5601" name="Object 1"/>
          <p:cNvGraphicFramePr>
            <a:graphicFrameLocks noChangeAspect="1"/>
          </p:cNvGraphicFramePr>
          <p:nvPr/>
        </p:nvGraphicFramePr>
        <p:xfrm>
          <a:off x="73025" y="1676400"/>
          <a:ext cx="8958263" cy="280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73320" imgH="965160" progId="Equation.3">
                  <p:embed/>
                </p:oleObj>
              </mc:Choice>
              <mc:Fallback>
                <p:oleObj name="Equation" r:id="rId2" imgW="3073320" imgH="965160" progId="Equation.3">
                  <p:embed/>
                  <p:pic>
                    <p:nvPicPr>
                      <p:cNvPr id="25601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25" y="1676400"/>
                        <a:ext cx="8958263" cy="2803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Winter 2008</a:t>
            </a:r>
          </a:p>
        </p:txBody>
      </p:sp>
      <p:sp>
        <p:nvSpPr>
          <p:cNvPr id="2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lecture problems</a:t>
            </a:r>
          </a:p>
        </p:txBody>
      </p:sp>
      <p:sp>
        <p:nvSpPr>
          <p:cNvPr id="115729" name="Arc 17"/>
          <p:cNvSpPr>
            <a:spLocks/>
          </p:cNvSpPr>
          <p:nvPr/>
        </p:nvSpPr>
        <p:spPr bwMode="auto">
          <a:xfrm flipH="1">
            <a:off x="3145184" y="3225800"/>
            <a:ext cx="1625600" cy="21844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43200"/>
              <a:gd name="T2" fmla="*/ 0 w 21600"/>
              <a:gd name="T3" fmla="*/ 43200 h 43200"/>
              <a:gd name="T4" fmla="*/ 0 w 21600"/>
              <a:gd name="T5" fmla="*/ 21600 h 43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2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29"/>
                  <a:pt x="11929" y="43199"/>
                  <a:pt x="0" y="43200"/>
                </a:cubicBezTo>
              </a:path>
              <a:path w="21600" h="432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29"/>
                  <a:pt x="11929" y="43199"/>
                  <a:pt x="0" y="43200"/>
                </a:cubicBezTo>
                <a:lnTo>
                  <a:pt x="0" y="21600"/>
                </a:lnTo>
                <a:close/>
              </a:path>
            </a:pathLst>
          </a:cu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5716" name="Rectangle 4"/>
          <p:cNvSpPr>
            <a:spLocks noChangeArrowheads="1"/>
          </p:cNvSpPr>
          <p:nvPr/>
        </p:nvSpPr>
        <p:spPr bwMode="auto">
          <a:xfrm>
            <a:off x="4330700" y="3663950"/>
            <a:ext cx="88900" cy="1193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5717" name="Rectangle 5"/>
          <p:cNvSpPr>
            <a:spLocks noChangeArrowheads="1"/>
          </p:cNvSpPr>
          <p:nvPr/>
        </p:nvSpPr>
        <p:spPr bwMode="auto">
          <a:xfrm>
            <a:off x="5194300" y="3663950"/>
            <a:ext cx="88900" cy="1193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5718" name="Rectangle 6"/>
          <p:cNvSpPr>
            <a:spLocks noChangeArrowheads="1"/>
          </p:cNvSpPr>
          <p:nvPr/>
        </p:nvSpPr>
        <p:spPr bwMode="auto">
          <a:xfrm rot="16200000">
            <a:off x="5867400" y="3613150"/>
            <a:ext cx="88900" cy="12954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5719" name="Rectangle 7"/>
          <p:cNvSpPr>
            <a:spLocks noChangeArrowheads="1"/>
          </p:cNvSpPr>
          <p:nvPr/>
        </p:nvSpPr>
        <p:spPr bwMode="auto">
          <a:xfrm rot="16200000">
            <a:off x="3587750" y="3530600"/>
            <a:ext cx="88900" cy="14605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5720" name="Oval 8"/>
          <p:cNvSpPr>
            <a:spLocks noChangeArrowheads="1"/>
          </p:cNvSpPr>
          <p:nvPr/>
        </p:nvSpPr>
        <p:spPr bwMode="auto">
          <a:xfrm>
            <a:off x="3187700" y="3206750"/>
            <a:ext cx="88900" cy="88900"/>
          </a:xfrm>
          <a:prstGeom prst="ellipse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5721" name="Text Box 9"/>
          <p:cNvSpPr txBox="1">
            <a:spLocks noChangeArrowheads="1"/>
          </p:cNvSpPr>
          <p:nvPr/>
        </p:nvSpPr>
        <p:spPr bwMode="auto">
          <a:xfrm>
            <a:off x="3121025" y="2892425"/>
            <a:ext cx="3968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P</a:t>
            </a:r>
            <a:r>
              <a:rPr lang="en-US" baseline="-25000"/>
              <a:t>1</a:t>
            </a:r>
          </a:p>
        </p:txBody>
      </p:sp>
      <p:sp>
        <p:nvSpPr>
          <p:cNvPr id="115722" name="Oval 10"/>
          <p:cNvSpPr>
            <a:spLocks noChangeArrowheads="1"/>
          </p:cNvSpPr>
          <p:nvPr/>
        </p:nvSpPr>
        <p:spPr bwMode="auto">
          <a:xfrm>
            <a:off x="4699000" y="3206750"/>
            <a:ext cx="88900" cy="88900"/>
          </a:xfrm>
          <a:prstGeom prst="ellipse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5723" name="Text Box 11"/>
          <p:cNvSpPr txBox="1">
            <a:spLocks noChangeArrowheads="1"/>
          </p:cNvSpPr>
          <p:nvPr/>
        </p:nvSpPr>
        <p:spPr bwMode="auto">
          <a:xfrm>
            <a:off x="4810125" y="3082925"/>
            <a:ext cx="3968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P</a:t>
            </a:r>
            <a:r>
              <a:rPr lang="en-US" baseline="-25000"/>
              <a:t>2</a:t>
            </a:r>
          </a:p>
        </p:txBody>
      </p:sp>
      <p:sp>
        <p:nvSpPr>
          <p:cNvPr id="115724" name="Text Box 12"/>
          <p:cNvSpPr txBox="1">
            <a:spLocks noChangeArrowheads="1"/>
          </p:cNvSpPr>
          <p:nvPr/>
        </p:nvSpPr>
        <p:spPr bwMode="auto">
          <a:xfrm>
            <a:off x="3387725" y="4532313"/>
            <a:ext cx="2524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pitchFamily="18" charset="0"/>
              </a:rPr>
              <a:t>I</a:t>
            </a:r>
          </a:p>
        </p:txBody>
      </p:sp>
      <p:sp>
        <p:nvSpPr>
          <p:cNvPr id="115725" name="Line 13"/>
          <p:cNvSpPr>
            <a:spLocks noChangeShapeType="1"/>
          </p:cNvSpPr>
          <p:nvPr/>
        </p:nvSpPr>
        <p:spPr bwMode="auto">
          <a:xfrm>
            <a:off x="3289300" y="4495800"/>
            <a:ext cx="3937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15726" name="Oval 14"/>
          <p:cNvSpPr>
            <a:spLocks noChangeArrowheads="1"/>
          </p:cNvSpPr>
          <p:nvPr/>
        </p:nvSpPr>
        <p:spPr bwMode="auto">
          <a:xfrm flipH="1">
            <a:off x="4641850" y="3238500"/>
            <a:ext cx="203200" cy="21844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5727" name="Freeform 15"/>
          <p:cNvSpPr>
            <a:spLocks/>
          </p:cNvSpPr>
          <p:nvPr/>
        </p:nvSpPr>
        <p:spPr bwMode="auto">
          <a:xfrm>
            <a:off x="3937000" y="4400550"/>
            <a:ext cx="303213" cy="209550"/>
          </a:xfrm>
          <a:custGeom>
            <a:avLst/>
            <a:gdLst/>
            <a:ahLst/>
            <a:cxnLst>
              <a:cxn ang="0">
                <a:pos x="0" y="12"/>
              </a:cxn>
              <a:cxn ang="0">
                <a:pos x="160" y="20"/>
              </a:cxn>
              <a:cxn ang="0">
                <a:pos x="184" y="132"/>
              </a:cxn>
            </a:cxnLst>
            <a:rect l="0" t="0" r="r" b="b"/>
            <a:pathLst>
              <a:path w="191" h="132">
                <a:moveTo>
                  <a:pt x="0" y="12"/>
                </a:moveTo>
                <a:cubicBezTo>
                  <a:pt x="64" y="6"/>
                  <a:pt x="129" y="0"/>
                  <a:pt x="160" y="20"/>
                </a:cubicBezTo>
                <a:cubicBezTo>
                  <a:pt x="191" y="40"/>
                  <a:pt x="175" y="112"/>
                  <a:pt x="184" y="1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15728" name="Freeform 16"/>
          <p:cNvSpPr>
            <a:spLocks/>
          </p:cNvSpPr>
          <p:nvPr/>
        </p:nvSpPr>
        <p:spPr bwMode="auto">
          <a:xfrm flipV="1">
            <a:off x="3949700" y="3930650"/>
            <a:ext cx="303213" cy="209550"/>
          </a:xfrm>
          <a:custGeom>
            <a:avLst/>
            <a:gdLst/>
            <a:ahLst/>
            <a:cxnLst>
              <a:cxn ang="0">
                <a:pos x="0" y="12"/>
              </a:cxn>
              <a:cxn ang="0">
                <a:pos x="160" y="20"/>
              </a:cxn>
              <a:cxn ang="0">
                <a:pos x="184" y="132"/>
              </a:cxn>
            </a:cxnLst>
            <a:rect l="0" t="0" r="r" b="b"/>
            <a:pathLst>
              <a:path w="191" h="132">
                <a:moveTo>
                  <a:pt x="0" y="12"/>
                </a:moveTo>
                <a:cubicBezTo>
                  <a:pt x="64" y="6"/>
                  <a:pt x="129" y="0"/>
                  <a:pt x="160" y="20"/>
                </a:cubicBezTo>
                <a:cubicBezTo>
                  <a:pt x="191" y="40"/>
                  <a:pt x="175" y="112"/>
                  <a:pt x="184" y="1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15730" name="Rectangle 18"/>
          <p:cNvSpPr>
            <a:spLocks noChangeArrowheads="1"/>
          </p:cNvSpPr>
          <p:nvPr/>
        </p:nvSpPr>
        <p:spPr bwMode="auto">
          <a:xfrm rot="16200000">
            <a:off x="2863850" y="3962400"/>
            <a:ext cx="88900" cy="5969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5731" name="Freeform 19"/>
          <p:cNvSpPr>
            <a:spLocks/>
          </p:cNvSpPr>
          <p:nvPr/>
        </p:nvSpPr>
        <p:spPr bwMode="auto">
          <a:xfrm flipH="1">
            <a:off x="3706743" y="4998001"/>
            <a:ext cx="822325" cy="317500"/>
          </a:xfrm>
          <a:custGeom>
            <a:avLst/>
            <a:gdLst/>
            <a:ahLst/>
            <a:cxnLst>
              <a:cxn ang="0">
                <a:pos x="21" y="180"/>
              </a:cxn>
              <a:cxn ang="0">
                <a:pos x="301" y="92"/>
              </a:cxn>
              <a:cxn ang="0">
                <a:pos x="493" y="4"/>
              </a:cxn>
              <a:cxn ang="0">
                <a:pos x="453" y="68"/>
              </a:cxn>
              <a:cxn ang="0">
                <a:pos x="173" y="180"/>
              </a:cxn>
              <a:cxn ang="0">
                <a:pos x="21" y="180"/>
              </a:cxn>
            </a:cxnLst>
            <a:rect l="0" t="0" r="r" b="b"/>
            <a:pathLst>
              <a:path w="518" h="200">
                <a:moveTo>
                  <a:pt x="21" y="180"/>
                </a:moveTo>
                <a:cubicBezTo>
                  <a:pt x="42" y="165"/>
                  <a:pt x="222" y="121"/>
                  <a:pt x="301" y="92"/>
                </a:cubicBezTo>
                <a:cubicBezTo>
                  <a:pt x="380" y="63"/>
                  <a:pt x="468" y="8"/>
                  <a:pt x="493" y="4"/>
                </a:cubicBezTo>
                <a:cubicBezTo>
                  <a:pt x="518" y="0"/>
                  <a:pt x="506" y="39"/>
                  <a:pt x="453" y="68"/>
                </a:cubicBezTo>
                <a:cubicBezTo>
                  <a:pt x="400" y="97"/>
                  <a:pt x="244" y="160"/>
                  <a:pt x="173" y="180"/>
                </a:cubicBezTo>
                <a:cubicBezTo>
                  <a:pt x="102" y="200"/>
                  <a:pt x="0" y="195"/>
                  <a:pt x="21" y="180"/>
                </a:cubicBezTo>
                <a:close/>
              </a:path>
            </a:pathLst>
          </a:custGeom>
          <a:solidFill>
            <a:schemeClr val="bg1"/>
          </a:solidFill>
          <a:ln w="9525" cap="flat" cmpd="sng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15732" name="Line 20"/>
          <p:cNvSpPr>
            <a:spLocks noChangeShapeType="1"/>
          </p:cNvSpPr>
          <p:nvPr/>
        </p:nvSpPr>
        <p:spPr bwMode="auto">
          <a:xfrm flipV="1">
            <a:off x="3803374" y="3082924"/>
            <a:ext cx="396598" cy="58102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15736" name="Text Box 24"/>
          <p:cNvSpPr txBox="1">
            <a:spLocks noChangeArrowheads="1"/>
          </p:cNvSpPr>
          <p:nvPr/>
        </p:nvSpPr>
        <p:spPr bwMode="auto">
          <a:xfrm>
            <a:off x="4060825" y="2790825"/>
            <a:ext cx="46824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S</a:t>
            </a:r>
            <a:r>
              <a:rPr lang="en-US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8998810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Winter 2008</a:t>
            </a:r>
          </a:p>
        </p:txBody>
      </p:sp>
      <p:sp>
        <p:nvSpPr>
          <p:cNvPr id="2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Displacement Current</a:t>
            </a:r>
          </a:p>
        </p:txBody>
      </p:sp>
      <p:sp>
        <p:nvSpPr>
          <p:cNvPr id="115716" name="Rectangle 4"/>
          <p:cNvSpPr>
            <a:spLocks noChangeArrowheads="1"/>
          </p:cNvSpPr>
          <p:nvPr/>
        </p:nvSpPr>
        <p:spPr bwMode="auto">
          <a:xfrm>
            <a:off x="4330700" y="3663950"/>
            <a:ext cx="88900" cy="1193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5717" name="Rectangle 5"/>
          <p:cNvSpPr>
            <a:spLocks noChangeArrowheads="1"/>
          </p:cNvSpPr>
          <p:nvPr/>
        </p:nvSpPr>
        <p:spPr bwMode="auto">
          <a:xfrm>
            <a:off x="5194300" y="3663950"/>
            <a:ext cx="88900" cy="1193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5718" name="Rectangle 6"/>
          <p:cNvSpPr>
            <a:spLocks noChangeArrowheads="1"/>
          </p:cNvSpPr>
          <p:nvPr/>
        </p:nvSpPr>
        <p:spPr bwMode="auto">
          <a:xfrm rot="16200000">
            <a:off x="5867400" y="3613150"/>
            <a:ext cx="88900" cy="12954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5719" name="Rectangle 7"/>
          <p:cNvSpPr>
            <a:spLocks noChangeArrowheads="1"/>
          </p:cNvSpPr>
          <p:nvPr/>
        </p:nvSpPr>
        <p:spPr bwMode="auto">
          <a:xfrm rot="16200000">
            <a:off x="3587750" y="3530600"/>
            <a:ext cx="88900" cy="14605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5720" name="Oval 8"/>
          <p:cNvSpPr>
            <a:spLocks noChangeArrowheads="1"/>
          </p:cNvSpPr>
          <p:nvPr/>
        </p:nvSpPr>
        <p:spPr bwMode="auto">
          <a:xfrm>
            <a:off x="3187700" y="3206750"/>
            <a:ext cx="88900" cy="88900"/>
          </a:xfrm>
          <a:prstGeom prst="ellipse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5721" name="Text Box 9"/>
          <p:cNvSpPr txBox="1">
            <a:spLocks noChangeArrowheads="1"/>
          </p:cNvSpPr>
          <p:nvPr/>
        </p:nvSpPr>
        <p:spPr bwMode="auto">
          <a:xfrm>
            <a:off x="3121025" y="2892425"/>
            <a:ext cx="3968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P</a:t>
            </a:r>
            <a:r>
              <a:rPr lang="en-US" baseline="-25000"/>
              <a:t>1</a:t>
            </a:r>
          </a:p>
        </p:txBody>
      </p:sp>
      <p:sp>
        <p:nvSpPr>
          <p:cNvPr id="115722" name="Oval 10"/>
          <p:cNvSpPr>
            <a:spLocks noChangeArrowheads="1"/>
          </p:cNvSpPr>
          <p:nvPr/>
        </p:nvSpPr>
        <p:spPr bwMode="auto">
          <a:xfrm>
            <a:off x="4699000" y="3206750"/>
            <a:ext cx="88900" cy="88900"/>
          </a:xfrm>
          <a:prstGeom prst="ellipse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5723" name="Text Box 11"/>
          <p:cNvSpPr txBox="1">
            <a:spLocks noChangeArrowheads="1"/>
          </p:cNvSpPr>
          <p:nvPr/>
        </p:nvSpPr>
        <p:spPr bwMode="auto">
          <a:xfrm>
            <a:off x="4810125" y="3082925"/>
            <a:ext cx="3968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P</a:t>
            </a:r>
            <a:r>
              <a:rPr lang="en-US" baseline="-25000"/>
              <a:t>2</a:t>
            </a:r>
          </a:p>
        </p:txBody>
      </p:sp>
      <p:sp>
        <p:nvSpPr>
          <p:cNvPr id="115724" name="Text Box 12"/>
          <p:cNvSpPr txBox="1">
            <a:spLocks noChangeArrowheads="1"/>
          </p:cNvSpPr>
          <p:nvPr/>
        </p:nvSpPr>
        <p:spPr bwMode="auto">
          <a:xfrm>
            <a:off x="3387725" y="4532313"/>
            <a:ext cx="2524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pitchFamily="18" charset="0"/>
              </a:rPr>
              <a:t>I</a:t>
            </a:r>
          </a:p>
        </p:txBody>
      </p:sp>
      <p:sp>
        <p:nvSpPr>
          <p:cNvPr id="115725" name="Line 13"/>
          <p:cNvSpPr>
            <a:spLocks noChangeShapeType="1"/>
          </p:cNvSpPr>
          <p:nvPr/>
        </p:nvSpPr>
        <p:spPr bwMode="auto">
          <a:xfrm>
            <a:off x="3289300" y="4495800"/>
            <a:ext cx="3937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15726" name="Oval 14"/>
          <p:cNvSpPr>
            <a:spLocks noChangeArrowheads="1"/>
          </p:cNvSpPr>
          <p:nvPr/>
        </p:nvSpPr>
        <p:spPr bwMode="auto">
          <a:xfrm flipH="1">
            <a:off x="3130550" y="3238500"/>
            <a:ext cx="203200" cy="21844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5727" name="Freeform 15"/>
          <p:cNvSpPr>
            <a:spLocks/>
          </p:cNvSpPr>
          <p:nvPr/>
        </p:nvSpPr>
        <p:spPr bwMode="auto">
          <a:xfrm>
            <a:off x="3937000" y="4400550"/>
            <a:ext cx="303213" cy="209550"/>
          </a:xfrm>
          <a:custGeom>
            <a:avLst/>
            <a:gdLst/>
            <a:ahLst/>
            <a:cxnLst>
              <a:cxn ang="0">
                <a:pos x="0" y="12"/>
              </a:cxn>
              <a:cxn ang="0">
                <a:pos x="160" y="20"/>
              </a:cxn>
              <a:cxn ang="0">
                <a:pos x="184" y="132"/>
              </a:cxn>
            </a:cxnLst>
            <a:rect l="0" t="0" r="r" b="b"/>
            <a:pathLst>
              <a:path w="191" h="132">
                <a:moveTo>
                  <a:pt x="0" y="12"/>
                </a:moveTo>
                <a:cubicBezTo>
                  <a:pt x="64" y="6"/>
                  <a:pt x="129" y="0"/>
                  <a:pt x="160" y="20"/>
                </a:cubicBezTo>
                <a:cubicBezTo>
                  <a:pt x="191" y="40"/>
                  <a:pt x="175" y="112"/>
                  <a:pt x="184" y="1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15728" name="Freeform 16"/>
          <p:cNvSpPr>
            <a:spLocks/>
          </p:cNvSpPr>
          <p:nvPr/>
        </p:nvSpPr>
        <p:spPr bwMode="auto">
          <a:xfrm flipV="1">
            <a:off x="3949700" y="3930650"/>
            <a:ext cx="303213" cy="209550"/>
          </a:xfrm>
          <a:custGeom>
            <a:avLst/>
            <a:gdLst/>
            <a:ahLst/>
            <a:cxnLst>
              <a:cxn ang="0">
                <a:pos x="0" y="12"/>
              </a:cxn>
              <a:cxn ang="0">
                <a:pos x="160" y="20"/>
              </a:cxn>
              <a:cxn ang="0">
                <a:pos x="184" y="132"/>
              </a:cxn>
            </a:cxnLst>
            <a:rect l="0" t="0" r="r" b="b"/>
            <a:pathLst>
              <a:path w="191" h="132">
                <a:moveTo>
                  <a:pt x="0" y="12"/>
                </a:moveTo>
                <a:cubicBezTo>
                  <a:pt x="64" y="6"/>
                  <a:pt x="129" y="0"/>
                  <a:pt x="160" y="20"/>
                </a:cubicBezTo>
                <a:cubicBezTo>
                  <a:pt x="191" y="40"/>
                  <a:pt x="175" y="112"/>
                  <a:pt x="184" y="1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15730" name="Rectangle 18"/>
          <p:cNvSpPr>
            <a:spLocks noChangeArrowheads="1"/>
          </p:cNvSpPr>
          <p:nvPr/>
        </p:nvSpPr>
        <p:spPr bwMode="auto">
          <a:xfrm rot="16200000">
            <a:off x="2863850" y="3962400"/>
            <a:ext cx="88900" cy="5969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5731" name="Freeform 19"/>
          <p:cNvSpPr>
            <a:spLocks/>
          </p:cNvSpPr>
          <p:nvPr/>
        </p:nvSpPr>
        <p:spPr bwMode="auto">
          <a:xfrm flipH="1">
            <a:off x="3706743" y="4998001"/>
            <a:ext cx="822325" cy="317500"/>
          </a:xfrm>
          <a:custGeom>
            <a:avLst/>
            <a:gdLst/>
            <a:ahLst/>
            <a:cxnLst>
              <a:cxn ang="0">
                <a:pos x="21" y="180"/>
              </a:cxn>
              <a:cxn ang="0">
                <a:pos x="301" y="92"/>
              </a:cxn>
              <a:cxn ang="0">
                <a:pos x="493" y="4"/>
              </a:cxn>
              <a:cxn ang="0">
                <a:pos x="453" y="68"/>
              </a:cxn>
              <a:cxn ang="0">
                <a:pos x="173" y="180"/>
              </a:cxn>
              <a:cxn ang="0">
                <a:pos x="21" y="180"/>
              </a:cxn>
            </a:cxnLst>
            <a:rect l="0" t="0" r="r" b="b"/>
            <a:pathLst>
              <a:path w="518" h="200">
                <a:moveTo>
                  <a:pt x="21" y="180"/>
                </a:moveTo>
                <a:cubicBezTo>
                  <a:pt x="42" y="165"/>
                  <a:pt x="222" y="121"/>
                  <a:pt x="301" y="92"/>
                </a:cubicBezTo>
                <a:cubicBezTo>
                  <a:pt x="380" y="63"/>
                  <a:pt x="468" y="8"/>
                  <a:pt x="493" y="4"/>
                </a:cubicBezTo>
                <a:cubicBezTo>
                  <a:pt x="518" y="0"/>
                  <a:pt x="506" y="39"/>
                  <a:pt x="453" y="68"/>
                </a:cubicBezTo>
                <a:cubicBezTo>
                  <a:pt x="400" y="97"/>
                  <a:pt x="244" y="160"/>
                  <a:pt x="173" y="180"/>
                </a:cubicBezTo>
                <a:cubicBezTo>
                  <a:pt x="102" y="200"/>
                  <a:pt x="0" y="195"/>
                  <a:pt x="21" y="180"/>
                </a:cubicBezTo>
                <a:close/>
              </a:path>
            </a:pathLst>
          </a:custGeom>
          <a:solidFill>
            <a:schemeClr val="bg1"/>
          </a:solidFill>
          <a:ln w="9525" cap="flat" cmpd="sng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15732" name="Line 20"/>
          <p:cNvSpPr>
            <a:spLocks noChangeShapeType="1"/>
          </p:cNvSpPr>
          <p:nvPr/>
        </p:nvSpPr>
        <p:spPr bwMode="auto">
          <a:xfrm flipV="1">
            <a:off x="3243540" y="3368881"/>
            <a:ext cx="396598" cy="58102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15736" name="Text Box 24"/>
          <p:cNvSpPr txBox="1">
            <a:spLocks noChangeArrowheads="1"/>
          </p:cNvSpPr>
          <p:nvPr/>
        </p:nvSpPr>
        <p:spPr bwMode="auto">
          <a:xfrm>
            <a:off x="3702878" y="3044309"/>
            <a:ext cx="46824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S</a:t>
            </a:r>
            <a:r>
              <a:rPr lang="en-US" baseline="-250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923187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Winter 2008</a:t>
            </a:r>
          </a:p>
        </p:txBody>
      </p:sp>
      <p:sp>
        <p:nvSpPr>
          <p:cNvPr id="2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Displacement Current</a:t>
            </a:r>
          </a:p>
        </p:txBody>
      </p:sp>
      <p:sp>
        <p:nvSpPr>
          <p:cNvPr id="115716" name="Rectangle 4"/>
          <p:cNvSpPr>
            <a:spLocks noChangeArrowheads="1"/>
          </p:cNvSpPr>
          <p:nvPr/>
        </p:nvSpPr>
        <p:spPr bwMode="auto">
          <a:xfrm>
            <a:off x="4330700" y="3663950"/>
            <a:ext cx="88900" cy="1193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5717" name="Rectangle 5"/>
          <p:cNvSpPr>
            <a:spLocks noChangeArrowheads="1"/>
          </p:cNvSpPr>
          <p:nvPr/>
        </p:nvSpPr>
        <p:spPr bwMode="auto">
          <a:xfrm>
            <a:off x="5194300" y="3663950"/>
            <a:ext cx="88900" cy="1193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5718" name="Rectangle 6"/>
          <p:cNvSpPr>
            <a:spLocks noChangeArrowheads="1"/>
          </p:cNvSpPr>
          <p:nvPr/>
        </p:nvSpPr>
        <p:spPr bwMode="auto">
          <a:xfrm rot="16200000">
            <a:off x="5867400" y="3613150"/>
            <a:ext cx="88900" cy="12954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5719" name="Rectangle 7"/>
          <p:cNvSpPr>
            <a:spLocks noChangeArrowheads="1"/>
          </p:cNvSpPr>
          <p:nvPr/>
        </p:nvSpPr>
        <p:spPr bwMode="auto">
          <a:xfrm rot="16200000">
            <a:off x="3587750" y="3530600"/>
            <a:ext cx="88900" cy="14605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5720" name="Oval 8"/>
          <p:cNvSpPr>
            <a:spLocks noChangeArrowheads="1"/>
          </p:cNvSpPr>
          <p:nvPr/>
        </p:nvSpPr>
        <p:spPr bwMode="auto">
          <a:xfrm>
            <a:off x="3187700" y="3206750"/>
            <a:ext cx="88900" cy="88900"/>
          </a:xfrm>
          <a:prstGeom prst="ellipse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5721" name="Text Box 9"/>
          <p:cNvSpPr txBox="1">
            <a:spLocks noChangeArrowheads="1"/>
          </p:cNvSpPr>
          <p:nvPr/>
        </p:nvSpPr>
        <p:spPr bwMode="auto">
          <a:xfrm>
            <a:off x="3121025" y="2892425"/>
            <a:ext cx="3968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1</a:t>
            </a:r>
          </a:p>
        </p:txBody>
      </p:sp>
      <p:sp>
        <p:nvSpPr>
          <p:cNvPr id="115722" name="Oval 10"/>
          <p:cNvSpPr>
            <a:spLocks noChangeArrowheads="1"/>
          </p:cNvSpPr>
          <p:nvPr/>
        </p:nvSpPr>
        <p:spPr bwMode="auto">
          <a:xfrm>
            <a:off x="4699000" y="3206750"/>
            <a:ext cx="88900" cy="88900"/>
          </a:xfrm>
          <a:prstGeom prst="ellipse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5723" name="Text Box 11"/>
          <p:cNvSpPr txBox="1">
            <a:spLocks noChangeArrowheads="1"/>
          </p:cNvSpPr>
          <p:nvPr/>
        </p:nvSpPr>
        <p:spPr bwMode="auto">
          <a:xfrm>
            <a:off x="4810125" y="3082925"/>
            <a:ext cx="3968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P</a:t>
            </a:r>
            <a:r>
              <a:rPr lang="en-US" baseline="-25000"/>
              <a:t>2</a:t>
            </a:r>
          </a:p>
        </p:txBody>
      </p:sp>
      <p:sp>
        <p:nvSpPr>
          <p:cNvPr id="115724" name="Text Box 12"/>
          <p:cNvSpPr txBox="1">
            <a:spLocks noChangeArrowheads="1"/>
          </p:cNvSpPr>
          <p:nvPr/>
        </p:nvSpPr>
        <p:spPr bwMode="auto">
          <a:xfrm>
            <a:off x="3387725" y="4532313"/>
            <a:ext cx="2524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pitchFamily="18" charset="0"/>
              </a:rPr>
              <a:t>I</a:t>
            </a:r>
          </a:p>
        </p:txBody>
      </p:sp>
      <p:sp>
        <p:nvSpPr>
          <p:cNvPr id="115725" name="Line 13"/>
          <p:cNvSpPr>
            <a:spLocks noChangeShapeType="1"/>
          </p:cNvSpPr>
          <p:nvPr/>
        </p:nvSpPr>
        <p:spPr bwMode="auto">
          <a:xfrm>
            <a:off x="3289300" y="4495800"/>
            <a:ext cx="3937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15726" name="Oval 14"/>
          <p:cNvSpPr>
            <a:spLocks noChangeArrowheads="1"/>
          </p:cNvSpPr>
          <p:nvPr/>
        </p:nvSpPr>
        <p:spPr bwMode="auto">
          <a:xfrm flipH="1">
            <a:off x="4654530" y="3238500"/>
            <a:ext cx="203200" cy="21844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5727" name="Freeform 15"/>
          <p:cNvSpPr>
            <a:spLocks/>
          </p:cNvSpPr>
          <p:nvPr/>
        </p:nvSpPr>
        <p:spPr bwMode="auto">
          <a:xfrm>
            <a:off x="3937000" y="4400550"/>
            <a:ext cx="303213" cy="209550"/>
          </a:xfrm>
          <a:custGeom>
            <a:avLst/>
            <a:gdLst/>
            <a:ahLst/>
            <a:cxnLst>
              <a:cxn ang="0">
                <a:pos x="0" y="12"/>
              </a:cxn>
              <a:cxn ang="0">
                <a:pos x="160" y="20"/>
              </a:cxn>
              <a:cxn ang="0">
                <a:pos x="184" y="132"/>
              </a:cxn>
            </a:cxnLst>
            <a:rect l="0" t="0" r="r" b="b"/>
            <a:pathLst>
              <a:path w="191" h="132">
                <a:moveTo>
                  <a:pt x="0" y="12"/>
                </a:moveTo>
                <a:cubicBezTo>
                  <a:pt x="64" y="6"/>
                  <a:pt x="129" y="0"/>
                  <a:pt x="160" y="20"/>
                </a:cubicBezTo>
                <a:cubicBezTo>
                  <a:pt x="191" y="40"/>
                  <a:pt x="175" y="112"/>
                  <a:pt x="184" y="1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15728" name="Freeform 16"/>
          <p:cNvSpPr>
            <a:spLocks/>
          </p:cNvSpPr>
          <p:nvPr/>
        </p:nvSpPr>
        <p:spPr bwMode="auto">
          <a:xfrm flipV="1">
            <a:off x="3949700" y="3930650"/>
            <a:ext cx="303213" cy="209550"/>
          </a:xfrm>
          <a:custGeom>
            <a:avLst/>
            <a:gdLst/>
            <a:ahLst/>
            <a:cxnLst>
              <a:cxn ang="0">
                <a:pos x="0" y="12"/>
              </a:cxn>
              <a:cxn ang="0">
                <a:pos x="160" y="20"/>
              </a:cxn>
              <a:cxn ang="0">
                <a:pos x="184" y="132"/>
              </a:cxn>
            </a:cxnLst>
            <a:rect l="0" t="0" r="r" b="b"/>
            <a:pathLst>
              <a:path w="191" h="132">
                <a:moveTo>
                  <a:pt x="0" y="12"/>
                </a:moveTo>
                <a:cubicBezTo>
                  <a:pt x="64" y="6"/>
                  <a:pt x="129" y="0"/>
                  <a:pt x="160" y="20"/>
                </a:cubicBezTo>
                <a:cubicBezTo>
                  <a:pt x="191" y="40"/>
                  <a:pt x="175" y="112"/>
                  <a:pt x="184" y="1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15730" name="Rectangle 18"/>
          <p:cNvSpPr>
            <a:spLocks noChangeArrowheads="1"/>
          </p:cNvSpPr>
          <p:nvPr/>
        </p:nvSpPr>
        <p:spPr bwMode="auto">
          <a:xfrm rot="16200000">
            <a:off x="2863850" y="3962400"/>
            <a:ext cx="88900" cy="5969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5731" name="Freeform 19"/>
          <p:cNvSpPr>
            <a:spLocks/>
          </p:cNvSpPr>
          <p:nvPr/>
        </p:nvSpPr>
        <p:spPr bwMode="auto">
          <a:xfrm flipH="1">
            <a:off x="3706743" y="4998001"/>
            <a:ext cx="822325" cy="317500"/>
          </a:xfrm>
          <a:custGeom>
            <a:avLst/>
            <a:gdLst/>
            <a:ahLst/>
            <a:cxnLst>
              <a:cxn ang="0">
                <a:pos x="21" y="180"/>
              </a:cxn>
              <a:cxn ang="0">
                <a:pos x="301" y="92"/>
              </a:cxn>
              <a:cxn ang="0">
                <a:pos x="493" y="4"/>
              </a:cxn>
              <a:cxn ang="0">
                <a:pos x="453" y="68"/>
              </a:cxn>
              <a:cxn ang="0">
                <a:pos x="173" y="180"/>
              </a:cxn>
              <a:cxn ang="0">
                <a:pos x="21" y="180"/>
              </a:cxn>
            </a:cxnLst>
            <a:rect l="0" t="0" r="r" b="b"/>
            <a:pathLst>
              <a:path w="518" h="200">
                <a:moveTo>
                  <a:pt x="21" y="180"/>
                </a:moveTo>
                <a:cubicBezTo>
                  <a:pt x="42" y="165"/>
                  <a:pt x="222" y="121"/>
                  <a:pt x="301" y="92"/>
                </a:cubicBezTo>
                <a:cubicBezTo>
                  <a:pt x="380" y="63"/>
                  <a:pt x="468" y="8"/>
                  <a:pt x="493" y="4"/>
                </a:cubicBezTo>
                <a:cubicBezTo>
                  <a:pt x="518" y="0"/>
                  <a:pt x="506" y="39"/>
                  <a:pt x="453" y="68"/>
                </a:cubicBezTo>
                <a:cubicBezTo>
                  <a:pt x="400" y="97"/>
                  <a:pt x="244" y="160"/>
                  <a:pt x="173" y="180"/>
                </a:cubicBezTo>
                <a:cubicBezTo>
                  <a:pt x="102" y="200"/>
                  <a:pt x="0" y="195"/>
                  <a:pt x="21" y="180"/>
                </a:cubicBezTo>
                <a:close/>
              </a:path>
            </a:pathLst>
          </a:custGeom>
          <a:solidFill>
            <a:schemeClr val="bg1"/>
          </a:solidFill>
          <a:ln w="9525" cap="flat" cmpd="sng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15732" name="Line 20"/>
          <p:cNvSpPr>
            <a:spLocks noChangeShapeType="1"/>
          </p:cNvSpPr>
          <p:nvPr/>
        </p:nvSpPr>
        <p:spPr bwMode="auto">
          <a:xfrm flipH="1" flipV="1">
            <a:off x="4088606" y="3295649"/>
            <a:ext cx="610394" cy="368299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15736" name="Text Box 24"/>
          <p:cNvSpPr txBox="1">
            <a:spLocks noChangeArrowheads="1"/>
          </p:cNvSpPr>
          <p:nvPr/>
        </p:nvSpPr>
        <p:spPr bwMode="auto">
          <a:xfrm>
            <a:off x="3702878" y="3044309"/>
            <a:ext cx="46824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S</a:t>
            </a:r>
            <a:r>
              <a:rPr lang="en-US" baseline="-250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776073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Winter 2008</a:t>
            </a:r>
          </a:p>
        </p:txBody>
      </p:sp>
      <p:sp>
        <p:nvSpPr>
          <p:cNvPr id="2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Displacement Current</a:t>
            </a:r>
          </a:p>
        </p:txBody>
      </p:sp>
      <p:sp>
        <p:nvSpPr>
          <p:cNvPr id="115729" name="Arc 17"/>
          <p:cNvSpPr>
            <a:spLocks/>
          </p:cNvSpPr>
          <p:nvPr/>
        </p:nvSpPr>
        <p:spPr bwMode="auto">
          <a:xfrm flipH="1">
            <a:off x="3145184" y="3225800"/>
            <a:ext cx="1625600" cy="21844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43200"/>
              <a:gd name="T2" fmla="*/ 0 w 21600"/>
              <a:gd name="T3" fmla="*/ 43200 h 43200"/>
              <a:gd name="T4" fmla="*/ 0 w 21600"/>
              <a:gd name="T5" fmla="*/ 21600 h 43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32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29"/>
                  <a:pt x="11929" y="43199"/>
                  <a:pt x="0" y="43200"/>
                </a:cubicBezTo>
              </a:path>
              <a:path w="21600" h="432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29"/>
                  <a:pt x="11929" y="43199"/>
                  <a:pt x="0" y="43200"/>
                </a:cubicBezTo>
                <a:lnTo>
                  <a:pt x="0" y="21600"/>
                </a:lnTo>
                <a:close/>
              </a:path>
            </a:pathLst>
          </a:cu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5716" name="Rectangle 4"/>
          <p:cNvSpPr>
            <a:spLocks noChangeArrowheads="1"/>
          </p:cNvSpPr>
          <p:nvPr/>
        </p:nvSpPr>
        <p:spPr bwMode="auto">
          <a:xfrm>
            <a:off x="4330700" y="3663950"/>
            <a:ext cx="88900" cy="1193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5717" name="Rectangle 5"/>
          <p:cNvSpPr>
            <a:spLocks noChangeArrowheads="1"/>
          </p:cNvSpPr>
          <p:nvPr/>
        </p:nvSpPr>
        <p:spPr bwMode="auto">
          <a:xfrm>
            <a:off x="5194300" y="3663950"/>
            <a:ext cx="88900" cy="1193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5718" name="Rectangle 6"/>
          <p:cNvSpPr>
            <a:spLocks noChangeArrowheads="1"/>
          </p:cNvSpPr>
          <p:nvPr/>
        </p:nvSpPr>
        <p:spPr bwMode="auto">
          <a:xfrm rot="16200000">
            <a:off x="5867400" y="3613150"/>
            <a:ext cx="88900" cy="12954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5719" name="Rectangle 7"/>
          <p:cNvSpPr>
            <a:spLocks noChangeArrowheads="1"/>
          </p:cNvSpPr>
          <p:nvPr/>
        </p:nvSpPr>
        <p:spPr bwMode="auto">
          <a:xfrm rot="16200000">
            <a:off x="3587750" y="3530600"/>
            <a:ext cx="88900" cy="14605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5720" name="Oval 8"/>
          <p:cNvSpPr>
            <a:spLocks noChangeArrowheads="1"/>
          </p:cNvSpPr>
          <p:nvPr/>
        </p:nvSpPr>
        <p:spPr bwMode="auto">
          <a:xfrm>
            <a:off x="3187700" y="3206750"/>
            <a:ext cx="88900" cy="88900"/>
          </a:xfrm>
          <a:prstGeom prst="ellipse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5721" name="Text Box 9"/>
          <p:cNvSpPr txBox="1">
            <a:spLocks noChangeArrowheads="1"/>
          </p:cNvSpPr>
          <p:nvPr/>
        </p:nvSpPr>
        <p:spPr bwMode="auto">
          <a:xfrm>
            <a:off x="3121025" y="2892425"/>
            <a:ext cx="3968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P</a:t>
            </a:r>
            <a:r>
              <a:rPr lang="en-US" baseline="-25000"/>
              <a:t>1</a:t>
            </a:r>
          </a:p>
        </p:txBody>
      </p:sp>
      <p:sp>
        <p:nvSpPr>
          <p:cNvPr id="115722" name="Oval 10"/>
          <p:cNvSpPr>
            <a:spLocks noChangeArrowheads="1"/>
          </p:cNvSpPr>
          <p:nvPr/>
        </p:nvSpPr>
        <p:spPr bwMode="auto">
          <a:xfrm>
            <a:off x="4699000" y="3206750"/>
            <a:ext cx="88900" cy="88900"/>
          </a:xfrm>
          <a:prstGeom prst="ellipse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5723" name="Text Box 11"/>
          <p:cNvSpPr txBox="1">
            <a:spLocks noChangeArrowheads="1"/>
          </p:cNvSpPr>
          <p:nvPr/>
        </p:nvSpPr>
        <p:spPr bwMode="auto">
          <a:xfrm>
            <a:off x="4810125" y="3082925"/>
            <a:ext cx="3968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P</a:t>
            </a:r>
            <a:r>
              <a:rPr lang="en-US" baseline="-25000"/>
              <a:t>2</a:t>
            </a:r>
          </a:p>
        </p:txBody>
      </p:sp>
      <p:sp>
        <p:nvSpPr>
          <p:cNvPr id="115724" name="Text Box 12"/>
          <p:cNvSpPr txBox="1">
            <a:spLocks noChangeArrowheads="1"/>
          </p:cNvSpPr>
          <p:nvPr/>
        </p:nvSpPr>
        <p:spPr bwMode="auto">
          <a:xfrm>
            <a:off x="3387725" y="4532313"/>
            <a:ext cx="2524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pitchFamily="18" charset="0"/>
              </a:rPr>
              <a:t>I</a:t>
            </a:r>
          </a:p>
        </p:txBody>
      </p:sp>
      <p:sp>
        <p:nvSpPr>
          <p:cNvPr id="115725" name="Line 13"/>
          <p:cNvSpPr>
            <a:spLocks noChangeShapeType="1"/>
          </p:cNvSpPr>
          <p:nvPr/>
        </p:nvSpPr>
        <p:spPr bwMode="auto">
          <a:xfrm>
            <a:off x="3289300" y="4495800"/>
            <a:ext cx="3937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15726" name="Oval 14"/>
          <p:cNvSpPr>
            <a:spLocks noChangeArrowheads="1"/>
          </p:cNvSpPr>
          <p:nvPr/>
        </p:nvSpPr>
        <p:spPr bwMode="auto">
          <a:xfrm flipH="1">
            <a:off x="4641850" y="3238500"/>
            <a:ext cx="203200" cy="21844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5727" name="Freeform 15"/>
          <p:cNvSpPr>
            <a:spLocks/>
          </p:cNvSpPr>
          <p:nvPr/>
        </p:nvSpPr>
        <p:spPr bwMode="auto">
          <a:xfrm>
            <a:off x="3937000" y="4400550"/>
            <a:ext cx="303213" cy="209550"/>
          </a:xfrm>
          <a:custGeom>
            <a:avLst/>
            <a:gdLst/>
            <a:ahLst/>
            <a:cxnLst>
              <a:cxn ang="0">
                <a:pos x="0" y="12"/>
              </a:cxn>
              <a:cxn ang="0">
                <a:pos x="160" y="20"/>
              </a:cxn>
              <a:cxn ang="0">
                <a:pos x="184" y="132"/>
              </a:cxn>
            </a:cxnLst>
            <a:rect l="0" t="0" r="r" b="b"/>
            <a:pathLst>
              <a:path w="191" h="132">
                <a:moveTo>
                  <a:pt x="0" y="12"/>
                </a:moveTo>
                <a:cubicBezTo>
                  <a:pt x="64" y="6"/>
                  <a:pt x="129" y="0"/>
                  <a:pt x="160" y="20"/>
                </a:cubicBezTo>
                <a:cubicBezTo>
                  <a:pt x="191" y="40"/>
                  <a:pt x="175" y="112"/>
                  <a:pt x="184" y="1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15728" name="Freeform 16"/>
          <p:cNvSpPr>
            <a:spLocks/>
          </p:cNvSpPr>
          <p:nvPr/>
        </p:nvSpPr>
        <p:spPr bwMode="auto">
          <a:xfrm flipV="1">
            <a:off x="3949700" y="3930650"/>
            <a:ext cx="303213" cy="209550"/>
          </a:xfrm>
          <a:custGeom>
            <a:avLst/>
            <a:gdLst/>
            <a:ahLst/>
            <a:cxnLst>
              <a:cxn ang="0">
                <a:pos x="0" y="12"/>
              </a:cxn>
              <a:cxn ang="0">
                <a:pos x="160" y="20"/>
              </a:cxn>
              <a:cxn ang="0">
                <a:pos x="184" y="132"/>
              </a:cxn>
            </a:cxnLst>
            <a:rect l="0" t="0" r="r" b="b"/>
            <a:pathLst>
              <a:path w="191" h="132">
                <a:moveTo>
                  <a:pt x="0" y="12"/>
                </a:moveTo>
                <a:cubicBezTo>
                  <a:pt x="64" y="6"/>
                  <a:pt x="129" y="0"/>
                  <a:pt x="160" y="20"/>
                </a:cubicBezTo>
                <a:cubicBezTo>
                  <a:pt x="191" y="40"/>
                  <a:pt x="175" y="112"/>
                  <a:pt x="184" y="1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15730" name="Rectangle 18"/>
          <p:cNvSpPr>
            <a:spLocks noChangeArrowheads="1"/>
          </p:cNvSpPr>
          <p:nvPr/>
        </p:nvSpPr>
        <p:spPr bwMode="auto">
          <a:xfrm rot="16200000">
            <a:off x="2863850" y="3962400"/>
            <a:ext cx="88900" cy="5969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5731" name="Freeform 19"/>
          <p:cNvSpPr>
            <a:spLocks/>
          </p:cNvSpPr>
          <p:nvPr/>
        </p:nvSpPr>
        <p:spPr bwMode="auto">
          <a:xfrm flipH="1">
            <a:off x="3706743" y="4998001"/>
            <a:ext cx="822325" cy="317500"/>
          </a:xfrm>
          <a:custGeom>
            <a:avLst/>
            <a:gdLst/>
            <a:ahLst/>
            <a:cxnLst>
              <a:cxn ang="0">
                <a:pos x="21" y="180"/>
              </a:cxn>
              <a:cxn ang="0">
                <a:pos x="301" y="92"/>
              </a:cxn>
              <a:cxn ang="0">
                <a:pos x="493" y="4"/>
              </a:cxn>
              <a:cxn ang="0">
                <a:pos x="453" y="68"/>
              </a:cxn>
              <a:cxn ang="0">
                <a:pos x="173" y="180"/>
              </a:cxn>
              <a:cxn ang="0">
                <a:pos x="21" y="180"/>
              </a:cxn>
            </a:cxnLst>
            <a:rect l="0" t="0" r="r" b="b"/>
            <a:pathLst>
              <a:path w="518" h="200">
                <a:moveTo>
                  <a:pt x="21" y="180"/>
                </a:moveTo>
                <a:cubicBezTo>
                  <a:pt x="42" y="165"/>
                  <a:pt x="222" y="121"/>
                  <a:pt x="301" y="92"/>
                </a:cubicBezTo>
                <a:cubicBezTo>
                  <a:pt x="380" y="63"/>
                  <a:pt x="468" y="8"/>
                  <a:pt x="493" y="4"/>
                </a:cubicBezTo>
                <a:cubicBezTo>
                  <a:pt x="518" y="0"/>
                  <a:pt x="506" y="39"/>
                  <a:pt x="453" y="68"/>
                </a:cubicBezTo>
                <a:cubicBezTo>
                  <a:pt x="400" y="97"/>
                  <a:pt x="244" y="160"/>
                  <a:pt x="173" y="180"/>
                </a:cubicBezTo>
                <a:cubicBezTo>
                  <a:pt x="102" y="200"/>
                  <a:pt x="0" y="195"/>
                  <a:pt x="21" y="180"/>
                </a:cubicBezTo>
                <a:close/>
              </a:path>
            </a:pathLst>
          </a:custGeom>
          <a:solidFill>
            <a:schemeClr val="bg1"/>
          </a:solidFill>
          <a:ln w="9525" cap="flat" cmpd="sng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15732" name="Line 20"/>
          <p:cNvSpPr>
            <a:spLocks noChangeShapeType="1"/>
          </p:cNvSpPr>
          <p:nvPr/>
        </p:nvSpPr>
        <p:spPr bwMode="auto">
          <a:xfrm flipV="1">
            <a:off x="3803374" y="3082924"/>
            <a:ext cx="396598" cy="58102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15736" name="Text Box 24"/>
          <p:cNvSpPr txBox="1">
            <a:spLocks noChangeArrowheads="1"/>
          </p:cNvSpPr>
          <p:nvPr/>
        </p:nvSpPr>
        <p:spPr bwMode="auto">
          <a:xfrm>
            <a:off x="4060825" y="2790825"/>
            <a:ext cx="46824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S</a:t>
            </a:r>
            <a:r>
              <a:rPr lang="en-US" baseline="-250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374174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Winter 2008</a:t>
            </a:r>
          </a:p>
        </p:txBody>
      </p:sp>
      <p:sp>
        <p:nvSpPr>
          <p:cNvPr id="2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Displacement Current</a:t>
            </a:r>
          </a:p>
        </p:txBody>
      </p:sp>
      <p:grpSp>
        <p:nvGrpSpPr>
          <p:cNvPr id="23" name="Group 26"/>
          <p:cNvGrpSpPr>
            <a:grpSpLocks/>
          </p:cNvGrpSpPr>
          <p:nvPr/>
        </p:nvGrpSpPr>
        <p:grpSpPr bwMode="auto">
          <a:xfrm>
            <a:off x="2168525" y="2790825"/>
            <a:ext cx="4391025" cy="2632075"/>
            <a:chOff x="1366" y="1758"/>
            <a:chExt cx="2766" cy="1658"/>
          </a:xfrm>
        </p:grpSpPr>
        <p:sp>
          <p:nvSpPr>
            <p:cNvPr id="26" name="Arc 17"/>
            <p:cNvSpPr>
              <a:spLocks/>
            </p:cNvSpPr>
            <p:nvPr/>
          </p:nvSpPr>
          <p:spPr bwMode="auto">
            <a:xfrm>
              <a:off x="2048" y="2032"/>
              <a:ext cx="1024" cy="137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43200"/>
                <a:gd name="T2" fmla="*/ 0 w 21600"/>
                <a:gd name="T3" fmla="*/ 43200 h 43200"/>
                <a:gd name="T4" fmla="*/ 0 w 21600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32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</a:path>
                <a:path w="21600" h="432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Rectangle 4"/>
            <p:cNvSpPr>
              <a:spLocks noChangeArrowheads="1"/>
            </p:cNvSpPr>
            <p:nvPr/>
          </p:nvSpPr>
          <p:spPr bwMode="auto">
            <a:xfrm>
              <a:off x="2728" y="2308"/>
              <a:ext cx="56" cy="752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Rectangle 5"/>
            <p:cNvSpPr>
              <a:spLocks noChangeArrowheads="1"/>
            </p:cNvSpPr>
            <p:nvPr/>
          </p:nvSpPr>
          <p:spPr bwMode="auto">
            <a:xfrm>
              <a:off x="3272" y="2308"/>
              <a:ext cx="56" cy="752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Rectangle 6"/>
            <p:cNvSpPr>
              <a:spLocks noChangeArrowheads="1"/>
            </p:cNvSpPr>
            <p:nvPr/>
          </p:nvSpPr>
          <p:spPr bwMode="auto">
            <a:xfrm rot="-5400000">
              <a:off x="3696" y="2276"/>
              <a:ext cx="56" cy="816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Rectangle 7"/>
            <p:cNvSpPr>
              <a:spLocks noChangeArrowheads="1"/>
            </p:cNvSpPr>
            <p:nvPr/>
          </p:nvSpPr>
          <p:spPr bwMode="auto">
            <a:xfrm rot="-5400000">
              <a:off x="2260" y="2224"/>
              <a:ext cx="56" cy="920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Oval 8"/>
            <p:cNvSpPr>
              <a:spLocks noChangeArrowheads="1"/>
            </p:cNvSpPr>
            <p:nvPr/>
          </p:nvSpPr>
          <p:spPr bwMode="auto">
            <a:xfrm>
              <a:off x="2008" y="2020"/>
              <a:ext cx="56" cy="56"/>
            </a:xfrm>
            <a:prstGeom prst="ellipse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Text Box 9"/>
            <p:cNvSpPr txBox="1">
              <a:spLocks noChangeArrowheads="1"/>
            </p:cNvSpPr>
            <p:nvPr/>
          </p:nvSpPr>
          <p:spPr bwMode="auto">
            <a:xfrm>
              <a:off x="1966" y="1822"/>
              <a:ext cx="25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/>
                <a:t>P</a:t>
              </a:r>
              <a:r>
                <a:rPr lang="en-US" baseline="-25000"/>
                <a:t>1</a:t>
              </a:r>
            </a:p>
          </p:txBody>
        </p:sp>
        <p:sp>
          <p:nvSpPr>
            <p:cNvPr id="33" name="Oval 10"/>
            <p:cNvSpPr>
              <a:spLocks noChangeArrowheads="1"/>
            </p:cNvSpPr>
            <p:nvPr/>
          </p:nvSpPr>
          <p:spPr bwMode="auto">
            <a:xfrm>
              <a:off x="2960" y="2020"/>
              <a:ext cx="56" cy="56"/>
            </a:xfrm>
            <a:prstGeom prst="ellipse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Text Box 11"/>
            <p:cNvSpPr txBox="1">
              <a:spLocks noChangeArrowheads="1"/>
            </p:cNvSpPr>
            <p:nvPr/>
          </p:nvSpPr>
          <p:spPr bwMode="auto">
            <a:xfrm>
              <a:off x="3030" y="1942"/>
              <a:ext cx="25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/>
                <a:t>P</a:t>
              </a:r>
              <a:r>
                <a:rPr lang="en-US" baseline="-25000"/>
                <a:t>2</a:t>
              </a:r>
            </a:p>
          </p:txBody>
        </p:sp>
        <p:sp>
          <p:nvSpPr>
            <p:cNvPr id="35" name="Text Box 12"/>
            <p:cNvSpPr txBox="1">
              <a:spLocks noChangeArrowheads="1"/>
            </p:cNvSpPr>
            <p:nvPr/>
          </p:nvSpPr>
          <p:spPr bwMode="auto">
            <a:xfrm>
              <a:off x="2134" y="2855"/>
              <a:ext cx="159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>
                  <a:latin typeface="Times New Roman" pitchFamily="18" charset="0"/>
                </a:rPr>
                <a:t>I</a:t>
              </a:r>
            </a:p>
          </p:txBody>
        </p:sp>
        <p:sp>
          <p:nvSpPr>
            <p:cNvPr id="36" name="Line 13"/>
            <p:cNvSpPr>
              <a:spLocks noChangeShapeType="1"/>
            </p:cNvSpPr>
            <p:nvPr/>
          </p:nvSpPr>
          <p:spPr bwMode="auto">
            <a:xfrm>
              <a:off x="2072" y="2832"/>
              <a:ext cx="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7" name="Oval 14"/>
            <p:cNvSpPr>
              <a:spLocks noChangeArrowheads="1"/>
            </p:cNvSpPr>
            <p:nvPr/>
          </p:nvSpPr>
          <p:spPr bwMode="auto">
            <a:xfrm>
              <a:off x="1968" y="2040"/>
              <a:ext cx="128" cy="1376"/>
            </a:xfrm>
            <a:prstGeom prst="ellipse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Freeform 15"/>
            <p:cNvSpPr>
              <a:spLocks/>
            </p:cNvSpPr>
            <p:nvPr/>
          </p:nvSpPr>
          <p:spPr bwMode="auto">
            <a:xfrm>
              <a:off x="2480" y="2772"/>
              <a:ext cx="191" cy="132"/>
            </a:xfrm>
            <a:custGeom>
              <a:avLst/>
              <a:gdLst/>
              <a:ahLst/>
              <a:cxnLst>
                <a:cxn ang="0">
                  <a:pos x="0" y="12"/>
                </a:cxn>
                <a:cxn ang="0">
                  <a:pos x="160" y="20"/>
                </a:cxn>
                <a:cxn ang="0">
                  <a:pos x="184" y="132"/>
                </a:cxn>
              </a:cxnLst>
              <a:rect l="0" t="0" r="r" b="b"/>
              <a:pathLst>
                <a:path w="191" h="132">
                  <a:moveTo>
                    <a:pt x="0" y="12"/>
                  </a:moveTo>
                  <a:cubicBezTo>
                    <a:pt x="64" y="6"/>
                    <a:pt x="129" y="0"/>
                    <a:pt x="160" y="20"/>
                  </a:cubicBezTo>
                  <a:cubicBezTo>
                    <a:pt x="191" y="40"/>
                    <a:pt x="175" y="112"/>
                    <a:pt x="184" y="132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9" name="Freeform 16"/>
            <p:cNvSpPr>
              <a:spLocks/>
            </p:cNvSpPr>
            <p:nvPr/>
          </p:nvSpPr>
          <p:spPr bwMode="auto">
            <a:xfrm flipV="1">
              <a:off x="2488" y="2476"/>
              <a:ext cx="191" cy="132"/>
            </a:xfrm>
            <a:custGeom>
              <a:avLst/>
              <a:gdLst/>
              <a:ahLst/>
              <a:cxnLst>
                <a:cxn ang="0">
                  <a:pos x="0" y="12"/>
                </a:cxn>
                <a:cxn ang="0">
                  <a:pos x="160" y="20"/>
                </a:cxn>
                <a:cxn ang="0">
                  <a:pos x="184" y="132"/>
                </a:cxn>
              </a:cxnLst>
              <a:rect l="0" t="0" r="r" b="b"/>
              <a:pathLst>
                <a:path w="191" h="132">
                  <a:moveTo>
                    <a:pt x="0" y="12"/>
                  </a:moveTo>
                  <a:cubicBezTo>
                    <a:pt x="64" y="6"/>
                    <a:pt x="129" y="0"/>
                    <a:pt x="160" y="20"/>
                  </a:cubicBezTo>
                  <a:cubicBezTo>
                    <a:pt x="191" y="40"/>
                    <a:pt x="175" y="112"/>
                    <a:pt x="184" y="132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0" name="Rectangle 18"/>
            <p:cNvSpPr>
              <a:spLocks noChangeArrowheads="1"/>
            </p:cNvSpPr>
            <p:nvPr/>
          </p:nvSpPr>
          <p:spPr bwMode="auto">
            <a:xfrm rot="-5400000">
              <a:off x="1804" y="2496"/>
              <a:ext cx="56" cy="376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Freeform 19"/>
            <p:cNvSpPr>
              <a:spLocks/>
            </p:cNvSpPr>
            <p:nvPr/>
          </p:nvSpPr>
          <p:spPr bwMode="auto">
            <a:xfrm>
              <a:off x="2171" y="3108"/>
              <a:ext cx="518" cy="200"/>
            </a:xfrm>
            <a:custGeom>
              <a:avLst/>
              <a:gdLst/>
              <a:ahLst/>
              <a:cxnLst>
                <a:cxn ang="0">
                  <a:pos x="21" y="180"/>
                </a:cxn>
                <a:cxn ang="0">
                  <a:pos x="301" y="92"/>
                </a:cxn>
                <a:cxn ang="0">
                  <a:pos x="493" y="4"/>
                </a:cxn>
                <a:cxn ang="0">
                  <a:pos x="453" y="68"/>
                </a:cxn>
                <a:cxn ang="0">
                  <a:pos x="173" y="180"/>
                </a:cxn>
                <a:cxn ang="0">
                  <a:pos x="21" y="180"/>
                </a:cxn>
              </a:cxnLst>
              <a:rect l="0" t="0" r="r" b="b"/>
              <a:pathLst>
                <a:path w="518" h="200">
                  <a:moveTo>
                    <a:pt x="21" y="180"/>
                  </a:moveTo>
                  <a:cubicBezTo>
                    <a:pt x="42" y="165"/>
                    <a:pt x="222" y="121"/>
                    <a:pt x="301" y="92"/>
                  </a:cubicBezTo>
                  <a:cubicBezTo>
                    <a:pt x="380" y="63"/>
                    <a:pt x="468" y="8"/>
                    <a:pt x="493" y="4"/>
                  </a:cubicBezTo>
                  <a:cubicBezTo>
                    <a:pt x="518" y="0"/>
                    <a:pt x="506" y="39"/>
                    <a:pt x="453" y="68"/>
                  </a:cubicBezTo>
                  <a:cubicBezTo>
                    <a:pt x="400" y="97"/>
                    <a:pt x="244" y="160"/>
                    <a:pt x="173" y="180"/>
                  </a:cubicBezTo>
                  <a:cubicBezTo>
                    <a:pt x="102" y="200"/>
                    <a:pt x="0" y="195"/>
                    <a:pt x="21" y="180"/>
                  </a:cubicBezTo>
                  <a:close/>
                </a:path>
              </a:pathLst>
            </a:custGeom>
            <a:solidFill>
              <a:schemeClr val="bg1"/>
            </a:solidFill>
            <a:ln w="9525" cap="flat" cmpd="sng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" name="Line 20"/>
            <p:cNvSpPr>
              <a:spLocks noChangeShapeType="1"/>
            </p:cNvSpPr>
            <p:nvPr/>
          </p:nvSpPr>
          <p:spPr bwMode="auto">
            <a:xfrm flipH="1" flipV="1">
              <a:off x="1600" y="2232"/>
              <a:ext cx="456" cy="2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 type="triangle" w="med" len="med"/>
              <a:tailEnd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3" name="Text Box 23"/>
            <p:cNvSpPr txBox="1">
              <a:spLocks noChangeArrowheads="1"/>
            </p:cNvSpPr>
            <p:nvPr/>
          </p:nvSpPr>
          <p:spPr bwMode="auto">
            <a:xfrm>
              <a:off x="1366" y="2078"/>
              <a:ext cx="25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/>
                <a:t>S</a:t>
              </a:r>
              <a:r>
                <a:rPr lang="en-US" baseline="-25000"/>
                <a:t>1</a:t>
              </a:r>
            </a:p>
          </p:txBody>
        </p:sp>
        <p:sp>
          <p:nvSpPr>
            <p:cNvPr id="44" name="Text Box 24"/>
            <p:cNvSpPr txBox="1">
              <a:spLocks noChangeArrowheads="1"/>
            </p:cNvSpPr>
            <p:nvPr/>
          </p:nvSpPr>
          <p:spPr bwMode="auto">
            <a:xfrm>
              <a:off x="2558" y="1758"/>
              <a:ext cx="25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/>
                <a:t>S</a:t>
              </a:r>
              <a:r>
                <a:rPr lang="en-US" baseline="-25000"/>
                <a:t>2</a:t>
              </a:r>
            </a:p>
          </p:txBody>
        </p:sp>
        <p:sp>
          <p:nvSpPr>
            <p:cNvPr id="45" name="Line 25"/>
            <p:cNvSpPr>
              <a:spLocks noChangeShapeType="1"/>
            </p:cNvSpPr>
            <p:nvPr/>
          </p:nvSpPr>
          <p:spPr bwMode="auto">
            <a:xfrm flipH="1">
              <a:off x="2488" y="1936"/>
              <a:ext cx="16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72997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574</TotalTime>
  <Words>417</Words>
  <Application>Microsoft Office PowerPoint</Application>
  <PresentationFormat>On-screen Show (4:3)</PresentationFormat>
  <Paragraphs>177</Paragraphs>
  <Slides>28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Calibri</vt:lpstr>
      <vt:lpstr>Cambria Math</vt:lpstr>
      <vt:lpstr>Symbol</vt:lpstr>
      <vt:lpstr>Times New Roman</vt:lpstr>
      <vt:lpstr>Office Theme</vt:lpstr>
      <vt:lpstr>Equation</vt:lpstr>
      <vt:lpstr>PowerPoint Presentation</vt:lpstr>
      <vt:lpstr>Question</vt:lpstr>
      <vt:lpstr>Question</vt:lpstr>
      <vt:lpstr>Question</vt:lpstr>
      <vt:lpstr>Question</vt:lpstr>
      <vt:lpstr>Question</vt:lpstr>
      <vt:lpstr>PowerPoint Presentation</vt:lpstr>
      <vt:lpstr>PowerPoint Presentation</vt:lpstr>
      <vt:lpstr>PowerPoint Presentation</vt:lpstr>
      <vt:lpstr>Question</vt:lpstr>
      <vt:lpstr>PowerPoint Presentation</vt:lpstr>
      <vt:lpstr>Question 223.48.1</vt:lpstr>
      <vt:lpstr>Question 223.48.2</vt:lpstr>
      <vt:lpstr>Question 223.48.3</vt:lpstr>
      <vt:lpstr>Displacement Current</vt:lpstr>
      <vt:lpstr>Displacement Current</vt:lpstr>
      <vt:lpstr>Displacement Current</vt:lpstr>
      <vt:lpstr>Displacement Current</vt:lpstr>
      <vt:lpstr>Displacement Current</vt:lpstr>
      <vt:lpstr>Displacement Current</vt:lpstr>
      <vt:lpstr>PowerPoint Presentation</vt:lpstr>
      <vt:lpstr>PowerPoint Presentation</vt:lpstr>
      <vt:lpstr>PowerPoint Presentation</vt:lpstr>
      <vt:lpstr>For lecture problems</vt:lpstr>
      <vt:lpstr>Displacement Current</vt:lpstr>
      <vt:lpstr>Displacement Current</vt:lpstr>
      <vt:lpstr>Displacement Current</vt:lpstr>
      <vt:lpstr>Displacement Current</vt:lpstr>
    </vt:vector>
  </TitlesOfParts>
  <Company>BYU-Idaho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rtlines</dc:creator>
  <cp:lastModifiedBy>Lines, Todd</cp:lastModifiedBy>
  <cp:revision>7</cp:revision>
  <dcterms:created xsi:type="dcterms:W3CDTF">2011-12-05T21:16:45Z</dcterms:created>
  <dcterms:modified xsi:type="dcterms:W3CDTF">2025-10-31T22:12:03Z</dcterms:modified>
</cp:coreProperties>
</file>